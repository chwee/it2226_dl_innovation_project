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saveSubsetFonts="1" autoCompressPictures="0">
  <p:sldMasterIdLst>
    <p:sldMasterId id="2147483667" r:id="rId4"/>
  </p:sldMasterIdLst>
  <p:notesMasterIdLst>
    <p:notesMasterId r:id="rId23"/>
  </p:notesMasterIdLst>
  <p:handoutMasterIdLst>
    <p:handoutMasterId r:id="rId24"/>
  </p:handoutMasterIdLst>
  <p:sldIdLst>
    <p:sldId id="419" r:id="rId5"/>
    <p:sldId id="432" r:id="rId6"/>
    <p:sldId id="444" r:id="rId7"/>
    <p:sldId id="433" r:id="rId8"/>
    <p:sldId id="442" r:id="rId9"/>
    <p:sldId id="434" r:id="rId10"/>
    <p:sldId id="437" r:id="rId11"/>
    <p:sldId id="438" r:id="rId12"/>
    <p:sldId id="439" r:id="rId13"/>
    <p:sldId id="440" r:id="rId14"/>
    <p:sldId id="422" r:id="rId15"/>
    <p:sldId id="428" r:id="rId16"/>
    <p:sldId id="435" r:id="rId17"/>
    <p:sldId id="436" r:id="rId18"/>
    <p:sldId id="429" r:id="rId19"/>
    <p:sldId id="430" r:id="rId20"/>
    <p:sldId id="431" r:id="rId21"/>
    <p:sldId id="443" r:id="rId22"/>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3240">
          <p15:clr>
            <a:srgbClr val="9AA0A6"/>
          </p15:clr>
        </p15:guide>
        <p15:guide id="2" pos="2880">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Jaslyn LIM (NYP)" initials="JL(" lastIdx="3" clrIdx="0">
    <p:extLst>
      <p:ext uri="{19B8F6BF-5375-455C-9EA6-DF929625EA0E}">
        <p15:presenceInfo xmlns:p15="http://schemas.microsoft.com/office/powerpoint/2012/main" userId="S::jaslyn_ada_lim@nyp.edu.sg::cb7e8e5b-39ce-4caa-9e12-f5e9e74a9071"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5EA4F5"/>
    <a:srgbClr val="FF0000"/>
    <a:srgbClr val="E8EFFC"/>
    <a:srgbClr val="D0DDF8"/>
    <a:srgbClr val="1D55C5"/>
    <a:srgbClr val="164194"/>
    <a:srgbClr val="231F20"/>
    <a:srgbClr val="E30613"/>
    <a:srgbClr val="8AABEE"/>
    <a:srgbClr val="C5CDE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7DF18680-E054-41AD-8BC1-D1AEF772440D}">
  <a:tblStyle styleId="{8C56D510-894D-4F2D-A5C2-68AB4E7C2606}"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35758FB7-9AC5-4552-8A53-C91805E547FA}" styleName="Themed Style 1 - Acc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8FD4443E-F989-4FC4-A0C8-D5A2AF1F390B}" styleName="Dark Style 1 - Accent 5">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5"/>
          </a:solidFill>
        </a:fill>
      </a:tcStyle>
    </a:wholeTbl>
    <a:band1H>
      <a:tcStyle>
        <a:tcBdr/>
        <a:fill>
          <a:solidFill>
            <a:schemeClr val="accent5">
              <a:shade val="60000"/>
            </a:schemeClr>
          </a:solidFill>
        </a:fill>
      </a:tcStyle>
    </a:band1H>
    <a:band1V>
      <a:tcStyle>
        <a:tcBdr/>
        <a:fill>
          <a:solidFill>
            <a:schemeClr val="accent5">
              <a:shade val="60000"/>
            </a:schemeClr>
          </a:solidFill>
        </a:fill>
      </a:tcStyle>
    </a:band1V>
    <a:lastCol>
      <a:tcTxStyle b="on"/>
      <a:tcStyle>
        <a:tcBdr>
          <a:left>
            <a:ln w="25400" cmpd="sng">
              <a:solidFill>
                <a:schemeClr val="lt1"/>
              </a:solidFill>
            </a:ln>
          </a:left>
        </a:tcBdr>
        <a:fill>
          <a:solidFill>
            <a:schemeClr val="accent5">
              <a:shade val="60000"/>
            </a:schemeClr>
          </a:solidFill>
        </a:fill>
      </a:tcStyle>
    </a:lastCol>
    <a:firstCol>
      <a:tcTxStyle b="on"/>
      <a:tcStyle>
        <a:tcBdr>
          <a:right>
            <a:ln w="25400" cmpd="sng">
              <a:solidFill>
                <a:schemeClr val="lt1"/>
              </a:solidFill>
            </a:ln>
          </a:right>
        </a:tcBdr>
        <a:fill>
          <a:solidFill>
            <a:schemeClr val="accent5">
              <a:shade val="60000"/>
            </a:schemeClr>
          </a:solidFill>
        </a:fill>
      </a:tcStyle>
    </a:firstCol>
    <a:lastRow>
      <a:tcTxStyle b="on"/>
      <a:tcStyle>
        <a:tcBdr>
          <a:top>
            <a:ln w="25400" cmpd="sng">
              <a:solidFill>
                <a:schemeClr val="lt1"/>
              </a:solidFill>
            </a:ln>
          </a:top>
        </a:tcBdr>
        <a:fill>
          <a:solidFill>
            <a:schemeClr val="accent5">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E269D01E-BC32-4049-B463-5C60D7B0CCD2}" styleName="Themed Style 2 - Accent 4">
    <a:tblBg>
      <a:fillRef idx="3">
        <a:schemeClr val="accent4"/>
      </a:fillRef>
      <a:effectRef idx="3">
        <a:schemeClr val="accent4"/>
      </a:effectRef>
    </a:tblBg>
    <a:wholeTbl>
      <a:tcTxStyle>
        <a:fontRef idx="minor">
          <a:scrgbClr r="0" g="0" b="0"/>
        </a:fontRef>
        <a:schemeClr val="lt1"/>
      </a:tcTxStyle>
      <a:tcStyle>
        <a:tcBdr>
          <a:left>
            <a:lnRef idx="1">
              <a:schemeClr val="accent4">
                <a:tint val="50000"/>
              </a:schemeClr>
            </a:lnRef>
          </a:left>
          <a:right>
            <a:lnRef idx="1">
              <a:schemeClr val="accent4">
                <a:tint val="50000"/>
              </a:schemeClr>
            </a:lnRef>
          </a:right>
          <a:top>
            <a:lnRef idx="1">
              <a:schemeClr val="accent4">
                <a:tint val="50000"/>
              </a:schemeClr>
            </a:lnRef>
          </a:top>
          <a:bottom>
            <a:lnRef idx="1">
              <a:schemeClr val="accent4">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18603FDC-E32A-4AB5-989C-0864C3EAD2B8}" styleName="Themed Style 2 - Accent 2">
    <a:tblBg>
      <a:fillRef idx="3">
        <a:schemeClr val="accent2"/>
      </a:fillRef>
      <a:effectRef idx="3">
        <a:schemeClr val="accent2"/>
      </a:effectRef>
    </a:tblBg>
    <a:wholeTbl>
      <a:tcTxStyle>
        <a:fontRef idx="minor">
          <a:scrgbClr r="0" g="0" b="0"/>
        </a:fontRef>
        <a:schemeClr val="lt1"/>
      </a:tcTxStyle>
      <a:tcStyle>
        <a:tcBdr>
          <a:left>
            <a:lnRef idx="1">
              <a:schemeClr val="accent2">
                <a:tint val="50000"/>
              </a:schemeClr>
            </a:lnRef>
          </a:left>
          <a:right>
            <a:lnRef idx="1">
              <a:schemeClr val="accent2">
                <a:tint val="50000"/>
              </a:schemeClr>
            </a:lnRef>
          </a:right>
          <a:top>
            <a:lnRef idx="1">
              <a:schemeClr val="accent2">
                <a:tint val="50000"/>
              </a:schemeClr>
            </a:lnRef>
          </a:top>
          <a:bottom>
            <a:lnRef idx="1">
              <a:schemeClr val="accent2">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D113A9D2-9D6B-4929-AA2D-F23B5EE8CBE7}" styleName="Themed Style 2 - Accent 1">
    <a:tblBg>
      <a:fillRef idx="3">
        <a:schemeClr val="accent1"/>
      </a:fillRef>
      <a:effectRef idx="3">
        <a:schemeClr val="accent1"/>
      </a:effectRef>
    </a:tblBg>
    <a:wholeTbl>
      <a:tcTxStyle>
        <a:fontRef idx="minor">
          <a:scrgbClr r="0" g="0" b="0"/>
        </a:fontRef>
        <a:schemeClr val="lt1"/>
      </a:tcTxStyle>
      <a:tcStyle>
        <a:tcBdr>
          <a:left>
            <a:lnRef idx="1">
              <a:schemeClr val="accent1">
                <a:tint val="50000"/>
              </a:schemeClr>
            </a:lnRef>
          </a:left>
          <a:right>
            <a:lnRef idx="1">
              <a:schemeClr val="accent1">
                <a:tint val="50000"/>
              </a:schemeClr>
            </a:lnRef>
          </a:right>
          <a:top>
            <a:lnRef idx="1">
              <a:schemeClr val="accent1">
                <a:tint val="50000"/>
              </a:schemeClr>
            </a:lnRef>
          </a:top>
          <a:bottom>
            <a:lnRef idx="1">
              <a:schemeClr val="accent1">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E8B1032C-EA38-4F05-BA0D-38AFFFC7BED3}" styleName="Light Style 3 - Accent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1FECB4D8-DB02-4DC6-A0A2-4F2EBAE1DC90}" styleName="Medium Style 1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 styleId="{1E171933-4619-4E11-9A3F-F7608DF75F80}" styleName="Medium Style 1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a:noFill/>
            </a:ln>
          </a:insideV>
        </a:tcBdr>
        <a:fill>
          <a:solidFill>
            <a:schemeClr val="lt1"/>
          </a:solidFill>
        </a:fill>
      </a:tcStyle>
    </a:wholeTbl>
    <a:band1H>
      <a:tcStyle>
        <a:tcBdr/>
        <a:fill>
          <a:solidFill>
            <a:schemeClr val="accent4">
              <a:tint val="20000"/>
            </a:schemeClr>
          </a:solidFill>
        </a:fill>
      </a:tcStyle>
    </a:band1H>
    <a:band1V>
      <a:tcStyle>
        <a:tcBdr/>
        <a:fill>
          <a:solidFill>
            <a:schemeClr val="accent4">
              <a:tint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solidFill>
            <a:schemeClr val="lt1"/>
          </a:solidFill>
        </a:fill>
      </a:tcStyle>
    </a:lastRow>
    <a:firstRow>
      <a:tcTxStyle b="on">
        <a:fontRef idx="minor">
          <a:scrgbClr r="0" g="0" b="0"/>
        </a:fontRef>
        <a:schemeClr val="lt1"/>
      </a:tcTxStyle>
      <a:tcStyle>
        <a:tcBdr/>
        <a:fill>
          <a:solidFill>
            <a:schemeClr val="accent4"/>
          </a:solidFill>
        </a:fill>
      </a:tcStyle>
    </a:firstRow>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SorterView">
  <p:normalViewPr>
    <p:restoredLeft sz="13490" autoAdjust="0"/>
    <p:restoredTop sz="92071" autoAdjust="0"/>
  </p:normalViewPr>
  <p:slideViewPr>
    <p:cSldViewPr snapToGrid="0">
      <p:cViewPr varScale="1">
        <p:scale>
          <a:sx n="151" d="100"/>
          <a:sy n="151" d="100"/>
        </p:scale>
        <p:origin x="600" y="126"/>
      </p:cViewPr>
      <p:guideLst>
        <p:guide orient="horz" pos="3240"/>
        <p:guide pos="2880"/>
      </p:guideLst>
    </p:cSldViewPr>
  </p:slideViewPr>
  <p:outlineViewPr>
    <p:cViewPr>
      <p:scale>
        <a:sx n="33" d="100"/>
        <a:sy n="33" d="100"/>
      </p:scale>
      <p:origin x="0" y="0"/>
    </p:cViewPr>
  </p:outlineViewPr>
  <p:notesTextViewPr>
    <p:cViewPr>
      <p:scale>
        <a:sx n="3" d="2"/>
        <a:sy n="3" d="2"/>
      </p:scale>
      <p:origin x="0" y="0"/>
    </p:cViewPr>
  </p:notesTextViewPr>
  <p:sorterViewPr>
    <p:cViewPr varScale="1">
      <p:scale>
        <a:sx n="100" d="100"/>
        <a:sy n="100" d="100"/>
      </p:scale>
      <p:origin x="0" y="0"/>
    </p:cViewPr>
  </p:sorterViewPr>
  <p:notesViewPr>
    <p:cSldViewPr snapToGrid="0">
      <p:cViewPr varScale="1">
        <p:scale>
          <a:sx n="62" d="100"/>
          <a:sy n="62" d="100"/>
        </p:scale>
        <p:origin x="3154" y="77"/>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commentAuthors" Target="commentAuthor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handoutMaster" Target="handoutMasters/handoutMaster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notesMaster" Target="notesMasters/notesMaster1.xml"/><Relationship Id="rId28"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4EE71C3D-6EA8-46EB-A366-32CB402393A7}"/>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SG"/>
          </a:p>
        </p:txBody>
      </p:sp>
      <p:sp>
        <p:nvSpPr>
          <p:cNvPr id="3" name="Date Placeholder 2">
            <a:extLst>
              <a:ext uri="{FF2B5EF4-FFF2-40B4-BE49-F238E27FC236}">
                <a16:creationId xmlns:a16="http://schemas.microsoft.com/office/drawing/2014/main" id="{F411F0A3-6F58-4F85-81AF-30F6EACD0ECB}"/>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63571468-B236-4749-A017-D02C03AF42E3}" type="datetimeFigureOut">
              <a:rPr lang="en-SG" smtClean="0"/>
              <a:t>19/1/2026</a:t>
            </a:fld>
            <a:endParaRPr lang="en-SG"/>
          </a:p>
        </p:txBody>
      </p:sp>
      <p:sp>
        <p:nvSpPr>
          <p:cNvPr id="4" name="Footer Placeholder 3">
            <a:extLst>
              <a:ext uri="{FF2B5EF4-FFF2-40B4-BE49-F238E27FC236}">
                <a16:creationId xmlns:a16="http://schemas.microsoft.com/office/drawing/2014/main" id="{1EB0C99A-60D8-4955-9FBE-A7F5872884BB}"/>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SG"/>
          </a:p>
        </p:txBody>
      </p:sp>
      <p:sp>
        <p:nvSpPr>
          <p:cNvPr id="5" name="Slide Number Placeholder 4">
            <a:extLst>
              <a:ext uri="{FF2B5EF4-FFF2-40B4-BE49-F238E27FC236}">
                <a16:creationId xmlns:a16="http://schemas.microsoft.com/office/drawing/2014/main" id="{75D8C90F-CAC9-4978-BF1D-945842FCCF0C}"/>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CE02843-E403-400D-831A-11951CC61915}" type="slidenum">
              <a:rPr lang="en-SG" smtClean="0"/>
              <a:t>‹#›</a:t>
            </a:fld>
            <a:endParaRPr lang="en-SG"/>
          </a:p>
        </p:txBody>
      </p:sp>
    </p:spTree>
    <p:extLst>
      <p:ext uri="{BB962C8B-B14F-4D97-AF65-F5344CB8AC3E}">
        <p14:creationId xmlns:p14="http://schemas.microsoft.com/office/powerpoint/2010/main" val="3331111399"/>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hf hdr="0" ftr="0" dt="0"/>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Master" Target="../slideMasters/slideMaster1.xml"/><Relationship Id="rId4" Type="http://schemas.openxmlformats.org/officeDocument/2006/relationships/image" Target="../media/image3.sv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6_Title Slide">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8DE90C6C-FDE3-C662-2486-197F1D3B3A34}"/>
              </a:ext>
            </a:extLst>
          </p:cNvPr>
          <p:cNvPicPr>
            <a:picLocks noChangeAspect="1"/>
          </p:cNvPicPr>
          <p:nvPr userDrawn="1"/>
        </p:nvPicPr>
        <p:blipFill>
          <a:blip r:embed="rId2"/>
          <a:srcRect/>
          <a:stretch/>
        </p:blipFill>
        <p:spPr>
          <a:xfrm>
            <a:off x="0" y="0"/>
            <a:ext cx="9144000" cy="5143500"/>
          </a:xfrm>
          <a:prstGeom prst="rect">
            <a:avLst/>
          </a:prstGeom>
        </p:spPr>
      </p:pic>
      <p:sp>
        <p:nvSpPr>
          <p:cNvPr id="13" name="Text Placeholder 3">
            <a:extLst>
              <a:ext uri="{FF2B5EF4-FFF2-40B4-BE49-F238E27FC236}">
                <a16:creationId xmlns:a16="http://schemas.microsoft.com/office/drawing/2014/main" id="{DFC56D8D-12A6-4A5A-B92D-575EE1DEE392}"/>
              </a:ext>
            </a:extLst>
          </p:cNvPr>
          <p:cNvSpPr>
            <a:spLocks noGrp="1"/>
          </p:cNvSpPr>
          <p:nvPr>
            <p:ph type="body" sz="quarter" idx="12"/>
          </p:nvPr>
        </p:nvSpPr>
        <p:spPr>
          <a:xfrm>
            <a:off x="267242" y="1146098"/>
            <a:ext cx="4003442" cy="1400154"/>
          </a:xfrm>
          <a:prstGeom prst="rect">
            <a:avLst/>
          </a:prstGeom>
        </p:spPr>
        <p:txBody>
          <a:bodyPr/>
          <a:lstStyle>
            <a:lvl1pPr>
              <a:lnSpc>
                <a:spcPct val="80000"/>
              </a:lnSpc>
              <a:defRPr sz="5000" b="1">
                <a:solidFill>
                  <a:schemeClr val="tx1"/>
                </a:solidFill>
              </a:defRPr>
            </a:lvl1pPr>
          </a:lstStyle>
          <a:p>
            <a:pPr lvl="0"/>
            <a:endParaRPr lang="en-SG" dirty="0"/>
          </a:p>
        </p:txBody>
      </p:sp>
      <p:sp>
        <p:nvSpPr>
          <p:cNvPr id="16" name="Text Placeholder 3">
            <a:extLst>
              <a:ext uri="{FF2B5EF4-FFF2-40B4-BE49-F238E27FC236}">
                <a16:creationId xmlns:a16="http://schemas.microsoft.com/office/drawing/2014/main" id="{8F1328D7-7673-4614-9EEB-F014CD487900}"/>
              </a:ext>
            </a:extLst>
          </p:cNvPr>
          <p:cNvSpPr>
            <a:spLocks noGrp="1"/>
          </p:cNvSpPr>
          <p:nvPr>
            <p:ph type="body" sz="quarter" idx="13"/>
          </p:nvPr>
        </p:nvSpPr>
        <p:spPr>
          <a:xfrm>
            <a:off x="267242" y="2662087"/>
            <a:ext cx="3610253" cy="749328"/>
          </a:xfrm>
          <a:prstGeom prst="rect">
            <a:avLst/>
          </a:prstGeom>
        </p:spPr>
        <p:txBody>
          <a:bodyPr/>
          <a:lstStyle>
            <a:lvl1pPr>
              <a:defRPr sz="1400" b="0">
                <a:solidFill>
                  <a:schemeClr val="tx1"/>
                </a:solidFill>
              </a:defRPr>
            </a:lvl1pPr>
          </a:lstStyle>
          <a:p>
            <a:pPr lvl="0"/>
            <a:endParaRPr lang="en-SG" dirty="0"/>
          </a:p>
        </p:txBody>
      </p:sp>
      <p:sp>
        <p:nvSpPr>
          <p:cNvPr id="18" name="Rectangle 1">
            <a:extLst>
              <a:ext uri="{FF2B5EF4-FFF2-40B4-BE49-F238E27FC236}">
                <a16:creationId xmlns:a16="http://schemas.microsoft.com/office/drawing/2014/main" id="{B0011CE1-EDBF-46B7-9599-4FD9FCE16C51}"/>
              </a:ext>
            </a:extLst>
          </p:cNvPr>
          <p:cNvSpPr/>
          <p:nvPr userDrawn="1"/>
        </p:nvSpPr>
        <p:spPr>
          <a:xfrm rot="2871830">
            <a:off x="5202648" y="103852"/>
            <a:ext cx="193253" cy="1797813"/>
          </a:xfrm>
          <a:custGeom>
            <a:avLst/>
            <a:gdLst>
              <a:gd name="connsiteX0" fmla="*/ 0 w 193253"/>
              <a:gd name="connsiteY0" fmla="*/ 0 h 1820147"/>
              <a:gd name="connsiteX1" fmla="*/ 193253 w 193253"/>
              <a:gd name="connsiteY1" fmla="*/ 0 h 1820147"/>
              <a:gd name="connsiteX2" fmla="*/ 193253 w 193253"/>
              <a:gd name="connsiteY2" fmla="*/ 1820147 h 1820147"/>
              <a:gd name="connsiteX3" fmla="*/ 0 w 193253"/>
              <a:gd name="connsiteY3" fmla="*/ 1820147 h 1820147"/>
              <a:gd name="connsiteX4" fmla="*/ 0 w 193253"/>
              <a:gd name="connsiteY4" fmla="*/ 0 h 1820147"/>
              <a:gd name="connsiteX0" fmla="*/ 0 w 197852"/>
              <a:gd name="connsiteY0" fmla="*/ 0 h 1820147"/>
              <a:gd name="connsiteX1" fmla="*/ 197852 w 197852"/>
              <a:gd name="connsiteY1" fmla="*/ 4378 h 1820147"/>
              <a:gd name="connsiteX2" fmla="*/ 193253 w 197852"/>
              <a:gd name="connsiteY2" fmla="*/ 1820147 h 1820147"/>
              <a:gd name="connsiteX3" fmla="*/ 0 w 197852"/>
              <a:gd name="connsiteY3" fmla="*/ 1820147 h 1820147"/>
              <a:gd name="connsiteX4" fmla="*/ 0 w 197852"/>
              <a:gd name="connsiteY4" fmla="*/ 0 h 1820147"/>
              <a:gd name="connsiteX0" fmla="*/ 5041 w 197852"/>
              <a:gd name="connsiteY0" fmla="*/ 17956 h 1815769"/>
              <a:gd name="connsiteX1" fmla="*/ 197852 w 197852"/>
              <a:gd name="connsiteY1" fmla="*/ 0 h 1815769"/>
              <a:gd name="connsiteX2" fmla="*/ 193253 w 197852"/>
              <a:gd name="connsiteY2" fmla="*/ 1815769 h 1815769"/>
              <a:gd name="connsiteX3" fmla="*/ 0 w 197852"/>
              <a:gd name="connsiteY3" fmla="*/ 1815769 h 1815769"/>
              <a:gd name="connsiteX4" fmla="*/ 5041 w 197852"/>
              <a:gd name="connsiteY4" fmla="*/ 17956 h 1815769"/>
              <a:gd name="connsiteX0" fmla="*/ 5041 w 193253"/>
              <a:gd name="connsiteY0" fmla="*/ 0 h 1797813"/>
              <a:gd name="connsiteX1" fmla="*/ 189316 w 193253"/>
              <a:gd name="connsiteY1" fmla="*/ 220 h 1797813"/>
              <a:gd name="connsiteX2" fmla="*/ 193253 w 193253"/>
              <a:gd name="connsiteY2" fmla="*/ 1797813 h 1797813"/>
              <a:gd name="connsiteX3" fmla="*/ 0 w 193253"/>
              <a:gd name="connsiteY3" fmla="*/ 1797813 h 1797813"/>
              <a:gd name="connsiteX4" fmla="*/ 5041 w 193253"/>
              <a:gd name="connsiteY4" fmla="*/ 0 h 179781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3253" h="1797813">
                <a:moveTo>
                  <a:pt x="5041" y="0"/>
                </a:moveTo>
                <a:lnTo>
                  <a:pt x="189316" y="220"/>
                </a:lnTo>
                <a:cubicBezTo>
                  <a:pt x="190628" y="599418"/>
                  <a:pt x="191941" y="1198615"/>
                  <a:pt x="193253" y="1797813"/>
                </a:cubicBezTo>
                <a:lnTo>
                  <a:pt x="0" y="1797813"/>
                </a:lnTo>
                <a:cubicBezTo>
                  <a:pt x="1680" y="1198542"/>
                  <a:pt x="3361" y="599271"/>
                  <a:pt x="5041" y="0"/>
                </a:cubicBezTo>
                <a:close/>
              </a:path>
            </a:pathLst>
          </a:custGeom>
          <a:solidFill>
            <a:srgbClr val="16419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pic>
        <p:nvPicPr>
          <p:cNvPr id="21" name="Graphic 20">
            <a:extLst>
              <a:ext uri="{FF2B5EF4-FFF2-40B4-BE49-F238E27FC236}">
                <a16:creationId xmlns:a16="http://schemas.microsoft.com/office/drawing/2014/main" id="{C043153B-9164-4B7D-8967-9232760F7739}"/>
              </a:ext>
            </a:extLst>
          </p:cNvPr>
          <p:cNvPicPr>
            <a:picLocks noChangeAspect="1"/>
          </p:cNvPicPr>
          <p:nvPr userDrawn="1"/>
        </p:nvPicPr>
        <p:blipFill>
          <a:blip r:embed="rId3" cstate="screen">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560660" y="295280"/>
            <a:ext cx="2116558" cy="438717"/>
          </a:xfrm>
          <a:prstGeom prst="rect">
            <a:avLst/>
          </a:prstGeom>
        </p:spPr>
      </p:pic>
      <p:sp>
        <p:nvSpPr>
          <p:cNvPr id="2" name="Isosceles Triangle 2">
            <a:extLst>
              <a:ext uri="{FF2B5EF4-FFF2-40B4-BE49-F238E27FC236}">
                <a16:creationId xmlns:a16="http://schemas.microsoft.com/office/drawing/2014/main" id="{A15BFF93-6482-1724-38DE-4828529F78E7}"/>
              </a:ext>
            </a:extLst>
          </p:cNvPr>
          <p:cNvSpPr/>
          <p:nvPr userDrawn="1"/>
        </p:nvSpPr>
        <p:spPr>
          <a:xfrm rot="16200000">
            <a:off x="8099199" y="4099202"/>
            <a:ext cx="1031323" cy="1059895"/>
          </a:xfrm>
          <a:custGeom>
            <a:avLst/>
            <a:gdLst>
              <a:gd name="connsiteX0" fmla="*/ 0 w 906866"/>
              <a:gd name="connsiteY0" fmla="*/ 754622 h 754622"/>
              <a:gd name="connsiteX1" fmla="*/ 453433 w 906866"/>
              <a:gd name="connsiteY1" fmla="*/ 0 h 754622"/>
              <a:gd name="connsiteX2" fmla="*/ 906866 w 906866"/>
              <a:gd name="connsiteY2" fmla="*/ 754622 h 754622"/>
              <a:gd name="connsiteX3" fmla="*/ 0 w 906866"/>
              <a:gd name="connsiteY3" fmla="*/ 754622 h 754622"/>
              <a:gd name="connsiteX0" fmla="*/ 0 w 1143086"/>
              <a:gd name="connsiteY0" fmla="*/ 754622 h 754622"/>
              <a:gd name="connsiteX1" fmla="*/ 453433 w 1143086"/>
              <a:gd name="connsiteY1" fmla="*/ 0 h 754622"/>
              <a:gd name="connsiteX2" fmla="*/ 1143086 w 1143086"/>
              <a:gd name="connsiteY2" fmla="*/ 747002 h 754622"/>
              <a:gd name="connsiteX3" fmla="*/ 0 w 1143086"/>
              <a:gd name="connsiteY3" fmla="*/ 754622 h 754622"/>
              <a:gd name="connsiteX0" fmla="*/ 0 w 1143086"/>
              <a:gd name="connsiteY0" fmla="*/ 1227062 h 1227062"/>
              <a:gd name="connsiteX1" fmla="*/ 3853 w 1143086"/>
              <a:gd name="connsiteY1" fmla="*/ 0 h 1227062"/>
              <a:gd name="connsiteX2" fmla="*/ 1143086 w 1143086"/>
              <a:gd name="connsiteY2" fmla="*/ 1219442 h 1227062"/>
              <a:gd name="connsiteX3" fmla="*/ 0 w 1143086"/>
              <a:gd name="connsiteY3" fmla="*/ 1227062 h 1227062"/>
              <a:gd name="connsiteX0" fmla="*/ 0 w 1143086"/>
              <a:gd name="connsiteY0" fmla="*/ 1219442 h 1219442"/>
              <a:gd name="connsiteX1" fmla="*/ 3853 w 1143086"/>
              <a:gd name="connsiteY1" fmla="*/ 0 h 1219442"/>
              <a:gd name="connsiteX2" fmla="*/ 1143086 w 1143086"/>
              <a:gd name="connsiteY2" fmla="*/ 1219442 h 1219442"/>
              <a:gd name="connsiteX3" fmla="*/ 0 w 1143086"/>
              <a:gd name="connsiteY3" fmla="*/ 1219442 h 1219442"/>
              <a:gd name="connsiteX0" fmla="*/ 0 w 1062123"/>
              <a:gd name="connsiteY0" fmla="*/ 1219442 h 1219442"/>
              <a:gd name="connsiteX1" fmla="*/ 3853 w 1062123"/>
              <a:gd name="connsiteY1" fmla="*/ 0 h 1219442"/>
              <a:gd name="connsiteX2" fmla="*/ 1062123 w 1062123"/>
              <a:gd name="connsiteY2" fmla="*/ 1131336 h 1219442"/>
              <a:gd name="connsiteX3" fmla="*/ 0 w 1062123"/>
              <a:gd name="connsiteY3" fmla="*/ 1219442 h 1219442"/>
              <a:gd name="connsiteX0" fmla="*/ 0 w 1062273"/>
              <a:gd name="connsiteY0" fmla="*/ 1219442 h 1219442"/>
              <a:gd name="connsiteX1" fmla="*/ 3853 w 1062273"/>
              <a:gd name="connsiteY1" fmla="*/ 0 h 1219442"/>
              <a:gd name="connsiteX2" fmla="*/ 1062123 w 1062273"/>
              <a:gd name="connsiteY2" fmla="*/ 1131336 h 1219442"/>
              <a:gd name="connsiteX3" fmla="*/ 0 w 1062273"/>
              <a:gd name="connsiteY3" fmla="*/ 1219442 h 1219442"/>
              <a:gd name="connsiteX0" fmla="*/ 0 w 1062273"/>
              <a:gd name="connsiteY0" fmla="*/ 1219442 h 1219442"/>
              <a:gd name="connsiteX1" fmla="*/ 3853 w 1062273"/>
              <a:gd name="connsiteY1" fmla="*/ 0 h 1219442"/>
              <a:gd name="connsiteX2" fmla="*/ 1062123 w 1062273"/>
              <a:gd name="connsiteY2" fmla="*/ 1131336 h 1219442"/>
              <a:gd name="connsiteX3" fmla="*/ 0 w 1062273"/>
              <a:gd name="connsiteY3" fmla="*/ 1219442 h 1219442"/>
              <a:gd name="connsiteX0" fmla="*/ 31902 w 1058464"/>
              <a:gd name="connsiteY0" fmla="*/ 1131335 h 1132395"/>
              <a:gd name="connsiteX1" fmla="*/ 36 w 1058464"/>
              <a:gd name="connsiteY1" fmla="*/ 0 h 1132395"/>
              <a:gd name="connsiteX2" fmla="*/ 1058306 w 1058464"/>
              <a:gd name="connsiteY2" fmla="*/ 1131336 h 1132395"/>
              <a:gd name="connsiteX3" fmla="*/ 31902 w 1058464"/>
              <a:gd name="connsiteY3" fmla="*/ 1131335 h 1132395"/>
              <a:gd name="connsiteX0" fmla="*/ 5810 w 1032372"/>
              <a:gd name="connsiteY0" fmla="*/ 1074182 h 1075242"/>
              <a:gd name="connsiteX1" fmla="*/ 137 w 1032372"/>
              <a:gd name="connsiteY1" fmla="*/ 0 h 1075242"/>
              <a:gd name="connsiteX2" fmla="*/ 1032214 w 1032372"/>
              <a:gd name="connsiteY2" fmla="*/ 1074183 h 1075242"/>
              <a:gd name="connsiteX3" fmla="*/ 5810 w 1032372"/>
              <a:gd name="connsiteY3" fmla="*/ 1074182 h 1075242"/>
              <a:gd name="connsiteX0" fmla="*/ 1200 w 1032523"/>
              <a:gd name="connsiteY0" fmla="*/ 1078945 h 1078945"/>
              <a:gd name="connsiteX1" fmla="*/ 289 w 1032523"/>
              <a:gd name="connsiteY1" fmla="*/ 0 h 1078945"/>
              <a:gd name="connsiteX2" fmla="*/ 1032366 w 1032523"/>
              <a:gd name="connsiteY2" fmla="*/ 1074183 h 1078945"/>
              <a:gd name="connsiteX3" fmla="*/ 1200 w 1032523"/>
              <a:gd name="connsiteY3" fmla="*/ 1078945 h 1078945"/>
              <a:gd name="connsiteX0" fmla="*/ 0 w 1031323"/>
              <a:gd name="connsiteY0" fmla="*/ 1059895 h 1059895"/>
              <a:gd name="connsiteX1" fmla="*/ 1470 w 1031323"/>
              <a:gd name="connsiteY1" fmla="*/ 0 h 1059895"/>
              <a:gd name="connsiteX2" fmla="*/ 1031166 w 1031323"/>
              <a:gd name="connsiteY2" fmla="*/ 1055133 h 1059895"/>
              <a:gd name="connsiteX3" fmla="*/ 0 w 1031323"/>
              <a:gd name="connsiteY3" fmla="*/ 1059895 h 1059895"/>
            </a:gdLst>
            <a:ahLst/>
            <a:cxnLst>
              <a:cxn ang="0">
                <a:pos x="connsiteX0" y="connsiteY0"/>
              </a:cxn>
              <a:cxn ang="0">
                <a:pos x="connsiteX1" y="connsiteY1"/>
              </a:cxn>
              <a:cxn ang="0">
                <a:pos x="connsiteX2" y="connsiteY2"/>
              </a:cxn>
              <a:cxn ang="0">
                <a:pos x="connsiteX3" y="connsiteY3"/>
              </a:cxn>
            </a:cxnLst>
            <a:rect l="l" t="t" r="r" b="b"/>
            <a:pathLst>
              <a:path w="1031323" h="1059895">
                <a:moveTo>
                  <a:pt x="0" y="1059895"/>
                </a:moveTo>
                <a:cubicBezTo>
                  <a:pt x="1284" y="650874"/>
                  <a:pt x="186" y="409021"/>
                  <a:pt x="1470" y="0"/>
                </a:cubicBezTo>
                <a:cubicBezTo>
                  <a:pt x="354227" y="377112"/>
                  <a:pt x="1042740" y="1051880"/>
                  <a:pt x="1031166" y="1055133"/>
                </a:cubicBezTo>
                <a:cubicBezTo>
                  <a:pt x="1043043" y="1057517"/>
                  <a:pt x="381029" y="1059895"/>
                  <a:pt x="0" y="1059895"/>
                </a:cubicBezTo>
                <a:close/>
              </a:path>
            </a:pathLst>
          </a:custGeom>
          <a:solidFill>
            <a:schemeClr val="bg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4" name="Rectangle 11">
            <a:extLst>
              <a:ext uri="{FF2B5EF4-FFF2-40B4-BE49-F238E27FC236}">
                <a16:creationId xmlns:a16="http://schemas.microsoft.com/office/drawing/2014/main" id="{F51460D6-F294-9FEC-8A11-8E4DE73D906F}"/>
              </a:ext>
            </a:extLst>
          </p:cNvPr>
          <p:cNvSpPr/>
          <p:nvPr userDrawn="1"/>
        </p:nvSpPr>
        <p:spPr>
          <a:xfrm rot="13500000">
            <a:off x="8520150" y="3796735"/>
            <a:ext cx="233303" cy="1665631"/>
          </a:xfrm>
          <a:custGeom>
            <a:avLst/>
            <a:gdLst>
              <a:gd name="connsiteX0" fmla="*/ 0 w 185368"/>
              <a:gd name="connsiteY0" fmla="*/ 0 h 1259721"/>
              <a:gd name="connsiteX1" fmla="*/ 185368 w 185368"/>
              <a:gd name="connsiteY1" fmla="*/ 0 h 1259721"/>
              <a:gd name="connsiteX2" fmla="*/ 185368 w 185368"/>
              <a:gd name="connsiteY2" fmla="*/ 1259721 h 1259721"/>
              <a:gd name="connsiteX3" fmla="*/ 0 w 185368"/>
              <a:gd name="connsiteY3" fmla="*/ 1259721 h 1259721"/>
              <a:gd name="connsiteX4" fmla="*/ 0 w 185368"/>
              <a:gd name="connsiteY4" fmla="*/ 0 h 1259721"/>
              <a:gd name="connsiteX0" fmla="*/ 11136 w 185368"/>
              <a:gd name="connsiteY0" fmla="*/ 134862 h 1259721"/>
              <a:gd name="connsiteX1" fmla="*/ 185368 w 185368"/>
              <a:gd name="connsiteY1" fmla="*/ 0 h 1259721"/>
              <a:gd name="connsiteX2" fmla="*/ 185368 w 185368"/>
              <a:gd name="connsiteY2" fmla="*/ 1259721 h 1259721"/>
              <a:gd name="connsiteX3" fmla="*/ 0 w 185368"/>
              <a:gd name="connsiteY3" fmla="*/ 1259721 h 1259721"/>
              <a:gd name="connsiteX4" fmla="*/ 11136 w 185368"/>
              <a:gd name="connsiteY4" fmla="*/ 134862 h 1259721"/>
              <a:gd name="connsiteX0" fmla="*/ 11136 w 185368"/>
              <a:gd name="connsiteY0" fmla="*/ 221597 h 1346456"/>
              <a:gd name="connsiteX1" fmla="*/ 168470 w 185368"/>
              <a:gd name="connsiteY1" fmla="*/ 0 h 1346456"/>
              <a:gd name="connsiteX2" fmla="*/ 185368 w 185368"/>
              <a:gd name="connsiteY2" fmla="*/ 1346456 h 1346456"/>
              <a:gd name="connsiteX3" fmla="*/ 0 w 185368"/>
              <a:gd name="connsiteY3" fmla="*/ 1346456 h 1346456"/>
              <a:gd name="connsiteX4" fmla="*/ 11136 w 185368"/>
              <a:gd name="connsiteY4" fmla="*/ 221597 h 1346456"/>
              <a:gd name="connsiteX0" fmla="*/ 0 w 174232"/>
              <a:gd name="connsiteY0" fmla="*/ 221597 h 1368722"/>
              <a:gd name="connsiteX1" fmla="*/ 157334 w 174232"/>
              <a:gd name="connsiteY1" fmla="*/ 0 h 1368722"/>
              <a:gd name="connsiteX2" fmla="*/ 174232 w 174232"/>
              <a:gd name="connsiteY2" fmla="*/ 1346456 h 1368722"/>
              <a:gd name="connsiteX3" fmla="*/ 366 w 174232"/>
              <a:gd name="connsiteY3" fmla="*/ 1368722 h 1368722"/>
              <a:gd name="connsiteX4" fmla="*/ 0 w 174232"/>
              <a:gd name="connsiteY4" fmla="*/ 221597 h 1368722"/>
              <a:gd name="connsiteX0" fmla="*/ 28972 w 173866"/>
              <a:gd name="connsiteY0" fmla="*/ 283202 h 1368722"/>
              <a:gd name="connsiteX1" fmla="*/ 156968 w 173866"/>
              <a:gd name="connsiteY1" fmla="*/ 0 h 1368722"/>
              <a:gd name="connsiteX2" fmla="*/ 173866 w 173866"/>
              <a:gd name="connsiteY2" fmla="*/ 1346456 h 1368722"/>
              <a:gd name="connsiteX3" fmla="*/ 0 w 173866"/>
              <a:gd name="connsiteY3" fmla="*/ 1368722 h 1368722"/>
              <a:gd name="connsiteX4" fmla="*/ 28972 w 173866"/>
              <a:gd name="connsiteY4" fmla="*/ 283202 h 1368722"/>
              <a:gd name="connsiteX0" fmla="*/ 13460 w 173866"/>
              <a:gd name="connsiteY0" fmla="*/ 267631 h 1368722"/>
              <a:gd name="connsiteX1" fmla="*/ 156968 w 173866"/>
              <a:gd name="connsiteY1" fmla="*/ 0 h 1368722"/>
              <a:gd name="connsiteX2" fmla="*/ 173866 w 173866"/>
              <a:gd name="connsiteY2" fmla="*/ 1346456 h 1368722"/>
              <a:gd name="connsiteX3" fmla="*/ 0 w 173866"/>
              <a:gd name="connsiteY3" fmla="*/ 1368722 h 1368722"/>
              <a:gd name="connsiteX4" fmla="*/ 13460 w 173866"/>
              <a:gd name="connsiteY4" fmla="*/ 267631 h 1368722"/>
              <a:gd name="connsiteX0" fmla="*/ 13460 w 173866"/>
              <a:gd name="connsiteY0" fmla="*/ 257249 h 1358340"/>
              <a:gd name="connsiteX1" fmla="*/ 167308 w 173866"/>
              <a:gd name="connsiteY1" fmla="*/ 0 h 1358340"/>
              <a:gd name="connsiteX2" fmla="*/ 173866 w 173866"/>
              <a:gd name="connsiteY2" fmla="*/ 1336074 h 1358340"/>
              <a:gd name="connsiteX3" fmla="*/ 0 w 173866"/>
              <a:gd name="connsiteY3" fmla="*/ 1358340 h 1358340"/>
              <a:gd name="connsiteX4" fmla="*/ 13460 w 173866"/>
              <a:gd name="connsiteY4" fmla="*/ 257249 h 1358340"/>
              <a:gd name="connsiteX0" fmla="*/ 32818 w 173866"/>
              <a:gd name="connsiteY0" fmla="*/ 279771 h 1358340"/>
              <a:gd name="connsiteX1" fmla="*/ 167308 w 173866"/>
              <a:gd name="connsiteY1" fmla="*/ 0 h 1358340"/>
              <a:gd name="connsiteX2" fmla="*/ 173866 w 173866"/>
              <a:gd name="connsiteY2" fmla="*/ 1336074 h 1358340"/>
              <a:gd name="connsiteX3" fmla="*/ 0 w 173866"/>
              <a:gd name="connsiteY3" fmla="*/ 1358340 h 1358340"/>
              <a:gd name="connsiteX4" fmla="*/ 32818 w 173866"/>
              <a:gd name="connsiteY4" fmla="*/ 279771 h 1358340"/>
              <a:gd name="connsiteX0" fmla="*/ 32818 w 173866"/>
              <a:gd name="connsiteY0" fmla="*/ 269656 h 1348225"/>
              <a:gd name="connsiteX1" fmla="*/ 162520 w 173866"/>
              <a:gd name="connsiteY1" fmla="*/ -1 h 1348225"/>
              <a:gd name="connsiteX2" fmla="*/ 173866 w 173866"/>
              <a:gd name="connsiteY2" fmla="*/ 1325959 h 1348225"/>
              <a:gd name="connsiteX3" fmla="*/ 0 w 173866"/>
              <a:gd name="connsiteY3" fmla="*/ 1348225 h 1348225"/>
              <a:gd name="connsiteX4" fmla="*/ 32818 w 173866"/>
              <a:gd name="connsiteY4" fmla="*/ 269656 h 1348225"/>
              <a:gd name="connsiteX0" fmla="*/ 23240 w 164288"/>
              <a:gd name="connsiteY0" fmla="*/ 269657 h 1327995"/>
              <a:gd name="connsiteX1" fmla="*/ 152942 w 164288"/>
              <a:gd name="connsiteY1" fmla="*/ 0 h 1327995"/>
              <a:gd name="connsiteX2" fmla="*/ 164288 w 164288"/>
              <a:gd name="connsiteY2" fmla="*/ 1325960 h 1327995"/>
              <a:gd name="connsiteX3" fmla="*/ 0 w 164288"/>
              <a:gd name="connsiteY3" fmla="*/ 1327995 h 1327995"/>
              <a:gd name="connsiteX4" fmla="*/ 23240 w 164288"/>
              <a:gd name="connsiteY4" fmla="*/ 269657 h 1327995"/>
              <a:gd name="connsiteX0" fmla="*/ 23240 w 170070"/>
              <a:gd name="connsiteY0" fmla="*/ 261634 h 1319972"/>
              <a:gd name="connsiteX1" fmla="*/ 170070 w 170070"/>
              <a:gd name="connsiteY1" fmla="*/ 0 h 1319972"/>
              <a:gd name="connsiteX2" fmla="*/ 164288 w 170070"/>
              <a:gd name="connsiteY2" fmla="*/ 1317937 h 1319972"/>
              <a:gd name="connsiteX3" fmla="*/ 0 w 170070"/>
              <a:gd name="connsiteY3" fmla="*/ 1319972 h 1319972"/>
              <a:gd name="connsiteX4" fmla="*/ 23240 w 170070"/>
              <a:gd name="connsiteY4" fmla="*/ 261634 h 1319972"/>
              <a:gd name="connsiteX0" fmla="*/ 23240 w 170070"/>
              <a:gd name="connsiteY0" fmla="*/ 261634 h 1368726"/>
              <a:gd name="connsiteX1" fmla="*/ 170070 w 170070"/>
              <a:gd name="connsiteY1" fmla="*/ 0 h 1368726"/>
              <a:gd name="connsiteX2" fmla="*/ 167819 w 170070"/>
              <a:gd name="connsiteY2" fmla="*/ 1368726 h 1368726"/>
              <a:gd name="connsiteX3" fmla="*/ 0 w 170070"/>
              <a:gd name="connsiteY3" fmla="*/ 1319972 h 1368726"/>
              <a:gd name="connsiteX4" fmla="*/ 23240 w 170070"/>
              <a:gd name="connsiteY4" fmla="*/ 261634 h 1368726"/>
              <a:gd name="connsiteX0" fmla="*/ 23240 w 184789"/>
              <a:gd name="connsiteY0" fmla="*/ 261634 h 1396262"/>
              <a:gd name="connsiteX1" fmla="*/ 170070 w 184789"/>
              <a:gd name="connsiteY1" fmla="*/ 0 h 1396262"/>
              <a:gd name="connsiteX2" fmla="*/ 184648 w 184789"/>
              <a:gd name="connsiteY2" fmla="*/ 1396262 h 1396262"/>
              <a:gd name="connsiteX3" fmla="*/ 0 w 184789"/>
              <a:gd name="connsiteY3" fmla="*/ 1319972 h 1396262"/>
              <a:gd name="connsiteX4" fmla="*/ 23240 w 184789"/>
              <a:gd name="connsiteY4" fmla="*/ 261634 h 1396262"/>
              <a:gd name="connsiteX0" fmla="*/ 14074 w 184789"/>
              <a:gd name="connsiteY0" fmla="*/ 296650 h 1396262"/>
              <a:gd name="connsiteX1" fmla="*/ 170070 w 184789"/>
              <a:gd name="connsiteY1" fmla="*/ 0 h 1396262"/>
              <a:gd name="connsiteX2" fmla="*/ 184648 w 184789"/>
              <a:gd name="connsiteY2" fmla="*/ 1396262 h 1396262"/>
              <a:gd name="connsiteX3" fmla="*/ 0 w 184789"/>
              <a:gd name="connsiteY3" fmla="*/ 1319972 h 1396262"/>
              <a:gd name="connsiteX4" fmla="*/ 14074 w 184789"/>
              <a:gd name="connsiteY4" fmla="*/ 296650 h 1396262"/>
              <a:gd name="connsiteX0" fmla="*/ 22940 w 184789"/>
              <a:gd name="connsiteY0" fmla="*/ 281148 h 1396262"/>
              <a:gd name="connsiteX1" fmla="*/ 170070 w 184789"/>
              <a:gd name="connsiteY1" fmla="*/ 0 h 1396262"/>
              <a:gd name="connsiteX2" fmla="*/ 184648 w 184789"/>
              <a:gd name="connsiteY2" fmla="*/ 1396262 h 1396262"/>
              <a:gd name="connsiteX3" fmla="*/ 0 w 184789"/>
              <a:gd name="connsiteY3" fmla="*/ 1319972 h 1396262"/>
              <a:gd name="connsiteX4" fmla="*/ 22940 w 184789"/>
              <a:gd name="connsiteY4" fmla="*/ 281148 h 1396262"/>
              <a:gd name="connsiteX0" fmla="*/ 27672 w 184789"/>
              <a:gd name="connsiteY0" fmla="*/ 253884 h 1396262"/>
              <a:gd name="connsiteX1" fmla="*/ 170070 w 184789"/>
              <a:gd name="connsiteY1" fmla="*/ 0 h 1396262"/>
              <a:gd name="connsiteX2" fmla="*/ 184648 w 184789"/>
              <a:gd name="connsiteY2" fmla="*/ 1396262 h 1396262"/>
              <a:gd name="connsiteX3" fmla="*/ 0 w 184789"/>
              <a:gd name="connsiteY3" fmla="*/ 1319972 h 1396262"/>
              <a:gd name="connsiteX4" fmla="*/ 27672 w 184789"/>
              <a:gd name="connsiteY4" fmla="*/ 253884 h 1396262"/>
              <a:gd name="connsiteX0" fmla="*/ 0 w 190766"/>
              <a:gd name="connsiteY0" fmla="*/ 250212 h 1396262"/>
              <a:gd name="connsiteX1" fmla="*/ 176047 w 190766"/>
              <a:gd name="connsiteY1" fmla="*/ 0 h 1396262"/>
              <a:gd name="connsiteX2" fmla="*/ 190625 w 190766"/>
              <a:gd name="connsiteY2" fmla="*/ 1396262 h 1396262"/>
              <a:gd name="connsiteX3" fmla="*/ 5977 w 190766"/>
              <a:gd name="connsiteY3" fmla="*/ 1319972 h 1396262"/>
              <a:gd name="connsiteX4" fmla="*/ 0 w 190766"/>
              <a:gd name="connsiteY4" fmla="*/ 250212 h 1396262"/>
              <a:gd name="connsiteX0" fmla="*/ 0 w 197591"/>
              <a:gd name="connsiteY0" fmla="*/ 232644 h 1378694"/>
              <a:gd name="connsiteX1" fmla="*/ 197591 w 197591"/>
              <a:gd name="connsiteY1" fmla="*/ 0 h 1378694"/>
              <a:gd name="connsiteX2" fmla="*/ 190625 w 197591"/>
              <a:gd name="connsiteY2" fmla="*/ 1378694 h 1378694"/>
              <a:gd name="connsiteX3" fmla="*/ 5977 w 197591"/>
              <a:gd name="connsiteY3" fmla="*/ 1302404 h 1378694"/>
              <a:gd name="connsiteX4" fmla="*/ 0 w 197591"/>
              <a:gd name="connsiteY4" fmla="*/ 232644 h 1378694"/>
              <a:gd name="connsiteX0" fmla="*/ 24386 w 191715"/>
              <a:gd name="connsiteY0" fmla="*/ 197901 h 1378694"/>
              <a:gd name="connsiteX1" fmla="*/ 191715 w 191715"/>
              <a:gd name="connsiteY1" fmla="*/ 0 h 1378694"/>
              <a:gd name="connsiteX2" fmla="*/ 184749 w 191715"/>
              <a:gd name="connsiteY2" fmla="*/ 1378694 h 1378694"/>
              <a:gd name="connsiteX3" fmla="*/ 101 w 191715"/>
              <a:gd name="connsiteY3" fmla="*/ 1302404 h 1378694"/>
              <a:gd name="connsiteX4" fmla="*/ 24386 w 191715"/>
              <a:gd name="connsiteY4" fmla="*/ 197901 h 1378694"/>
              <a:gd name="connsiteX0" fmla="*/ 0 w 167329"/>
              <a:gd name="connsiteY0" fmla="*/ 197901 h 1378694"/>
              <a:gd name="connsiteX1" fmla="*/ 167329 w 167329"/>
              <a:gd name="connsiteY1" fmla="*/ 0 h 1378694"/>
              <a:gd name="connsiteX2" fmla="*/ 160363 w 167329"/>
              <a:gd name="connsiteY2" fmla="*/ 1378694 h 1378694"/>
              <a:gd name="connsiteX3" fmla="*/ 4847 w 167329"/>
              <a:gd name="connsiteY3" fmla="*/ 1254857 h 1378694"/>
              <a:gd name="connsiteX4" fmla="*/ 0 w 167329"/>
              <a:gd name="connsiteY4" fmla="*/ 197901 h 1378694"/>
              <a:gd name="connsiteX0" fmla="*/ 22856 w 190185"/>
              <a:gd name="connsiteY0" fmla="*/ 197901 h 1378694"/>
              <a:gd name="connsiteX1" fmla="*/ 190185 w 190185"/>
              <a:gd name="connsiteY1" fmla="*/ 0 h 1378694"/>
              <a:gd name="connsiteX2" fmla="*/ 183219 w 190185"/>
              <a:gd name="connsiteY2" fmla="*/ 1378694 h 1378694"/>
              <a:gd name="connsiteX3" fmla="*/ 106 w 190185"/>
              <a:gd name="connsiteY3" fmla="*/ 1244237 h 1378694"/>
              <a:gd name="connsiteX4" fmla="*/ 22856 w 190185"/>
              <a:gd name="connsiteY4" fmla="*/ 197901 h 1378694"/>
              <a:gd name="connsiteX0" fmla="*/ 22856 w 190185"/>
              <a:gd name="connsiteY0" fmla="*/ 197901 h 1378694"/>
              <a:gd name="connsiteX1" fmla="*/ 190185 w 190185"/>
              <a:gd name="connsiteY1" fmla="*/ 0 h 1378694"/>
              <a:gd name="connsiteX2" fmla="*/ 183220 w 190185"/>
              <a:gd name="connsiteY2" fmla="*/ 1378694 h 1378694"/>
              <a:gd name="connsiteX3" fmla="*/ 106 w 190185"/>
              <a:gd name="connsiteY3" fmla="*/ 1244237 h 1378694"/>
              <a:gd name="connsiteX4" fmla="*/ 22856 w 190185"/>
              <a:gd name="connsiteY4" fmla="*/ 197901 h 1378694"/>
              <a:gd name="connsiteX0" fmla="*/ 20607 w 190194"/>
              <a:gd name="connsiteY0" fmla="*/ 172292 h 1378694"/>
              <a:gd name="connsiteX1" fmla="*/ 190194 w 190194"/>
              <a:gd name="connsiteY1" fmla="*/ 0 h 1378694"/>
              <a:gd name="connsiteX2" fmla="*/ 183229 w 190194"/>
              <a:gd name="connsiteY2" fmla="*/ 1378694 h 1378694"/>
              <a:gd name="connsiteX3" fmla="*/ 115 w 190194"/>
              <a:gd name="connsiteY3" fmla="*/ 1244237 h 1378694"/>
              <a:gd name="connsiteX4" fmla="*/ 20607 w 190194"/>
              <a:gd name="connsiteY4" fmla="*/ 172292 h 1378694"/>
              <a:gd name="connsiteX0" fmla="*/ 20607 w 195117"/>
              <a:gd name="connsiteY0" fmla="*/ 192045 h 1398447"/>
              <a:gd name="connsiteX1" fmla="*/ 195117 w 195117"/>
              <a:gd name="connsiteY1" fmla="*/ 0 h 1398447"/>
              <a:gd name="connsiteX2" fmla="*/ 183229 w 195117"/>
              <a:gd name="connsiteY2" fmla="*/ 1398447 h 1398447"/>
              <a:gd name="connsiteX3" fmla="*/ 115 w 195117"/>
              <a:gd name="connsiteY3" fmla="*/ 1263990 h 1398447"/>
              <a:gd name="connsiteX4" fmla="*/ 20607 w 195117"/>
              <a:gd name="connsiteY4" fmla="*/ 192045 h 1398447"/>
              <a:gd name="connsiteX0" fmla="*/ 14590 w 195152"/>
              <a:gd name="connsiteY0" fmla="*/ 198994 h 1398447"/>
              <a:gd name="connsiteX1" fmla="*/ 195152 w 195152"/>
              <a:gd name="connsiteY1" fmla="*/ 0 h 1398447"/>
              <a:gd name="connsiteX2" fmla="*/ 183264 w 195152"/>
              <a:gd name="connsiteY2" fmla="*/ 1398447 h 1398447"/>
              <a:gd name="connsiteX3" fmla="*/ 150 w 195152"/>
              <a:gd name="connsiteY3" fmla="*/ 1263990 h 1398447"/>
              <a:gd name="connsiteX4" fmla="*/ 14590 w 195152"/>
              <a:gd name="connsiteY4" fmla="*/ 198994 h 1398447"/>
              <a:gd name="connsiteX0" fmla="*/ 14590 w 183796"/>
              <a:gd name="connsiteY0" fmla="*/ 185097 h 1384550"/>
              <a:gd name="connsiteX1" fmla="*/ 183048 w 183796"/>
              <a:gd name="connsiteY1" fmla="*/ 0 h 1384550"/>
              <a:gd name="connsiteX2" fmla="*/ 183264 w 183796"/>
              <a:gd name="connsiteY2" fmla="*/ 1384550 h 1384550"/>
              <a:gd name="connsiteX3" fmla="*/ 150 w 183796"/>
              <a:gd name="connsiteY3" fmla="*/ 1250093 h 1384550"/>
              <a:gd name="connsiteX4" fmla="*/ 14590 w 183796"/>
              <a:gd name="connsiteY4" fmla="*/ 185097 h 1384550"/>
              <a:gd name="connsiteX0" fmla="*/ 14590 w 184829"/>
              <a:gd name="connsiteY0" fmla="*/ 185097 h 1397354"/>
              <a:gd name="connsiteX1" fmla="*/ 183048 w 184829"/>
              <a:gd name="connsiteY1" fmla="*/ 0 h 1397354"/>
              <a:gd name="connsiteX2" fmla="*/ 184393 w 184829"/>
              <a:gd name="connsiteY2" fmla="*/ 1397354 h 1397354"/>
              <a:gd name="connsiteX3" fmla="*/ 150 w 184829"/>
              <a:gd name="connsiteY3" fmla="*/ 1250093 h 1397354"/>
              <a:gd name="connsiteX4" fmla="*/ 14590 w 184829"/>
              <a:gd name="connsiteY4" fmla="*/ 185097 h 1397354"/>
              <a:gd name="connsiteX0" fmla="*/ 14590 w 184492"/>
              <a:gd name="connsiteY0" fmla="*/ 202666 h 1414923"/>
              <a:gd name="connsiteX1" fmla="*/ 161504 w 184492"/>
              <a:gd name="connsiteY1" fmla="*/ 0 h 1414923"/>
              <a:gd name="connsiteX2" fmla="*/ 184393 w 184492"/>
              <a:gd name="connsiteY2" fmla="*/ 1414923 h 1414923"/>
              <a:gd name="connsiteX3" fmla="*/ 150 w 184492"/>
              <a:gd name="connsiteY3" fmla="*/ 1267662 h 1414923"/>
              <a:gd name="connsiteX4" fmla="*/ 14590 w 184492"/>
              <a:gd name="connsiteY4" fmla="*/ 202666 h 1414923"/>
              <a:gd name="connsiteX0" fmla="*/ 14590 w 184526"/>
              <a:gd name="connsiteY0" fmla="*/ 196810 h 1409067"/>
              <a:gd name="connsiteX1" fmla="*/ 168685 w 184526"/>
              <a:gd name="connsiteY1" fmla="*/ 0 h 1409067"/>
              <a:gd name="connsiteX2" fmla="*/ 184393 w 184526"/>
              <a:gd name="connsiteY2" fmla="*/ 1409067 h 1409067"/>
              <a:gd name="connsiteX3" fmla="*/ 150 w 184526"/>
              <a:gd name="connsiteY3" fmla="*/ 1261806 h 1409067"/>
              <a:gd name="connsiteX4" fmla="*/ 14590 w 184526"/>
              <a:gd name="connsiteY4" fmla="*/ 196810 h 1409067"/>
              <a:gd name="connsiteX0" fmla="*/ 712 w 184933"/>
              <a:gd name="connsiteY0" fmla="*/ 197904 h 1409067"/>
              <a:gd name="connsiteX1" fmla="*/ 169092 w 184933"/>
              <a:gd name="connsiteY1" fmla="*/ 0 h 1409067"/>
              <a:gd name="connsiteX2" fmla="*/ 184800 w 184933"/>
              <a:gd name="connsiteY2" fmla="*/ 1409067 h 1409067"/>
              <a:gd name="connsiteX3" fmla="*/ 557 w 184933"/>
              <a:gd name="connsiteY3" fmla="*/ 1261806 h 1409067"/>
              <a:gd name="connsiteX4" fmla="*/ 712 w 184933"/>
              <a:gd name="connsiteY4" fmla="*/ 197904 h 1409067"/>
              <a:gd name="connsiteX0" fmla="*/ 712 w 185008"/>
              <a:gd name="connsiteY0" fmla="*/ 205826 h 1416989"/>
              <a:gd name="connsiteX1" fmla="*/ 176532 w 185008"/>
              <a:gd name="connsiteY1" fmla="*/ 0 h 1416989"/>
              <a:gd name="connsiteX2" fmla="*/ 184800 w 185008"/>
              <a:gd name="connsiteY2" fmla="*/ 1416989 h 1416989"/>
              <a:gd name="connsiteX3" fmla="*/ 557 w 185008"/>
              <a:gd name="connsiteY3" fmla="*/ 1269728 h 1416989"/>
              <a:gd name="connsiteX4" fmla="*/ 712 w 185008"/>
              <a:gd name="connsiteY4" fmla="*/ 205826 h 1416989"/>
              <a:gd name="connsiteX0" fmla="*/ 712 w 185170"/>
              <a:gd name="connsiteY0" fmla="*/ 187888 h 1399051"/>
              <a:gd name="connsiteX1" fmla="*/ 182334 w 185170"/>
              <a:gd name="connsiteY1" fmla="*/ 0 h 1399051"/>
              <a:gd name="connsiteX2" fmla="*/ 184800 w 185170"/>
              <a:gd name="connsiteY2" fmla="*/ 1399051 h 1399051"/>
              <a:gd name="connsiteX3" fmla="*/ 557 w 185170"/>
              <a:gd name="connsiteY3" fmla="*/ 1251790 h 1399051"/>
              <a:gd name="connsiteX4" fmla="*/ 712 w 185170"/>
              <a:gd name="connsiteY4" fmla="*/ 187888 h 1399051"/>
              <a:gd name="connsiteX0" fmla="*/ 712 w 191470"/>
              <a:gd name="connsiteY0" fmla="*/ 197235 h 1408398"/>
              <a:gd name="connsiteX1" fmla="*/ 191470 w 191470"/>
              <a:gd name="connsiteY1" fmla="*/ 0 h 1408398"/>
              <a:gd name="connsiteX2" fmla="*/ 184800 w 191470"/>
              <a:gd name="connsiteY2" fmla="*/ 1408398 h 1408398"/>
              <a:gd name="connsiteX3" fmla="*/ 557 w 191470"/>
              <a:gd name="connsiteY3" fmla="*/ 1261137 h 1408398"/>
              <a:gd name="connsiteX4" fmla="*/ 712 w 191470"/>
              <a:gd name="connsiteY4" fmla="*/ 197235 h 1408398"/>
              <a:gd name="connsiteX0" fmla="*/ 712 w 205141"/>
              <a:gd name="connsiteY0" fmla="*/ 197235 h 1416020"/>
              <a:gd name="connsiteX1" fmla="*/ 191470 w 205141"/>
              <a:gd name="connsiteY1" fmla="*/ 0 h 1416020"/>
              <a:gd name="connsiteX2" fmla="*/ 204992 w 205141"/>
              <a:gd name="connsiteY2" fmla="*/ 1416020 h 1416020"/>
              <a:gd name="connsiteX3" fmla="*/ 557 w 205141"/>
              <a:gd name="connsiteY3" fmla="*/ 1261137 h 1416020"/>
              <a:gd name="connsiteX4" fmla="*/ 712 w 205141"/>
              <a:gd name="connsiteY4" fmla="*/ 197235 h 1416020"/>
              <a:gd name="connsiteX0" fmla="*/ 712 w 205183"/>
              <a:gd name="connsiteY0" fmla="*/ 149617 h 1368402"/>
              <a:gd name="connsiteX1" fmla="*/ 195553 w 205183"/>
              <a:gd name="connsiteY1" fmla="*/ 0 h 1368402"/>
              <a:gd name="connsiteX2" fmla="*/ 204992 w 205183"/>
              <a:gd name="connsiteY2" fmla="*/ 1368402 h 1368402"/>
              <a:gd name="connsiteX3" fmla="*/ 557 w 205183"/>
              <a:gd name="connsiteY3" fmla="*/ 1213519 h 1368402"/>
              <a:gd name="connsiteX4" fmla="*/ 712 w 205183"/>
              <a:gd name="connsiteY4" fmla="*/ 149617 h 1368402"/>
              <a:gd name="connsiteX0" fmla="*/ 0 w 207533"/>
              <a:gd name="connsiteY0" fmla="*/ 174342 h 1368402"/>
              <a:gd name="connsiteX1" fmla="*/ 197903 w 207533"/>
              <a:gd name="connsiteY1" fmla="*/ 0 h 1368402"/>
              <a:gd name="connsiteX2" fmla="*/ 207342 w 207533"/>
              <a:gd name="connsiteY2" fmla="*/ 1368402 h 1368402"/>
              <a:gd name="connsiteX3" fmla="*/ 2907 w 207533"/>
              <a:gd name="connsiteY3" fmla="*/ 1213519 h 1368402"/>
              <a:gd name="connsiteX4" fmla="*/ 0 w 207533"/>
              <a:gd name="connsiteY4" fmla="*/ 174342 h 1368402"/>
              <a:gd name="connsiteX0" fmla="*/ 0 w 207533"/>
              <a:gd name="connsiteY0" fmla="*/ 174342 h 1368402"/>
              <a:gd name="connsiteX1" fmla="*/ 197903 w 207533"/>
              <a:gd name="connsiteY1" fmla="*/ 0 h 1368402"/>
              <a:gd name="connsiteX2" fmla="*/ 207342 w 207533"/>
              <a:gd name="connsiteY2" fmla="*/ 1368402 h 1368402"/>
              <a:gd name="connsiteX3" fmla="*/ 2907 w 207533"/>
              <a:gd name="connsiteY3" fmla="*/ 1175058 h 1368402"/>
              <a:gd name="connsiteX4" fmla="*/ 0 w 207533"/>
              <a:gd name="connsiteY4" fmla="*/ 174342 h 1368402"/>
              <a:gd name="connsiteX0" fmla="*/ 0 w 209045"/>
              <a:gd name="connsiteY0" fmla="*/ 174342 h 1358786"/>
              <a:gd name="connsiteX1" fmla="*/ 197903 w 209045"/>
              <a:gd name="connsiteY1" fmla="*/ 0 h 1358786"/>
              <a:gd name="connsiteX2" fmla="*/ 208872 w 209045"/>
              <a:gd name="connsiteY2" fmla="*/ 1358786 h 1358786"/>
              <a:gd name="connsiteX3" fmla="*/ 2907 w 209045"/>
              <a:gd name="connsiteY3" fmla="*/ 1175058 h 1358786"/>
              <a:gd name="connsiteX4" fmla="*/ 0 w 209045"/>
              <a:gd name="connsiteY4" fmla="*/ 174342 h 1358786"/>
              <a:gd name="connsiteX0" fmla="*/ 0 w 212106"/>
              <a:gd name="connsiteY0" fmla="*/ 185331 h 1358786"/>
              <a:gd name="connsiteX1" fmla="*/ 200964 w 212106"/>
              <a:gd name="connsiteY1" fmla="*/ 0 h 1358786"/>
              <a:gd name="connsiteX2" fmla="*/ 211933 w 212106"/>
              <a:gd name="connsiteY2" fmla="*/ 1358786 h 1358786"/>
              <a:gd name="connsiteX3" fmla="*/ 5968 w 212106"/>
              <a:gd name="connsiteY3" fmla="*/ 1175058 h 1358786"/>
              <a:gd name="connsiteX4" fmla="*/ 0 w 212106"/>
              <a:gd name="connsiteY4" fmla="*/ 185331 h 135878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2106" h="1358786">
                <a:moveTo>
                  <a:pt x="0" y="185331"/>
                </a:moveTo>
                <a:cubicBezTo>
                  <a:pt x="63586" y="119586"/>
                  <a:pt x="137378" y="65745"/>
                  <a:pt x="200964" y="0"/>
                </a:cubicBezTo>
                <a:cubicBezTo>
                  <a:pt x="199037" y="439312"/>
                  <a:pt x="213860" y="919474"/>
                  <a:pt x="211933" y="1358786"/>
                </a:cubicBezTo>
                <a:lnTo>
                  <a:pt x="5968" y="1175058"/>
                </a:lnTo>
                <a:cubicBezTo>
                  <a:pt x="3976" y="818471"/>
                  <a:pt x="1992" y="541918"/>
                  <a:pt x="0" y="185331"/>
                </a:cubicBezTo>
                <a:close/>
              </a:path>
            </a:pathLst>
          </a:custGeom>
          <a:solidFill>
            <a:srgbClr val="E3061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5" name="Freeform: Shape 4">
            <a:extLst>
              <a:ext uri="{FF2B5EF4-FFF2-40B4-BE49-F238E27FC236}">
                <a16:creationId xmlns:a16="http://schemas.microsoft.com/office/drawing/2014/main" id="{D00AA2F6-9E32-1951-916C-8943096E1C7C}"/>
              </a:ext>
            </a:extLst>
          </p:cNvPr>
          <p:cNvSpPr/>
          <p:nvPr userDrawn="1"/>
        </p:nvSpPr>
        <p:spPr>
          <a:xfrm>
            <a:off x="793849" y="2927161"/>
            <a:ext cx="4330600" cy="2216851"/>
          </a:xfrm>
          <a:custGeom>
            <a:avLst/>
            <a:gdLst>
              <a:gd name="connsiteX0" fmla="*/ 0 w 7242629"/>
              <a:gd name="connsiteY0" fmla="*/ 0 h 6858000"/>
              <a:gd name="connsiteX1" fmla="*/ 7242629 w 7242629"/>
              <a:gd name="connsiteY1" fmla="*/ 6858000 h 6858000"/>
              <a:gd name="connsiteX2" fmla="*/ 2313585 w 7242629"/>
              <a:gd name="connsiteY2" fmla="*/ 6858000 h 6858000"/>
              <a:gd name="connsiteX3" fmla="*/ 0 w 7242629"/>
              <a:gd name="connsiteY3" fmla="*/ 4667280 h 6858000"/>
              <a:gd name="connsiteX0" fmla="*/ 0 w 7242629"/>
              <a:gd name="connsiteY0" fmla="*/ 0 h 6858000"/>
              <a:gd name="connsiteX1" fmla="*/ 7242629 w 7242629"/>
              <a:gd name="connsiteY1" fmla="*/ 6858000 h 6858000"/>
              <a:gd name="connsiteX2" fmla="*/ 2323185 w 7242629"/>
              <a:gd name="connsiteY2" fmla="*/ 6838800 h 6858000"/>
              <a:gd name="connsiteX3" fmla="*/ 0 w 7242629"/>
              <a:gd name="connsiteY3" fmla="*/ 4667280 h 6858000"/>
              <a:gd name="connsiteX4" fmla="*/ 0 w 7242629"/>
              <a:gd name="connsiteY4" fmla="*/ 0 h 6858000"/>
              <a:gd name="connsiteX0" fmla="*/ 0 w 7242629"/>
              <a:gd name="connsiteY0" fmla="*/ 0 h 6858000"/>
              <a:gd name="connsiteX1" fmla="*/ 3430585 w 7242629"/>
              <a:gd name="connsiteY1" fmla="*/ 3273600 h 6858000"/>
              <a:gd name="connsiteX2" fmla="*/ 7242629 w 7242629"/>
              <a:gd name="connsiteY2" fmla="*/ 6858000 h 6858000"/>
              <a:gd name="connsiteX3" fmla="*/ 2323185 w 7242629"/>
              <a:gd name="connsiteY3" fmla="*/ 6838800 h 6858000"/>
              <a:gd name="connsiteX4" fmla="*/ 0 w 7242629"/>
              <a:gd name="connsiteY4" fmla="*/ 4667280 h 6858000"/>
              <a:gd name="connsiteX5" fmla="*/ 0 w 7242629"/>
              <a:gd name="connsiteY5" fmla="*/ 0 h 6858000"/>
              <a:gd name="connsiteX0" fmla="*/ 0 w 7242629"/>
              <a:gd name="connsiteY0" fmla="*/ 0 h 6858000"/>
              <a:gd name="connsiteX1" fmla="*/ 3488185 w 7242629"/>
              <a:gd name="connsiteY1" fmla="*/ 3273600 h 6858000"/>
              <a:gd name="connsiteX2" fmla="*/ 7242629 w 7242629"/>
              <a:gd name="connsiteY2" fmla="*/ 6858000 h 6858000"/>
              <a:gd name="connsiteX3" fmla="*/ 2323185 w 7242629"/>
              <a:gd name="connsiteY3" fmla="*/ 6838800 h 6858000"/>
              <a:gd name="connsiteX4" fmla="*/ 0 w 7242629"/>
              <a:gd name="connsiteY4" fmla="*/ 4667280 h 6858000"/>
              <a:gd name="connsiteX5" fmla="*/ 0 w 7242629"/>
              <a:gd name="connsiteY5" fmla="*/ 0 h 6858000"/>
              <a:gd name="connsiteX0" fmla="*/ 0 w 7242629"/>
              <a:gd name="connsiteY0" fmla="*/ 0 h 6858000"/>
              <a:gd name="connsiteX1" fmla="*/ 3526585 w 7242629"/>
              <a:gd name="connsiteY1" fmla="*/ 3273600 h 6858000"/>
              <a:gd name="connsiteX2" fmla="*/ 7242629 w 7242629"/>
              <a:gd name="connsiteY2" fmla="*/ 6858000 h 6858000"/>
              <a:gd name="connsiteX3" fmla="*/ 2323185 w 7242629"/>
              <a:gd name="connsiteY3" fmla="*/ 6838800 h 6858000"/>
              <a:gd name="connsiteX4" fmla="*/ 0 w 7242629"/>
              <a:gd name="connsiteY4" fmla="*/ 4667280 h 6858000"/>
              <a:gd name="connsiteX5" fmla="*/ 0 w 7242629"/>
              <a:gd name="connsiteY5" fmla="*/ 0 h 6858000"/>
              <a:gd name="connsiteX0" fmla="*/ 0 w 7242629"/>
              <a:gd name="connsiteY0" fmla="*/ 0 h 6858000"/>
              <a:gd name="connsiteX1" fmla="*/ 3584185 w 7242629"/>
              <a:gd name="connsiteY1" fmla="*/ 3388800 h 6858000"/>
              <a:gd name="connsiteX2" fmla="*/ 7242629 w 7242629"/>
              <a:gd name="connsiteY2" fmla="*/ 6858000 h 6858000"/>
              <a:gd name="connsiteX3" fmla="*/ 2323185 w 7242629"/>
              <a:gd name="connsiteY3" fmla="*/ 6838800 h 6858000"/>
              <a:gd name="connsiteX4" fmla="*/ 0 w 7242629"/>
              <a:gd name="connsiteY4" fmla="*/ 4667280 h 6858000"/>
              <a:gd name="connsiteX5" fmla="*/ 0 w 7242629"/>
              <a:gd name="connsiteY5" fmla="*/ 0 h 6858000"/>
              <a:gd name="connsiteX0" fmla="*/ 0 w 7242629"/>
              <a:gd name="connsiteY0" fmla="*/ 0 h 6858000"/>
              <a:gd name="connsiteX1" fmla="*/ 3593785 w 7242629"/>
              <a:gd name="connsiteY1" fmla="*/ 3388800 h 6858000"/>
              <a:gd name="connsiteX2" fmla="*/ 7242629 w 7242629"/>
              <a:gd name="connsiteY2" fmla="*/ 6858000 h 6858000"/>
              <a:gd name="connsiteX3" fmla="*/ 2323185 w 7242629"/>
              <a:gd name="connsiteY3" fmla="*/ 6838800 h 6858000"/>
              <a:gd name="connsiteX4" fmla="*/ 0 w 7242629"/>
              <a:gd name="connsiteY4" fmla="*/ 4667280 h 6858000"/>
              <a:gd name="connsiteX5" fmla="*/ 0 w 7242629"/>
              <a:gd name="connsiteY5" fmla="*/ 0 h 6858000"/>
              <a:gd name="connsiteX0" fmla="*/ 0 w 7242629"/>
              <a:gd name="connsiteY0" fmla="*/ 0 h 6858000"/>
              <a:gd name="connsiteX1" fmla="*/ 3632185 w 7242629"/>
              <a:gd name="connsiteY1" fmla="*/ 3427200 h 6858000"/>
              <a:gd name="connsiteX2" fmla="*/ 7242629 w 7242629"/>
              <a:gd name="connsiteY2" fmla="*/ 6858000 h 6858000"/>
              <a:gd name="connsiteX3" fmla="*/ 2323185 w 7242629"/>
              <a:gd name="connsiteY3" fmla="*/ 6838800 h 6858000"/>
              <a:gd name="connsiteX4" fmla="*/ 0 w 7242629"/>
              <a:gd name="connsiteY4" fmla="*/ 4667280 h 6858000"/>
              <a:gd name="connsiteX5" fmla="*/ 0 w 7242629"/>
              <a:gd name="connsiteY5" fmla="*/ 0 h 6858000"/>
              <a:gd name="connsiteX0" fmla="*/ 0 w 7204229"/>
              <a:gd name="connsiteY0" fmla="*/ 0 h 6858000"/>
              <a:gd name="connsiteX1" fmla="*/ 3632185 w 7204229"/>
              <a:gd name="connsiteY1" fmla="*/ 3427200 h 6858000"/>
              <a:gd name="connsiteX2" fmla="*/ 7204229 w 7204229"/>
              <a:gd name="connsiteY2" fmla="*/ 6858000 h 6858000"/>
              <a:gd name="connsiteX3" fmla="*/ 2323185 w 7204229"/>
              <a:gd name="connsiteY3" fmla="*/ 6838800 h 6858000"/>
              <a:gd name="connsiteX4" fmla="*/ 0 w 7204229"/>
              <a:gd name="connsiteY4" fmla="*/ 4667280 h 6858000"/>
              <a:gd name="connsiteX5" fmla="*/ 0 w 7204229"/>
              <a:gd name="connsiteY5" fmla="*/ 0 h 6858000"/>
              <a:gd name="connsiteX0" fmla="*/ 0 w 7204229"/>
              <a:gd name="connsiteY0" fmla="*/ 0 h 6858000"/>
              <a:gd name="connsiteX1" fmla="*/ 3689785 w 7204229"/>
              <a:gd name="connsiteY1" fmla="*/ 3398400 h 6858000"/>
              <a:gd name="connsiteX2" fmla="*/ 7204229 w 7204229"/>
              <a:gd name="connsiteY2" fmla="*/ 6858000 h 6858000"/>
              <a:gd name="connsiteX3" fmla="*/ 2323185 w 7204229"/>
              <a:gd name="connsiteY3" fmla="*/ 6838800 h 6858000"/>
              <a:gd name="connsiteX4" fmla="*/ 0 w 7204229"/>
              <a:gd name="connsiteY4" fmla="*/ 4667280 h 6858000"/>
              <a:gd name="connsiteX5" fmla="*/ 0 w 7204229"/>
              <a:gd name="connsiteY5" fmla="*/ 0 h 6858000"/>
              <a:gd name="connsiteX0" fmla="*/ 0 w 7204229"/>
              <a:gd name="connsiteY0" fmla="*/ 0 h 6858000"/>
              <a:gd name="connsiteX1" fmla="*/ 3660985 w 7204229"/>
              <a:gd name="connsiteY1" fmla="*/ 3379200 h 6858000"/>
              <a:gd name="connsiteX2" fmla="*/ 7204229 w 7204229"/>
              <a:gd name="connsiteY2" fmla="*/ 6858000 h 6858000"/>
              <a:gd name="connsiteX3" fmla="*/ 2323185 w 7204229"/>
              <a:gd name="connsiteY3" fmla="*/ 6838800 h 6858000"/>
              <a:gd name="connsiteX4" fmla="*/ 0 w 7204229"/>
              <a:gd name="connsiteY4" fmla="*/ 4667280 h 6858000"/>
              <a:gd name="connsiteX5" fmla="*/ 0 w 7204229"/>
              <a:gd name="connsiteY5" fmla="*/ 0 h 6858000"/>
              <a:gd name="connsiteX0" fmla="*/ 0 w 7204229"/>
              <a:gd name="connsiteY0" fmla="*/ 0 h 6858000"/>
              <a:gd name="connsiteX1" fmla="*/ 3632185 w 7204229"/>
              <a:gd name="connsiteY1" fmla="*/ 3379200 h 6858000"/>
              <a:gd name="connsiteX2" fmla="*/ 7204229 w 7204229"/>
              <a:gd name="connsiteY2" fmla="*/ 6858000 h 6858000"/>
              <a:gd name="connsiteX3" fmla="*/ 2323185 w 7204229"/>
              <a:gd name="connsiteY3" fmla="*/ 6838800 h 6858000"/>
              <a:gd name="connsiteX4" fmla="*/ 0 w 7204229"/>
              <a:gd name="connsiteY4" fmla="*/ 4667280 h 6858000"/>
              <a:gd name="connsiteX5" fmla="*/ 0 w 7204229"/>
              <a:gd name="connsiteY5" fmla="*/ 0 h 6858000"/>
              <a:gd name="connsiteX0" fmla="*/ 0 w 7204229"/>
              <a:gd name="connsiteY0" fmla="*/ 0 h 6858000"/>
              <a:gd name="connsiteX1" fmla="*/ 857785 w 7204229"/>
              <a:gd name="connsiteY1" fmla="*/ 796800 h 6858000"/>
              <a:gd name="connsiteX2" fmla="*/ 3632185 w 7204229"/>
              <a:gd name="connsiteY2" fmla="*/ 3379200 h 6858000"/>
              <a:gd name="connsiteX3" fmla="*/ 7204229 w 7204229"/>
              <a:gd name="connsiteY3" fmla="*/ 6858000 h 6858000"/>
              <a:gd name="connsiteX4" fmla="*/ 2323185 w 7204229"/>
              <a:gd name="connsiteY4" fmla="*/ 6838800 h 6858000"/>
              <a:gd name="connsiteX5" fmla="*/ 0 w 7204229"/>
              <a:gd name="connsiteY5" fmla="*/ 4667280 h 6858000"/>
              <a:gd name="connsiteX6" fmla="*/ 0 w 7204229"/>
              <a:gd name="connsiteY6" fmla="*/ 0 h 6858000"/>
              <a:gd name="connsiteX0" fmla="*/ 0 w 7204229"/>
              <a:gd name="connsiteY0" fmla="*/ 0 h 6858000"/>
              <a:gd name="connsiteX1" fmla="*/ 1020985 w 7204229"/>
              <a:gd name="connsiteY1" fmla="*/ 969600 h 6858000"/>
              <a:gd name="connsiteX2" fmla="*/ 3632185 w 7204229"/>
              <a:gd name="connsiteY2" fmla="*/ 3379200 h 6858000"/>
              <a:gd name="connsiteX3" fmla="*/ 7204229 w 7204229"/>
              <a:gd name="connsiteY3" fmla="*/ 6858000 h 6858000"/>
              <a:gd name="connsiteX4" fmla="*/ 2323185 w 7204229"/>
              <a:gd name="connsiteY4" fmla="*/ 6838800 h 6858000"/>
              <a:gd name="connsiteX5" fmla="*/ 0 w 7204229"/>
              <a:gd name="connsiteY5" fmla="*/ 4667280 h 6858000"/>
              <a:gd name="connsiteX6" fmla="*/ 0 w 7204229"/>
              <a:gd name="connsiteY6" fmla="*/ 0 h 6858000"/>
              <a:gd name="connsiteX0" fmla="*/ 0 w 7204229"/>
              <a:gd name="connsiteY0" fmla="*/ 0 h 6858000"/>
              <a:gd name="connsiteX1" fmla="*/ 876985 w 7204229"/>
              <a:gd name="connsiteY1" fmla="*/ 1334400 h 6858000"/>
              <a:gd name="connsiteX2" fmla="*/ 3632185 w 7204229"/>
              <a:gd name="connsiteY2" fmla="*/ 3379200 h 6858000"/>
              <a:gd name="connsiteX3" fmla="*/ 7204229 w 7204229"/>
              <a:gd name="connsiteY3" fmla="*/ 6858000 h 6858000"/>
              <a:gd name="connsiteX4" fmla="*/ 2323185 w 7204229"/>
              <a:gd name="connsiteY4" fmla="*/ 6838800 h 6858000"/>
              <a:gd name="connsiteX5" fmla="*/ 0 w 7204229"/>
              <a:gd name="connsiteY5" fmla="*/ 4667280 h 6858000"/>
              <a:gd name="connsiteX6" fmla="*/ 0 w 7204229"/>
              <a:gd name="connsiteY6" fmla="*/ 0 h 6858000"/>
              <a:gd name="connsiteX0" fmla="*/ 0 w 7204229"/>
              <a:gd name="connsiteY0" fmla="*/ 0 h 6858000"/>
              <a:gd name="connsiteX1" fmla="*/ 1040185 w 7204229"/>
              <a:gd name="connsiteY1" fmla="*/ 1008000 h 6858000"/>
              <a:gd name="connsiteX2" fmla="*/ 3632185 w 7204229"/>
              <a:gd name="connsiteY2" fmla="*/ 3379200 h 6858000"/>
              <a:gd name="connsiteX3" fmla="*/ 7204229 w 7204229"/>
              <a:gd name="connsiteY3" fmla="*/ 6858000 h 6858000"/>
              <a:gd name="connsiteX4" fmla="*/ 2323185 w 7204229"/>
              <a:gd name="connsiteY4" fmla="*/ 6838800 h 6858000"/>
              <a:gd name="connsiteX5" fmla="*/ 0 w 7204229"/>
              <a:gd name="connsiteY5" fmla="*/ 4667280 h 6858000"/>
              <a:gd name="connsiteX6" fmla="*/ 0 w 7204229"/>
              <a:gd name="connsiteY6" fmla="*/ 0 h 6858000"/>
              <a:gd name="connsiteX0" fmla="*/ 0 w 7204229"/>
              <a:gd name="connsiteY0" fmla="*/ 0 h 6858000"/>
              <a:gd name="connsiteX1" fmla="*/ 963385 w 7204229"/>
              <a:gd name="connsiteY1" fmla="*/ 892800 h 6858000"/>
              <a:gd name="connsiteX2" fmla="*/ 3632185 w 7204229"/>
              <a:gd name="connsiteY2" fmla="*/ 3379200 h 6858000"/>
              <a:gd name="connsiteX3" fmla="*/ 7204229 w 7204229"/>
              <a:gd name="connsiteY3" fmla="*/ 6858000 h 6858000"/>
              <a:gd name="connsiteX4" fmla="*/ 2323185 w 7204229"/>
              <a:gd name="connsiteY4" fmla="*/ 6838800 h 6858000"/>
              <a:gd name="connsiteX5" fmla="*/ 0 w 7204229"/>
              <a:gd name="connsiteY5" fmla="*/ 4667280 h 6858000"/>
              <a:gd name="connsiteX6" fmla="*/ 0 w 7204229"/>
              <a:gd name="connsiteY6" fmla="*/ 0 h 6858000"/>
              <a:gd name="connsiteX0" fmla="*/ 0 w 7204229"/>
              <a:gd name="connsiteY0" fmla="*/ 0 h 6858000"/>
              <a:gd name="connsiteX1" fmla="*/ 972985 w 7204229"/>
              <a:gd name="connsiteY1" fmla="*/ 1104000 h 6858000"/>
              <a:gd name="connsiteX2" fmla="*/ 3632185 w 7204229"/>
              <a:gd name="connsiteY2" fmla="*/ 3379200 h 6858000"/>
              <a:gd name="connsiteX3" fmla="*/ 7204229 w 7204229"/>
              <a:gd name="connsiteY3" fmla="*/ 6858000 h 6858000"/>
              <a:gd name="connsiteX4" fmla="*/ 2323185 w 7204229"/>
              <a:gd name="connsiteY4" fmla="*/ 6838800 h 6858000"/>
              <a:gd name="connsiteX5" fmla="*/ 0 w 7204229"/>
              <a:gd name="connsiteY5" fmla="*/ 4667280 h 6858000"/>
              <a:gd name="connsiteX6" fmla="*/ 0 w 7204229"/>
              <a:gd name="connsiteY6" fmla="*/ 0 h 6858000"/>
              <a:gd name="connsiteX0" fmla="*/ 0 w 7204229"/>
              <a:gd name="connsiteY0" fmla="*/ 0 h 6858000"/>
              <a:gd name="connsiteX1" fmla="*/ 1030585 w 7204229"/>
              <a:gd name="connsiteY1" fmla="*/ 960000 h 6858000"/>
              <a:gd name="connsiteX2" fmla="*/ 3632185 w 7204229"/>
              <a:gd name="connsiteY2" fmla="*/ 3379200 h 6858000"/>
              <a:gd name="connsiteX3" fmla="*/ 7204229 w 7204229"/>
              <a:gd name="connsiteY3" fmla="*/ 6858000 h 6858000"/>
              <a:gd name="connsiteX4" fmla="*/ 2323185 w 7204229"/>
              <a:gd name="connsiteY4" fmla="*/ 6838800 h 6858000"/>
              <a:gd name="connsiteX5" fmla="*/ 0 w 7204229"/>
              <a:gd name="connsiteY5" fmla="*/ 4667280 h 6858000"/>
              <a:gd name="connsiteX6" fmla="*/ 0 w 7204229"/>
              <a:gd name="connsiteY6" fmla="*/ 0 h 6858000"/>
              <a:gd name="connsiteX0" fmla="*/ 0 w 7204229"/>
              <a:gd name="connsiteY0" fmla="*/ 0 h 6858000"/>
              <a:gd name="connsiteX1" fmla="*/ 1001785 w 7204229"/>
              <a:gd name="connsiteY1" fmla="*/ 1008000 h 6858000"/>
              <a:gd name="connsiteX2" fmla="*/ 3632185 w 7204229"/>
              <a:gd name="connsiteY2" fmla="*/ 3379200 h 6858000"/>
              <a:gd name="connsiteX3" fmla="*/ 7204229 w 7204229"/>
              <a:gd name="connsiteY3" fmla="*/ 6858000 h 6858000"/>
              <a:gd name="connsiteX4" fmla="*/ 2323185 w 7204229"/>
              <a:gd name="connsiteY4" fmla="*/ 6838800 h 6858000"/>
              <a:gd name="connsiteX5" fmla="*/ 0 w 7204229"/>
              <a:gd name="connsiteY5" fmla="*/ 4667280 h 6858000"/>
              <a:gd name="connsiteX6" fmla="*/ 0 w 7204229"/>
              <a:gd name="connsiteY6" fmla="*/ 0 h 6858000"/>
              <a:gd name="connsiteX0" fmla="*/ 0 w 7204229"/>
              <a:gd name="connsiteY0" fmla="*/ 0 h 6858000"/>
              <a:gd name="connsiteX1" fmla="*/ 992185 w 7204229"/>
              <a:gd name="connsiteY1" fmla="*/ 969600 h 6858000"/>
              <a:gd name="connsiteX2" fmla="*/ 3632185 w 7204229"/>
              <a:gd name="connsiteY2" fmla="*/ 3379200 h 6858000"/>
              <a:gd name="connsiteX3" fmla="*/ 7204229 w 7204229"/>
              <a:gd name="connsiteY3" fmla="*/ 6858000 h 6858000"/>
              <a:gd name="connsiteX4" fmla="*/ 2323185 w 7204229"/>
              <a:gd name="connsiteY4" fmla="*/ 6838800 h 6858000"/>
              <a:gd name="connsiteX5" fmla="*/ 0 w 7204229"/>
              <a:gd name="connsiteY5" fmla="*/ 4667280 h 6858000"/>
              <a:gd name="connsiteX6" fmla="*/ 0 w 7204229"/>
              <a:gd name="connsiteY6" fmla="*/ 0 h 6858000"/>
              <a:gd name="connsiteX0" fmla="*/ 9600 w 7204229"/>
              <a:gd name="connsiteY0" fmla="*/ 739200 h 5888400"/>
              <a:gd name="connsiteX1" fmla="*/ 992185 w 7204229"/>
              <a:gd name="connsiteY1" fmla="*/ 0 h 5888400"/>
              <a:gd name="connsiteX2" fmla="*/ 3632185 w 7204229"/>
              <a:gd name="connsiteY2" fmla="*/ 2409600 h 5888400"/>
              <a:gd name="connsiteX3" fmla="*/ 7204229 w 7204229"/>
              <a:gd name="connsiteY3" fmla="*/ 5888400 h 5888400"/>
              <a:gd name="connsiteX4" fmla="*/ 2323185 w 7204229"/>
              <a:gd name="connsiteY4" fmla="*/ 5869200 h 5888400"/>
              <a:gd name="connsiteX5" fmla="*/ 0 w 7204229"/>
              <a:gd name="connsiteY5" fmla="*/ 3697680 h 5888400"/>
              <a:gd name="connsiteX6" fmla="*/ 9600 w 7204229"/>
              <a:gd name="connsiteY6" fmla="*/ 739200 h 5888400"/>
              <a:gd name="connsiteX0" fmla="*/ 0 w 7194629"/>
              <a:gd name="connsiteY0" fmla="*/ 739200 h 5888400"/>
              <a:gd name="connsiteX1" fmla="*/ 982585 w 7194629"/>
              <a:gd name="connsiteY1" fmla="*/ 0 h 5888400"/>
              <a:gd name="connsiteX2" fmla="*/ 3622585 w 7194629"/>
              <a:gd name="connsiteY2" fmla="*/ 2409600 h 5888400"/>
              <a:gd name="connsiteX3" fmla="*/ 7194629 w 7194629"/>
              <a:gd name="connsiteY3" fmla="*/ 5888400 h 5888400"/>
              <a:gd name="connsiteX4" fmla="*/ 2313585 w 7194629"/>
              <a:gd name="connsiteY4" fmla="*/ 5869200 h 5888400"/>
              <a:gd name="connsiteX5" fmla="*/ 777600 w 7194629"/>
              <a:gd name="connsiteY5" fmla="*/ 4456080 h 5888400"/>
              <a:gd name="connsiteX6" fmla="*/ 0 w 7194629"/>
              <a:gd name="connsiteY6" fmla="*/ 739200 h 5888400"/>
              <a:gd name="connsiteX0" fmla="*/ 0 w 7194629"/>
              <a:gd name="connsiteY0" fmla="*/ 0 h 5149200"/>
              <a:gd name="connsiteX1" fmla="*/ 2336185 w 7194629"/>
              <a:gd name="connsiteY1" fmla="*/ 2496000 h 5149200"/>
              <a:gd name="connsiteX2" fmla="*/ 3622585 w 7194629"/>
              <a:gd name="connsiteY2" fmla="*/ 1670400 h 5149200"/>
              <a:gd name="connsiteX3" fmla="*/ 7194629 w 7194629"/>
              <a:gd name="connsiteY3" fmla="*/ 5149200 h 5149200"/>
              <a:gd name="connsiteX4" fmla="*/ 2313585 w 7194629"/>
              <a:gd name="connsiteY4" fmla="*/ 5130000 h 5149200"/>
              <a:gd name="connsiteX5" fmla="*/ 777600 w 7194629"/>
              <a:gd name="connsiteY5" fmla="*/ 3716880 h 5149200"/>
              <a:gd name="connsiteX6" fmla="*/ 0 w 7194629"/>
              <a:gd name="connsiteY6" fmla="*/ 0 h 5149200"/>
              <a:gd name="connsiteX0" fmla="*/ 0 w 7194629"/>
              <a:gd name="connsiteY0" fmla="*/ 0 h 5149200"/>
              <a:gd name="connsiteX1" fmla="*/ 3622585 w 7194629"/>
              <a:gd name="connsiteY1" fmla="*/ 1670400 h 5149200"/>
              <a:gd name="connsiteX2" fmla="*/ 7194629 w 7194629"/>
              <a:gd name="connsiteY2" fmla="*/ 5149200 h 5149200"/>
              <a:gd name="connsiteX3" fmla="*/ 2313585 w 7194629"/>
              <a:gd name="connsiteY3" fmla="*/ 5130000 h 5149200"/>
              <a:gd name="connsiteX4" fmla="*/ 777600 w 7194629"/>
              <a:gd name="connsiteY4" fmla="*/ 3716880 h 5149200"/>
              <a:gd name="connsiteX5" fmla="*/ 0 w 7194629"/>
              <a:gd name="connsiteY5" fmla="*/ 0 h 5149200"/>
              <a:gd name="connsiteX0" fmla="*/ 1737600 w 6417029"/>
              <a:gd name="connsiteY0" fmla="*/ 796800 h 3478800"/>
              <a:gd name="connsiteX1" fmla="*/ 2844985 w 6417029"/>
              <a:gd name="connsiteY1" fmla="*/ 0 h 3478800"/>
              <a:gd name="connsiteX2" fmla="*/ 6417029 w 6417029"/>
              <a:gd name="connsiteY2" fmla="*/ 3478800 h 3478800"/>
              <a:gd name="connsiteX3" fmla="*/ 1535985 w 6417029"/>
              <a:gd name="connsiteY3" fmla="*/ 3459600 h 3478800"/>
              <a:gd name="connsiteX4" fmla="*/ 0 w 6417029"/>
              <a:gd name="connsiteY4" fmla="*/ 2046480 h 3478800"/>
              <a:gd name="connsiteX5" fmla="*/ 1737600 w 6417029"/>
              <a:gd name="connsiteY5" fmla="*/ 796800 h 3478800"/>
              <a:gd name="connsiteX0" fmla="*/ 1392000 w 6417029"/>
              <a:gd name="connsiteY0" fmla="*/ 1036800 h 3478800"/>
              <a:gd name="connsiteX1" fmla="*/ 2844985 w 6417029"/>
              <a:gd name="connsiteY1" fmla="*/ 0 h 3478800"/>
              <a:gd name="connsiteX2" fmla="*/ 6417029 w 6417029"/>
              <a:gd name="connsiteY2" fmla="*/ 3478800 h 3478800"/>
              <a:gd name="connsiteX3" fmla="*/ 1535985 w 6417029"/>
              <a:gd name="connsiteY3" fmla="*/ 3459600 h 3478800"/>
              <a:gd name="connsiteX4" fmla="*/ 0 w 6417029"/>
              <a:gd name="connsiteY4" fmla="*/ 2046480 h 3478800"/>
              <a:gd name="connsiteX5" fmla="*/ 1392000 w 6417029"/>
              <a:gd name="connsiteY5" fmla="*/ 1036800 h 3478800"/>
              <a:gd name="connsiteX0" fmla="*/ 1369520 w 6394549"/>
              <a:gd name="connsiteY0" fmla="*/ 1036800 h 3478800"/>
              <a:gd name="connsiteX1" fmla="*/ 2822505 w 6394549"/>
              <a:gd name="connsiteY1" fmla="*/ 0 h 3478800"/>
              <a:gd name="connsiteX2" fmla="*/ 6394549 w 6394549"/>
              <a:gd name="connsiteY2" fmla="*/ 3478800 h 3478800"/>
              <a:gd name="connsiteX3" fmla="*/ 1513505 w 6394549"/>
              <a:gd name="connsiteY3" fmla="*/ 3459600 h 3478800"/>
              <a:gd name="connsiteX4" fmla="*/ 0 w 6394549"/>
              <a:gd name="connsiteY4" fmla="*/ 2001521 h 3478800"/>
              <a:gd name="connsiteX5" fmla="*/ 1369520 w 6394549"/>
              <a:gd name="connsiteY5" fmla="*/ 1036800 h 3478800"/>
              <a:gd name="connsiteX0" fmla="*/ 1369520 w 6394549"/>
              <a:gd name="connsiteY0" fmla="*/ 1036800 h 3482080"/>
              <a:gd name="connsiteX1" fmla="*/ 2822505 w 6394549"/>
              <a:gd name="connsiteY1" fmla="*/ 0 h 3482080"/>
              <a:gd name="connsiteX2" fmla="*/ 6394549 w 6394549"/>
              <a:gd name="connsiteY2" fmla="*/ 3478800 h 3482080"/>
              <a:gd name="connsiteX3" fmla="*/ 1513506 w 6394549"/>
              <a:gd name="connsiteY3" fmla="*/ 3482080 h 3482080"/>
              <a:gd name="connsiteX4" fmla="*/ 0 w 6394549"/>
              <a:gd name="connsiteY4" fmla="*/ 2001521 h 3482080"/>
              <a:gd name="connsiteX5" fmla="*/ 1369520 w 6394549"/>
              <a:gd name="connsiteY5" fmla="*/ 1036800 h 3482080"/>
              <a:gd name="connsiteX0" fmla="*/ 1369520 w 5826494"/>
              <a:gd name="connsiteY0" fmla="*/ 1036800 h 3482080"/>
              <a:gd name="connsiteX1" fmla="*/ 2822505 w 5826494"/>
              <a:gd name="connsiteY1" fmla="*/ 0 h 3482080"/>
              <a:gd name="connsiteX2" fmla="*/ 5826494 w 5826494"/>
              <a:gd name="connsiteY2" fmla="*/ 2934088 h 3482080"/>
              <a:gd name="connsiteX3" fmla="*/ 1513506 w 5826494"/>
              <a:gd name="connsiteY3" fmla="*/ 3482080 h 3482080"/>
              <a:gd name="connsiteX4" fmla="*/ 0 w 5826494"/>
              <a:gd name="connsiteY4" fmla="*/ 2001521 h 3482080"/>
              <a:gd name="connsiteX5" fmla="*/ 1369520 w 5826494"/>
              <a:gd name="connsiteY5" fmla="*/ 1036800 h 3482080"/>
              <a:gd name="connsiteX0" fmla="*/ 1369520 w 5826494"/>
              <a:gd name="connsiteY0" fmla="*/ 1036800 h 2945150"/>
              <a:gd name="connsiteX1" fmla="*/ 2822505 w 5826494"/>
              <a:gd name="connsiteY1" fmla="*/ 0 h 2945150"/>
              <a:gd name="connsiteX2" fmla="*/ 5826494 w 5826494"/>
              <a:gd name="connsiteY2" fmla="*/ 2934088 h 2945150"/>
              <a:gd name="connsiteX3" fmla="*/ 1427908 w 5826494"/>
              <a:gd name="connsiteY3" fmla="*/ 2945150 h 2945150"/>
              <a:gd name="connsiteX4" fmla="*/ 0 w 5826494"/>
              <a:gd name="connsiteY4" fmla="*/ 2001521 h 2945150"/>
              <a:gd name="connsiteX5" fmla="*/ 1369520 w 5826494"/>
              <a:gd name="connsiteY5" fmla="*/ 1036800 h 2945150"/>
              <a:gd name="connsiteX0" fmla="*/ 1369520 w 5826494"/>
              <a:gd name="connsiteY0" fmla="*/ 1036800 h 2945150"/>
              <a:gd name="connsiteX1" fmla="*/ 2822505 w 5826494"/>
              <a:gd name="connsiteY1" fmla="*/ 0 h 2945150"/>
              <a:gd name="connsiteX2" fmla="*/ 5826494 w 5826494"/>
              <a:gd name="connsiteY2" fmla="*/ 2934088 h 2945150"/>
              <a:gd name="connsiteX3" fmla="*/ 961012 w 5826494"/>
              <a:gd name="connsiteY3" fmla="*/ 2945150 h 2945150"/>
              <a:gd name="connsiteX4" fmla="*/ 0 w 5826494"/>
              <a:gd name="connsiteY4" fmla="*/ 2001521 h 2945150"/>
              <a:gd name="connsiteX5" fmla="*/ 1369520 w 5826494"/>
              <a:gd name="connsiteY5" fmla="*/ 1036800 h 2945150"/>
              <a:gd name="connsiteX0" fmla="*/ 1369520 w 5826494"/>
              <a:gd name="connsiteY0" fmla="*/ 1044581 h 2952931"/>
              <a:gd name="connsiteX1" fmla="*/ 2814724 w 5826494"/>
              <a:gd name="connsiteY1" fmla="*/ 0 h 2952931"/>
              <a:gd name="connsiteX2" fmla="*/ 5826494 w 5826494"/>
              <a:gd name="connsiteY2" fmla="*/ 2941869 h 2952931"/>
              <a:gd name="connsiteX3" fmla="*/ 961012 w 5826494"/>
              <a:gd name="connsiteY3" fmla="*/ 2952931 h 2952931"/>
              <a:gd name="connsiteX4" fmla="*/ 0 w 5826494"/>
              <a:gd name="connsiteY4" fmla="*/ 2009302 h 2952931"/>
              <a:gd name="connsiteX5" fmla="*/ 1369520 w 5826494"/>
              <a:gd name="connsiteY5" fmla="*/ 1044581 h 2952931"/>
              <a:gd name="connsiteX0" fmla="*/ 1369520 w 5849839"/>
              <a:gd name="connsiteY0" fmla="*/ 1044581 h 2952931"/>
              <a:gd name="connsiteX1" fmla="*/ 2814724 w 5849839"/>
              <a:gd name="connsiteY1" fmla="*/ 0 h 2952931"/>
              <a:gd name="connsiteX2" fmla="*/ 5849839 w 5849839"/>
              <a:gd name="connsiteY2" fmla="*/ 2941870 h 2952931"/>
              <a:gd name="connsiteX3" fmla="*/ 961012 w 5849839"/>
              <a:gd name="connsiteY3" fmla="*/ 2952931 h 2952931"/>
              <a:gd name="connsiteX4" fmla="*/ 0 w 5849839"/>
              <a:gd name="connsiteY4" fmla="*/ 2009302 h 2952931"/>
              <a:gd name="connsiteX5" fmla="*/ 1369520 w 5849839"/>
              <a:gd name="connsiteY5" fmla="*/ 1044581 h 2952931"/>
              <a:gd name="connsiteX0" fmla="*/ 1369520 w 5849839"/>
              <a:gd name="connsiteY0" fmla="*/ 1008453 h 2916803"/>
              <a:gd name="connsiteX1" fmla="*/ 2908659 w 5849839"/>
              <a:gd name="connsiteY1" fmla="*/ 0 h 2916803"/>
              <a:gd name="connsiteX2" fmla="*/ 5849839 w 5849839"/>
              <a:gd name="connsiteY2" fmla="*/ 2905742 h 2916803"/>
              <a:gd name="connsiteX3" fmla="*/ 961012 w 5849839"/>
              <a:gd name="connsiteY3" fmla="*/ 2916803 h 2916803"/>
              <a:gd name="connsiteX4" fmla="*/ 0 w 5849839"/>
              <a:gd name="connsiteY4" fmla="*/ 1973174 h 2916803"/>
              <a:gd name="connsiteX5" fmla="*/ 1369520 w 5849839"/>
              <a:gd name="connsiteY5" fmla="*/ 1008453 h 2916803"/>
              <a:gd name="connsiteX0" fmla="*/ 1355069 w 5849839"/>
              <a:gd name="connsiteY0" fmla="*/ 1066259 h 2916803"/>
              <a:gd name="connsiteX1" fmla="*/ 2908659 w 5849839"/>
              <a:gd name="connsiteY1" fmla="*/ 0 h 2916803"/>
              <a:gd name="connsiteX2" fmla="*/ 5849839 w 5849839"/>
              <a:gd name="connsiteY2" fmla="*/ 2905742 h 2916803"/>
              <a:gd name="connsiteX3" fmla="*/ 961012 w 5849839"/>
              <a:gd name="connsiteY3" fmla="*/ 2916803 h 2916803"/>
              <a:gd name="connsiteX4" fmla="*/ 0 w 5849839"/>
              <a:gd name="connsiteY4" fmla="*/ 1973174 h 2916803"/>
              <a:gd name="connsiteX5" fmla="*/ 1355069 w 5849839"/>
              <a:gd name="connsiteY5" fmla="*/ 1066259 h 2916803"/>
              <a:gd name="connsiteX0" fmla="*/ 1340618 w 5835388"/>
              <a:gd name="connsiteY0" fmla="*/ 1066259 h 2916803"/>
              <a:gd name="connsiteX1" fmla="*/ 2894208 w 5835388"/>
              <a:gd name="connsiteY1" fmla="*/ 0 h 2916803"/>
              <a:gd name="connsiteX2" fmla="*/ 5835388 w 5835388"/>
              <a:gd name="connsiteY2" fmla="*/ 2905742 h 2916803"/>
              <a:gd name="connsiteX3" fmla="*/ 946561 w 5835388"/>
              <a:gd name="connsiteY3" fmla="*/ 2916803 h 2916803"/>
              <a:gd name="connsiteX4" fmla="*/ 0 w 5835388"/>
              <a:gd name="connsiteY4" fmla="*/ 1929819 h 2916803"/>
              <a:gd name="connsiteX5" fmla="*/ 1340618 w 5835388"/>
              <a:gd name="connsiteY5" fmla="*/ 1066259 h 2916803"/>
              <a:gd name="connsiteX0" fmla="*/ 1340618 w 5835388"/>
              <a:gd name="connsiteY0" fmla="*/ 1066259 h 2916803"/>
              <a:gd name="connsiteX1" fmla="*/ 2894208 w 5835388"/>
              <a:gd name="connsiteY1" fmla="*/ 0 h 2916803"/>
              <a:gd name="connsiteX2" fmla="*/ 5835388 w 5835388"/>
              <a:gd name="connsiteY2" fmla="*/ 2905742 h 2916803"/>
              <a:gd name="connsiteX3" fmla="*/ 946561 w 5835388"/>
              <a:gd name="connsiteY3" fmla="*/ 2916803 h 2916803"/>
              <a:gd name="connsiteX4" fmla="*/ 0 w 5835388"/>
              <a:gd name="connsiteY4" fmla="*/ 1958723 h 2916803"/>
              <a:gd name="connsiteX5" fmla="*/ 1340618 w 5835388"/>
              <a:gd name="connsiteY5" fmla="*/ 1066259 h 2916803"/>
              <a:gd name="connsiteX0" fmla="*/ 1340618 w 5777582"/>
              <a:gd name="connsiteY0" fmla="*/ 1066259 h 2916803"/>
              <a:gd name="connsiteX1" fmla="*/ 2894208 w 5777582"/>
              <a:gd name="connsiteY1" fmla="*/ 0 h 2916803"/>
              <a:gd name="connsiteX2" fmla="*/ 5777582 w 5777582"/>
              <a:gd name="connsiteY2" fmla="*/ 2905742 h 2916803"/>
              <a:gd name="connsiteX3" fmla="*/ 946561 w 5777582"/>
              <a:gd name="connsiteY3" fmla="*/ 2916803 h 2916803"/>
              <a:gd name="connsiteX4" fmla="*/ 0 w 5777582"/>
              <a:gd name="connsiteY4" fmla="*/ 1958723 h 2916803"/>
              <a:gd name="connsiteX5" fmla="*/ 1340618 w 5777582"/>
              <a:gd name="connsiteY5" fmla="*/ 1066259 h 2916803"/>
              <a:gd name="connsiteX0" fmla="*/ 1340618 w 5828162"/>
              <a:gd name="connsiteY0" fmla="*/ 1066259 h 2916803"/>
              <a:gd name="connsiteX1" fmla="*/ 2894208 w 5828162"/>
              <a:gd name="connsiteY1" fmla="*/ 0 h 2916803"/>
              <a:gd name="connsiteX2" fmla="*/ 5828162 w 5828162"/>
              <a:gd name="connsiteY2" fmla="*/ 2912968 h 2916803"/>
              <a:gd name="connsiteX3" fmla="*/ 946561 w 5828162"/>
              <a:gd name="connsiteY3" fmla="*/ 2916803 h 2916803"/>
              <a:gd name="connsiteX4" fmla="*/ 0 w 5828162"/>
              <a:gd name="connsiteY4" fmla="*/ 1958723 h 2916803"/>
              <a:gd name="connsiteX5" fmla="*/ 1340618 w 5828162"/>
              <a:gd name="connsiteY5" fmla="*/ 1066259 h 2916803"/>
              <a:gd name="connsiteX0" fmla="*/ 0 w 5828162"/>
              <a:gd name="connsiteY0" fmla="*/ 1958723 h 2916803"/>
              <a:gd name="connsiteX1" fmla="*/ 2894208 w 5828162"/>
              <a:gd name="connsiteY1" fmla="*/ 0 h 2916803"/>
              <a:gd name="connsiteX2" fmla="*/ 5828162 w 5828162"/>
              <a:gd name="connsiteY2" fmla="*/ 2912968 h 2916803"/>
              <a:gd name="connsiteX3" fmla="*/ 946561 w 5828162"/>
              <a:gd name="connsiteY3" fmla="*/ 2916803 h 2916803"/>
              <a:gd name="connsiteX4" fmla="*/ 0 w 5828162"/>
              <a:gd name="connsiteY4" fmla="*/ 1958723 h 2916803"/>
              <a:gd name="connsiteX0" fmla="*/ 0 w 5828162"/>
              <a:gd name="connsiteY0" fmla="*/ 1938491 h 2896571"/>
              <a:gd name="connsiteX1" fmla="*/ 2904324 w 5828162"/>
              <a:gd name="connsiteY1" fmla="*/ 0 h 2896571"/>
              <a:gd name="connsiteX2" fmla="*/ 5828162 w 5828162"/>
              <a:gd name="connsiteY2" fmla="*/ 2892736 h 2896571"/>
              <a:gd name="connsiteX3" fmla="*/ 946561 w 5828162"/>
              <a:gd name="connsiteY3" fmla="*/ 2896571 h 2896571"/>
              <a:gd name="connsiteX4" fmla="*/ 0 w 5828162"/>
              <a:gd name="connsiteY4" fmla="*/ 1938491 h 2896571"/>
              <a:gd name="connsiteX0" fmla="*/ 0 w 5797814"/>
              <a:gd name="connsiteY0" fmla="*/ 1948607 h 2896571"/>
              <a:gd name="connsiteX1" fmla="*/ 2873976 w 5797814"/>
              <a:gd name="connsiteY1" fmla="*/ 0 h 2896571"/>
              <a:gd name="connsiteX2" fmla="*/ 5797814 w 5797814"/>
              <a:gd name="connsiteY2" fmla="*/ 2892736 h 2896571"/>
              <a:gd name="connsiteX3" fmla="*/ 916213 w 5797814"/>
              <a:gd name="connsiteY3" fmla="*/ 2896571 h 2896571"/>
              <a:gd name="connsiteX4" fmla="*/ 0 w 5797814"/>
              <a:gd name="connsiteY4" fmla="*/ 1948607 h 2896571"/>
              <a:gd name="connsiteX0" fmla="*/ 0 w 5797814"/>
              <a:gd name="connsiteY0" fmla="*/ 1948607 h 2937035"/>
              <a:gd name="connsiteX1" fmla="*/ 2873976 w 5797814"/>
              <a:gd name="connsiteY1" fmla="*/ 0 h 2937035"/>
              <a:gd name="connsiteX2" fmla="*/ 5797814 w 5797814"/>
              <a:gd name="connsiteY2" fmla="*/ 2892736 h 2937035"/>
              <a:gd name="connsiteX3" fmla="*/ 936446 w 5797814"/>
              <a:gd name="connsiteY3" fmla="*/ 2937035 h 2937035"/>
              <a:gd name="connsiteX4" fmla="*/ 0 w 5797814"/>
              <a:gd name="connsiteY4" fmla="*/ 1948607 h 2937035"/>
              <a:gd name="connsiteX0" fmla="*/ 0 w 5797814"/>
              <a:gd name="connsiteY0" fmla="*/ 1908143 h 2896571"/>
              <a:gd name="connsiteX1" fmla="*/ 2681771 w 5797814"/>
              <a:gd name="connsiteY1" fmla="*/ 0 h 2896571"/>
              <a:gd name="connsiteX2" fmla="*/ 5797814 w 5797814"/>
              <a:gd name="connsiteY2" fmla="*/ 2852272 h 2896571"/>
              <a:gd name="connsiteX3" fmla="*/ 936446 w 5797814"/>
              <a:gd name="connsiteY3" fmla="*/ 2896571 h 2896571"/>
              <a:gd name="connsiteX4" fmla="*/ 0 w 5797814"/>
              <a:gd name="connsiteY4" fmla="*/ 1908143 h 2896571"/>
              <a:gd name="connsiteX0" fmla="*/ 0 w 5605609"/>
              <a:gd name="connsiteY0" fmla="*/ 1908143 h 2896571"/>
              <a:gd name="connsiteX1" fmla="*/ 2681771 w 5605609"/>
              <a:gd name="connsiteY1" fmla="*/ 0 h 2896571"/>
              <a:gd name="connsiteX2" fmla="*/ 5605609 w 5605609"/>
              <a:gd name="connsiteY2" fmla="*/ 2791576 h 2896571"/>
              <a:gd name="connsiteX3" fmla="*/ 936446 w 5605609"/>
              <a:gd name="connsiteY3" fmla="*/ 2896571 h 2896571"/>
              <a:gd name="connsiteX4" fmla="*/ 0 w 5605609"/>
              <a:gd name="connsiteY4" fmla="*/ 1908143 h 2896571"/>
              <a:gd name="connsiteX0" fmla="*/ 0 w 5676421"/>
              <a:gd name="connsiteY0" fmla="*/ 1908143 h 2896571"/>
              <a:gd name="connsiteX1" fmla="*/ 2681771 w 5676421"/>
              <a:gd name="connsiteY1" fmla="*/ 0 h 2896571"/>
              <a:gd name="connsiteX2" fmla="*/ 5676421 w 5676421"/>
              <a:gd name="connsiteY2" fmla="*/ 2821925 h 2896571"/>
              <a:gd name="connsiteX3" fmla="*/ 936446 w 5676421"/>
              <a:gd name="connsiteY3" fmla="*/ 2896571 h 2896571"/>
              <a:gd name="connsiteX4" fmla="*/ 0 w 5676421"/>
              <a:gd name="connsiteY4" fmla="*/ 1908143 h 2896571"/>
              <a:gd name="connsiteX0" fmla="*/ 0 w 5676421"/>
              <a:gd name="connsiteY0" fmla="*/ 1908143 h 2896571"/>
              <a:gd name="connsiteX1" fmla="*/ 2681771 w 5676421"/>
              <a:gd name="connsiteY1" fmla="*/ 0 h 2896571"/>
              <a:gd name="connsiteX2" fmla="*/ 5676421 w 5676421"/>
              <a:gd name="connsiteY2" fmla="*/ 2842157 h 2896571"/>
              <a:gd name="connsiteX3" fmla="*/ 936446 w 5676421"/>
              <a:gd name="connsiteY3" fmla="*/ 2896571 h 2896571"/>
              <a:gd name="connsiteX4" fmla="*/ 0 w 5676421"/>
              <a:gd name="connsiteY4" fmla="*/ 1908143 h 2896571"/>
              <a:gd name="connsiteX0" fmla="*/ 0 w 5727001"/>
              <a:gd name="connsiteY0" fmla="*/ 1908143 h 2896571"/>
              <a:gd name="connsiteX1" fmla="*/ 2681771 w 5727001"/>
              <a:gd name="connsiteY1" fmla="*/ 0 h 2896571"/>
              <a:gd name="connsiteX2" fmla="*/ 5727001 w 5727001"/>
              <a:gd name="connsiteY2" fmla="*/ 2842157 h 2896571"/>
              <a:gd name="connsiteX3" fmla="*/ 936446 w 5727001"/>
              <a:gd name="connsiteY3" fmla="*/ 2896571 h 2896571"/>
              <a:gd name="connsiteX4" fmla="*/ 0 w 5727001"/>
              <a:gd name="connsiteY4" fmla="*/ 1908143 h 2896571"/>
              <a:gd name="connsiteX0" fmla="*/ 0 w 5727001"/>
              <a:gd name="connsiteY0" fmla="*/ 1908143 h 2896571"/>
              <a:gd name="connsiteX1" fmla="*/ 2681771 w 5727001"/>
              <a:gd name="connsiteY1" fmla="*/ 0 h 2896571"/>
              <a:gd name="connsiteX2" fmla="*/ 5727001 w 5727001"/>
              <a:gd name="connsiteY2" fmla="*/ 2872505 h 2896571"/>
              <a:gd name="connsiteX3" fmla="*/ 936446 w 5727001"/>
              <a:gd name="connsiteY3" fmla="*/ 2896571 h 2896571"/>
              <a:gd name="connsiteX4" fmla="*/ 0 w 5727001"/>
              <a:gd name="connsiteY4" fmla="*/ 1908143 h 2896571"/>
              <a:gd name="connsiteX0" fmla="*/ 0 w 5716885"/>
              <a:gd name="connsiteY0" fmla="*/ 1908143 h 2896571"/>
              <a:gd name="connsiteX1" fmla="*/ 2681771 w 5716885"/>
              <a:gd name="connsiteY1" fmla="*/ 0 h 2896571"/>
              <a:gd name="connsiteX2" fmla="*/ 5716885 w 5716885"/>
              <a:gd name="connsiteY2" fmla="*/ 2852273 h 2896571"/>
              <a:gd name="connsiteX3" fmla="*/ 936446 w 5716885"/>
              <a:gd name="connsiteY3" fmla="*/ 2896571 h 2896571"/>
              <a:gd name="connsiteX4" fmla="*/ 0 w 5716885"/>
              <a:gd name="connsiteY4" fmla="*/ 1908143 h 2896571"/>
              <a:gd name="connsiteX0" fmla="*/ 0 w 5716885"/>
              <a:gd name="connsiteY0" fmla="*/ 1867679 h 2856107"/>
              <a:gd name="connsiteX1" fmla="*/ 2661539 w 5716885"/>
              <a:gd name="connsiteY1" fmla="*/ 0 h 2856107"/>
              <a:gd name="connsiteX2" fmla="*/ 5716885 w 5716885"/>
              <a:gd name="connsiteY2" fmla="*/ 2811809 h 2856107"/>
              <a:gd name="connsiteX3" fmla="*/ 936446 w 5716885"/>
              <a:gd name="connsiteY3" fmla="*/ 2856107 h 2856107"/>
              <a:gd name="connsiteX4" fmla="*/ 0 w 5716885"/>
              <a:gd name="connsiteY4" fmla="*/ 1867679 h 2856107"/>
              <a:gd name="connsiteX0" fmla="*/ 0 w 5716885"/>
              <a:gd name="connsiteY0" fmla="*/ 1898027 h 2886455"/>
              <a:gd name="connsiteX1" fmla="*/ 2681771 w 5716885"/>
              <a:gd name="connsiteY1" fmla="*/ 0 h 2886455"/>
              <a:gd name="connsiteX2" fmla="*/ 5716885 w 5716885"/>
              <a:gd name="connsiteY2" fmla="*/ 2842157 h 2886455"/>
              <a:gd name="connsiteX3" fmla="*/ 936446 w 5716885"/>
              <a:gd name="connsiteY3" fmla="*/ 2886455 h 2886455"/>
              <a:gd name="connsiteX4" fmla="*/ 0 w 5716885"/>
              <a:gd name="connsiteY4" fmla="*/ 1898027 h 2886455"/>
              <a:gd name="connsiteX0" fmla="*/ 0 w 5686537"/>
              <a:gd name="connsiteY0" fmla="*/ 1948607 h 2886455"/>
              <a:gd name="connsiteX1" fmla="*/ 2651423 w 5686537"/>
              <a:gd name="connsiteY1" fmla="*/ 0 h 2886455"/>
              <a:gd name="connsiteX2" fmla="*/ 5686537 w 5686537"/>
              <a:gd name="connsiteY2" fmla="*/ 2842157 h 2886455"/>
              <a:gd name="connsiteX3" fmla="*/ 906098 w 5686537"/>
              <a:gd name="connsiteY3" fmla="*/ 2886455 h 2886455"/>
              <a:gd name="connsiteX4" fmla="*/ 0 w 5686537"/>
              <a:gd name="connsiteY4" fmla="*/ 1948607 h 2886455"/>
              <a:gd name="connsiteX0" fmla="*/ 0 w 5565144"/>
              <a:gd name="connsiteY0" fmla="*/ 2059884 h 2886455"/>
              <a:gd name="connsiteX1" fmla="*/ 2530030 w 5565144"/>
              <a:gd name="connsiteY1" fmla="*/ 0 h 2886455"/>
              <a:gd name="connsiteX2" fmla="*/ 5565144 w 5565144"/>
              <a:gd name="connsiteY2" fmla="*/ 2842157 h 2886455"/>
              <a:gd name="connsiteX3" fmla="*/ 784705 w 5565144"/>
              <a:gd name="connsiteY3" fmla="*/ 2886455 h 2886455"/>
              <a:gd name="connsiteX4" fmla="*/ 0 w 5565144"/>
              <a:gd name="connsiteY4" fmla="*/ 2059884 h 2886455"/>
              <a:gd name="connsiteX0" fmla="*/ 0 w 5585376"/>
              <a:gd name="connsiteY0" fmla="*/ 2059884 h 2886455"/>
              <a:gd name="connsiteX1" fmla="*/ 2530030 w 5585376"/>
              <a:gd name="connsiteY1" fmla="*/ 0 h 2886455"/>
              <a:gd name="connsiteX2" fmla="*/ 5585376 w 5585376"/>
              <a:gd name="connsiteY2" fmla="*/ 2862389 h 2886455"/>
              <a:gd name="connsiteX3" fmla="*/ 784705 w 5585376"/>
              <a:gd name="connsiteY3" fmla="*/ 2886455 h 2886455"/>
              <a:gd name="connsiteX4" fmla="*/ 0 w 5585376"/>
              <a:gd name="connsiteY4" fmla="*/ 2059884 h 2886455"/>
              <a:gd name="connsiteX0" fmla="*/ 0 w 5635956"/>
              <a:gd name="connsiteY0" fmla="*/ 2059884 h 2886455"/>
              <a:gd name="connsiteX1" fmla="*/ 2530030 w 5635956"/>
              <a:gd name="connsiteY1" fmla="*/ 0 h 2886455"/>
              <a:gd name="connsiteX2" fmla="*/ 5635956 w 5635956"/>
              <a:gd name="connsiteY2" fmla="*/ 2872505 h 2886455"/>
              <a:gd name="connsiteX3" fmla="*/ 784705 w 5635956"/>
              <a:gd name="connsiteY3" fmla="*/ 2886455 h 2886455"/>
              <a:gd name="connsiteX4" fmla="*/ 0 w 5635956"/>
              <a:gd name="connsiteY4" fmla="*/ 2059884 h 2886455"/>
              <a:gd name="connsiteX0" fmla="*/ 0 w 5762407"/>
              <a:gd name="connsiteY0" fmla="*/ 1899713 h 2886455"/>
              <a:gd name="connsiteX1" fmla="*/ 2656481 w 5762407"/>
              <a:gd name="connsiteY1" fmla="*/ 0 h 2886455"/>
              <a:gd name="connsiteX2" fmla="*/ 5762407 w 5762407"/>
              <a:gd name="connsiteY2" fmla="*/ 2872505 h 2886455"/>
              <a:gd name="connsiteX3" fmla="*/ 911156 w 5762407"/>
              <a:gd name="connsiteY3" fmla="*/ 2886455 h 2886455"/>
              <a:gd name="connsiteX4" fmla="*/ 0 w 5762407"/>
              <a:gd name="connsiteY4" fmla="*/ 1899713 h 2886455"/>
              <a:gd name="connsiteX0" fmla="*/ 0 w 5762407"/>
              <a:gd name="connsiteY0" fmla="*/ 1899713 h 2886455"/>
              <a:gd name="connsiteX1" fmla="*/ 2656481 w 5762407"/>
              <a:gd name="connsiteY1" fmla="*/ 0 h 2886455"/>
              <a:gd name="connsiteX2" fmla="*/ 5762407 w 5762407"/>
              <a:gd name="connsiteY2" fmla="*/ 2872505 h 2886455"/>
              <a:gd name="connsiteX3" fmla="*/ 911156 w 5762407"/>
              <a:gd name="connsiteY3" fmla="*/ 2886455 h 2886455"/>
              <a:gd name="connsiteX4" fmla="*/ 0 w 5762407"/>
              <a:gd name="connsiteY4" fmla="*/ 1899713 h 2886455"/>
              <a:gd name="connsiteX0" fmla="*/ 0 w 5769151"/>
              <a:gd name="connsiteY0" fmla="*/ 1919945 h 2886455"/>
              <a:gd name="connsiteX1" fmla="*/ 2663225 w 5769151"/>
              <a:gd name="connsiteY1" fmla="*/ 0 h 2886455"/>
              <a:gd name="connsiteX2" fmla="*/ 5769151 w 5769151"/>
              <a:gd name="connsiteY2" fmla="*/ 2872505 h 2886455"/>
              <a:gd name="connsiteX3" fmla="*/ 917900 w 5769151"/>
              <a:gd name="connsiteY3" fmla="*/ 2886455 h 2886455"/>
              <a:gd name="connsiteX4" fmla="*/ 0 w 5769151"/>
              <a:gd name="connsiteY4" fmla="*/ 1919945 h 2886455"/>
              <a:gd name="connsiteX0" fmla="*/ 0 w 5769151"/>
              <a:gd name="connsiteY0" fmla="*/ 1899713 h 2866223"/>
              <a:gd name="connsiteX1" fmla="*/ 2656482 w 5769151"/>
              <a:gd name="connsiteY1" fmla="*/ 0 h 2866223"/>
              <a:gd name="connsiteX2" fmla="*/ 5769151 w 5769151"/>
              <a:gd name="connsiteY2" fmla="*/ 2852273 h 2866223"/>
              <a:gd name="connsiteX3" fmla="*/ 917900 w 5769151"/>
              <a:gd name="connsiteY3" fmla="*/ 2866223 h 2866223"/>
              <a:gd name="connsiteX4" fmla="*/ 0 w 5769151"/>
              <a:gd name="connsiteY4" fmla="*/ 1899713 h 2866223"/>
              <a:gd name="connsiteX0" fmla="*/ 0 w 5769151"/>
              <a:gd name="connsiteY0" fmla="*/ 1899713 h 2872967"/>
              <a:gd name="connsiteX1" fmla="*/ 2656482 w 5769151"/>
              <a:gd name="connsiteY1" fmla="*/ 0 h 2872967"/>
              <a:gd name="connsiteX2" fmla="*/ 5769151 w 5769151"/>
              <a:gd name="connsiteY2" fmla="*/ 2852273 h 2872967"/>
              <a:gd name="connsiteX3" fmla="*/ 911157 w 5769151"/>
              <a:gd name="connsiteY3" fmla="*/ 2872967 h 2872967"/>
              <a:gd name="connsiteX4" fmla="*/ 0 w 5769151"/>
              <a:gd name="connsiteY4" fmla="*/ 1899713 h 2872967"/>
              <a:gd name="connsiteX0" fmla="*/ 0 w 5769151"/>
              <a:gd name="connsiteY0" fmla="*/ 1899713 h 2879711"/>
              <a:gd name="connsiteX1" fmla="*/ 2656482 w 5769151"/>
              <a:gd name="connsiteY1" fmla="*/ 0 h 2879711"/>
              <a:gd name="connsiteX2" fmla="*/ 5769151 w 5769151"/>
              <a:gd name="connsiteY2" fmla="*/ 2852273 h 2879711"/>
              <a:gd name="connsiteX3" fmla="*/ 911157 w 5769151"/>
              <a:gd name="connsiteY3" fmla="*/ 2879711 h 2879711"/>
              <a:gd name="connsiteX4" fmla="*/ 0 w 5769151"/>
              <a:gd name="connsiteY4" fmla="*/ 1899713 h 2879711"/>
              <a:gd name="connsiteX0" fmla="*/ 0 w 5769151"/>
              <a:gd name="connsiteY0" fmla="*/ 1988229 h 2968227"/>
              <a:gd name="connsiteX1" fmla="*/ 2669127 w 5769151"/>
              <a:gd name="connsiteY1" fmla="*/ 0 h 2968227"/>
              <a:gd name="connsiteX2" fmla="*/ 5769151 w 5769151"/>
              <a:gd name="connsiteY2" fmla="*/ 2940789 h 2968227"/>
              <a:gd name="connsiteX3" fmla="*/ 911157 w 5769151"/>
              <a:gd name="connsiteY3" fmla="*/ 2968227 h 2968227"/>
              <a:gd name="connsiteX4" fmla="*/ 0 w 5769151"/>
              <a:gd name="connsiteY4" fmla="*/ 1988229 h 2968227"/>
              <a:gd name="connsiteX0" fmla="*/ 0 w 5769151"/>
              <a:gd name="connsiteY0" fmla="*/ 1962939 h 2942937"/>
              <a:gd name="connsiteX1" fmla="*/ 2694417 w 5769151"/>
              <a:gd name="connsiteY1" fmla="*/ 0 h 2942937"/>
              <a:gd name="connsiteX2" fmla="*/ 5769151 w 5769151"/>
              <a:gd name="connsiteY2" fmla="*/ 2915499 h 2942937"/>
              <a:gd name="connsiteX3" fmla="*/ 911157 w 5769151"/>
              <a:gd name="connsiteY3" fmla="*/ 2942937 h 2942937"/>
              <a:gd name="connsiteX4" fmla="*/ 0 w 5769151"/>
              <a:gd name="connsiteY4" fmla="*/ 1962939 h 2942937"/>
              <a:gd name="connsiteX0" fmla="*/ 0 w 5769151"/>
              <a:gd name="connsiteY0" fmla="*/ 2013519 h 2942937"/>
              <a:gd name="connsiteX1" fmla="*/ 2694417 w 5769151"/>
              <a:gd name="connsiteY1" fmla="*/ 0 h 2942937"/>
              <a:gd name="connsiteX2" fmla="*/ 5769151 w 5769151"/>
              <a:gd name="connsiteY2" fmla="*/ 2915499 h 2942937"/>
              <a:gd name="connsiteX3" fmla="*/ 911157 w 5769151"/>
              <a:gd name="connsiteY3" fmla="*/ 2942937 h 2942937"/>
              <a:gd name="connsiteX4" fmla="*/ 0 w 5769151"/>
              <a:gd name="connsiteY4" fmla="*/ 2013519 h 2942937"/>
              <a:gd name="connsiteX0" fmla="*/ 0 w 5503605"/>
              <a:gd name="connsiteY0" fmla="*/ 2317001 h 2942937"/>
              <a:gd name="connsiteX1" fmla="*/ 2428871 w 5503605"/>
              <a:gd name="connsiteY1" fmla="*/ 0 h 2942937"/>
              <a:gd name="connsiteX2" fmla="*/ 5503605 w 5503605"/>
              <a:gd name="connsiteY2" fmla="*/ 2915499 h 2942937"/>
              <a:gd name="connsiteX3" fmla="*/ 645611 w 5503605"/>
              <a:gd name="connsiteY3" fmla="*/ 2942937 h 2942937"/>
              <a:gd name="connsiteX4" fmla="*/ 0 w 5503605"/>
              <a:gd name="connsiteY4" fmla="*/ 2317001 h 2942937"/>
              <a:gd name="connsiteX0" fmla="*/ 0 w 5503605"/>
              <a:gd name="connsiteY0" fmla="*/ 2317001 h 2942937"/>
              <a:gd name="connsiteX1" fmla="*/ 2428871 w 5503605"/>
              <a:gd name="connsiteY1" fmla="*/ 0 h 2942937"/>
              <a:gd name="connsiteX2" fmla="*/ 5503605 w 5503605"/>
              <a:gd name="connsiteY2" fmla="*/ 2915499 h 2942937"/>
              <a:gd name="connsiteX3" fmla="*/ 645611 w 5503605"/>
              <a:gd name="connsiteY3" fmla="*/ 2942937 h 2942937"/>
              <a:gd name="connsiteX4" fmla="*/ 0 w 5503605"/>
              <a:gd name="connsiteY4" fmla="*/ 2317001 h 2942937"/>
              <a:gd name="connsiteX0" fmla="*/ 0 w 5503605"/>
              <a:gd name="connsiteY0" fmla="*/ 2317001 h 2942937"/>
              <a:gd name="connsiteX1" fmla="*/ 2428871 w 5503605"/>
              <a:gd name="connsiteY1" fmla="*/ 0 h 2942937"/>
              <a:gd name="connsiteX2" fmla="*/ 5503605 w 5503605"/>
              <a:gd name="connsiteY2" fmla="*/ 2915499 h 2942937"/>
              <a:gd name="connsiteX3" fmla="*/ 860578 w 5503605"/>
              <a:gd name="connsiteY3" fmla="*/ 2942937 h 2942937"/>
              <a:gd name="connsiteX4" fmla="*/ 0 w 5503605"/>
              <a:gd name="connsiteY4" fmla="*/ 2317001 h 2942937"/>
              <a:gd name="connsiteX0" fmla="*/ 0 w 5364509"/>
              <a:gd name="connsiteY0" fmla="*/ 2215840 h 2942937"/>
              <a:gd name="connsiteX1" fmla="*/ 2289775 w 5364509"/>
              <a:gd name="connsiteY1" fmla="*/ 0 h 2942937"/>
              <a:gd name="connsiteX2" fmla="*/ 5364509 w 5364509"/>
              <a:gd name="connsiteY2" fmla="*/ 2915499 h 2942937"/>
              <a:gd name="connsiteX3" fmla="*/ 721482 w 5364509"/>
              <a:gd name="connsiteY3" fmla="*/ 2942937 h 2942937"/>
              <a:gd name="connsiteX4" fmla="*/ 0 w 5364509"/>
              <a:gd name="connsiteY4" fmla="*/ 2215840 h 2942937"/>
              <a:gd name="connsiteX0" fmla="*/ 0 w 5364509"/>
              <a:gd name="connsiteY0" fmla="*/ 2215840 h 2915499"/>
              <a:gd name="connsiteX1" fmla="*/ 2289775 w 5364509"/>
              <a:gd name="connsiteY1" fmla="*/ 0 h 2915499"/>
              <a:gd name="connsiteX2" fmla="*/ 5364509 w 5364509"/>
              <a:gd name="connsiteY2" fmla="*/ 2915499 h 2915499"/>
              <a:gd name="connsiteX3" fmla="*/ 0 w 5364509"/>
              <a:gd name="connsiteY3" fmla="*/ 2215840 h 2915499"/>
              <a:gd name="connsiteX0" fmla="*/ 0 w 5327774"/>
              <a:gd name="connsiteY0" fmla="*/ 2348085 h 2915499"/>
              <a:gd name="connsiteX1" fmla="*/ 2253040 w 5327774"/>
              <a:gd name="connsiteY1" fmla="*/ 0 h 2915499"/>
              <a:gd name="connsiteX2" fmla="*/ 5327774 w 5327774"/>
              <a:gd name="connsiteY2" fmla="*/ 2915499 h 2915499"/>
              <a:gd name="connsiteX3" fmla="*/ 0 w 5327774"/>
              <a:gd name="connsiteY3" fmla="*/ 2348085 h 2915499"/>
              <a:gd name="connsiteX0" fmla="*/ 0 w 4695932"/>
              <a:gd name="connsiteY0" fmla="*/ 2348085 h 2348085"/>
              <a:gd name="connsiteX1" fmla="*/ 2253040 w 4695932"/>
              <a:gd name="connsiteY1" fmla="*/ 0 h 2348085"/>
              <a:gd name="connsiteX2" fmla="*/ 4695932 w 4695932"/>
              <a:gd name="connsiteY2" fmla="*/ 2320392 h 2348085"/>
              <a:gd name="connsiteX3" fmla="*/ 0 w 4695932"/>
              <a:gd name="connsiteY3" fmla="*/ 2348085 h 2348085"/>
              <a:gd name="connsiteX0" fmla="*/ 0 w 4695932"/>
              <a:gd name="connsiteY0" fmla="*/ 2460076 h 2460076"/>
              <a:gd name="connsiteX1" fmla="*/ 2358807 w 4695932"/>
              <a:gd name="connsiteY1" fmla="*/ 0 h 2460076"/>
              <a:gd name="connsiteX2" fmla="*/ 4695932 w 4695932"/>
              <a:gd name="connsiteY2" fmla="*/ 2432383 h 2460076"/>
              <a:gd name="connsiteX3" fmla="*/ 0 w 4695932"/>
              <a:gd name="connsiteY3" fmla="*/ 2460076 h 2460076"/>
              <a:gd name="connsiteX0" fmla="*/ 0 w 4695932"/>
              <a:gd name="connsiteY0" fmla="*/ 2377949 h 2377949"/>
              <a:gd name="connsiteX1" fmla="*/ 2288296 w 4695932"/>
              <a:gd name="connsiteY1" fmla="*/ 0 h 2377949"/>
              <a:gd name="connsiteX2" fmla="*/ 4695932 w 4695932"/>
              <a:gd name="connsiteY2" fmla="*/ 2350256 h 2377949"/>
              <a:gd name="connsiteX3" fmla="*/ 0 w 4695932"/>
              <a:gd name="connsiteY3" fmla="*/ 2377949 h 2377949"/>
              <a:gd name="connsiteX0" fmla="*/ 0 w 4646574"/>
              <a:gd name="connsiteY0" fmla="*/ 2377949 h 2377949"/>
              <a:gd name="connsiteX1" fmla="*/ 2288296 w 4646574"/>
              <a:gd name="connsiteY1" fmla="*/ 0 h 2377949"/>
              <a:gd name="connsiteX2" fmla="*/ 4646574 w 4646574"/>
              <a:gd name="connsiteY2" fmla="*/ 2350256 h 2377949"/>
              <a:gd name="connsiteX3" fmla="*/ 0 w 4646574"/>
              <a:gd name="connsiteY3" fmla="*/ 2377949 h 2377949"/>
              <a:gd name="connsiteX0" fmla="*/ 0 w 5491143"/>
              <a:gd name="connsiteY0" fmla="*/ 2423575 h 2423575"/>
              <a:gd name="connsiteX1" fmla="*/ 3132865 w 5491143"/>
              <a:gd name="connsiteY1" fmla="*/ 0 h 2423575"/>
              <a:gd name="connsiteX2" fmla="*/ 5491143 w 5491143"/>
              <a:gd name="connsiteY2" fmla="*/ 2350256 h 2423575"/>
              <a:gd name="connsiteX3" fmla="*/ 0 w 5491143"/>
              <a:gd name="connsiteY3" fmla="*/ 2423575 h 2423575"/>
              <a:gd name="connsiteX0" fmla="*/ 0 w 5439435"/>
              <a:gd name="connsiteY0" fmla="*/ 2423575 h 2423575"/>
              <a:gd name="connsiteX1" fmla="*/ 3132865 w 5439435"/>
              <a:gd name="connsiteY1" fmla="*/ 0 h 2423575"/>
              <a:gd name="connsiteX2" fmla="*/ 5439435 w 5439435"/>
              <a:gd name="connsiteY2" fmla="*/ 2359381 h 2423575"/>
              <a:gd name="connsiteX3" fmla="*/ 0 w 5439435"/>
              <a:gd name="connsiteY3" fmla="*/ 2423575 h 2423575"/>
              <a:gd name="connsiteX0" fmla="*/ 0 w 5482525"/>
              <a:gd name="connsiteY0" fmla="*/ 2423575 h 2423575"/>
              <a:gd name="connsiteX1" fmla="*/ 3132865 w 5482525"/>
              <a:gd name="connsiteY1" fmla="*/ 0 h 2423575"/>
              <a:gd name="connsiteX2" fmla="*/ 5482525 w 5482525"/>
              <a:gd name="connsiteY2" fmla="*/ 2414133 h 2423575"/>
              <a:gd name="connsiteX3" fmla="*/ 0 w 5482525"/>
              <a:gd name="connsiteY3" fmla="*/ 2423575 h 2423575"/>
              <a:gd name="connsiteX0" fmla="*/ 0 w 5491143"/>
              <a:gd name="connsiteY0" fmla="*/ 2405325 h 2414133"/>
              <a:gd name="connsiteX1" fmla="*/ 3141483 w 5491143"/>
              <a:gd name="connsiteY1" fmla="*/ 0 h 2414133"/>
              <a:gd name="connsiteX2" fmla="*/ 5491143 w 5491143"/>
              <a:gd name="connsiteY2" fmla="*/ 2414133 h 2414133"/>
              <a:gd name="connsiteX3" fmla="*/ 0 w 5491143"/>
              <a:gd name="connsiteY3" fmla="*/ 2405325 h 2414133"/>
              <a:gd name="connsiteX0" fmla="*/ 0 w 5516997"/>
              <a:gd name="connsiteY0" fmla="*/ 2405325 h 2405325"/>
              <a:gd name="connsiteX1" fmla="*/ 3141483 w 5516997"/>
              <a:gd name="connsiteY1" fmla="*/ 0 h 2405325"/>
              <a:gd name="connsiteX2" fmla="*/ 5516997 w 5516997"/>
              <a:gd name="connsiteY2" fmla="*/ 2395882 h 2405325"/>
              <a:gd name="connsiteX3" fmla="*/ 0 w 5516997"/>
              <a:gd name="connsiteY3" fmla="*/ 2405325 h 2405325"/>
              <a:gd name="connsiteX0" fmla="*/ 0 w 5524753"/>
              <a:gd name="connsiteY0" fmla="*/ 2413538 h 2413538"/>
              <a:gd name="connsiteX1" fmla="*/ 3149239 w 5524753"/>
              <a:gd name="connsiteY1" fmla="*/ 0 h 2413538"/>
              <a:gd name="connsiteX2" fmla="*/ 5524753 w 5524753"/>
              <a:gd name="connsiteY2" fmla="*/ 2395882 h 2413538"/>
              <a:gd name="connsiteX3" fmla="*/ 0 w 5524753"/>
              <a:gd name="connsiteY3" fmla="*/ 2413538 h 2413538"/>
              <a:gd name="connsiteX0" fmla="*/ 0 w 5435258"/>
              <a:gd name="connsiteY0" fmla="*/ 2413538 h 2413538"/>
              <a:gd name="connsiteX1" fmla="*/ 3149239 w 5435258"/>
              <a:gd name="connsiteY1" fmla="*/ 0 h 2413538"/>
              <a:gd name="connsiteX2" fmla="*/ 5435258 w 5435258"/>
              <a:gd name="connsiteY2" fmla="*/ 2370611 h 2413538"/>
              <a:gd name="connsiteX3" fmla="*/ 0 w 5435258"/>
              <a:gd name="connsiteY3" fmla="*/ 2413538 h 2413538"/>
              <a:gd name="connsiteX0" fmla="*/ 0 w 5314114"/>
              <a:gd name="connsiteY0" fmla="*/ 2413538 h 2413538"/>
              <a:gd name="connsiteX1" fmla="*/ 3149239 w 5314114"/>
              <a:gd name="connsiteY1" fmla="*/ 0 h 2413538"/>
              <a:gd name="connsiteX2" fmla="*/ 5314114 w 5314114"/>
              <a:gd name="connsiteY2" fmla="*/ 2257604 h 2413538"/>
              <a:gd name="connsiteX3" fmla="*/ 0 w 5314114"/>
              <a:gd name="connsiteY3" fmla="*/ 2413538 h 2413538"/>
              <a:gd name="connsiteX0" fmla="*/ 0 w 5206430"/>
              <a:gd name="connsiteY0" fmla="*/ 2277929 h 2277929"/>
              <a:gd name="connsiteX1" fmla="*/ 3041555 w 5206430"/>
              <a:gd name="connsiteY1" fmla="*/ 0 h 2277929"/>
              <a:gd name="connsiteX2" fmla="*/ 5206430 w 5206430"/>
              <a:gd name="connsiteY2" fmla="*/ 2257604 h 2277929"/>
              <a:gd name="connsiteX3" fmla="*/ 0 w 5206430"/>
              <a:gd name="connsiteY3" fmla="*/ 2277929 h 2277929"/>
              <a:gd name="connsiteX0" fmla="*/ 0 w 5219891"/>
              <a:gd name="connsiteY0" fmla="*/ 2277929 h 2277929"/>
              <a:gd name="connsiteX1" fmla="*/ 3041555 w 5219891"/>
              <a:gd name="connsiteY1" fmla="*/ 0 h 2277929"/>
              <a:gd name="connsiteX2" fmla="*/ 5219891 w 5219891"/>
              <a:gd name="connsiteY2" fmla="*/ 2257604 h 2277929"/>
              <a:gd name="connsiteX3" fmla="*/ 0 w 5219891"/>
              <a:gd name="connsiteY3" fmla="*/ 2277929 h 2277929"/>
              <a:gd name="connsiteX0" fmla="*/ 0 w 5246811"/>
              <a:gd name="connsiteY0" fmla="*/ 2277929 h 2277929"/>
              <a:gd name="connsiteX1" fmla="*/ 3041555 w 5246811"/>
              <a:gd name="connsiteY1" fmla="*/ 0 h 2277929"/>
              <a:gd name="connsiteX2" fmla="*/ 5246811 w 5246811"/>
              <a:gd name="connsiteY2" fmla="*/ 2257604 h 2277929"/>
              <a:gd name="connsiteX3" fmla="*/ 0 w 5246811"/>
              <a:gd name="connsiteY3" fmla="*/ 2277929 h 2277929"/>
              <a:gd name="connsiteX0" fmla="*/ 0 w 5246811"/>
              <a:gd name="connsiteY0" fmla="*/ 2284743 h 2284743"/>
              <a:gd name="connsiteX1" fmla="*/ 3041555 w 5246811"/>
              <a:gd name="connsiteY1" fmla="*/ 0 h 2284743"/>
              <a:gd name="connsiteX2" fmla="*/ 5246811 w 5246811"/>
              <a:gd name="connsiteY2" fmla="*/ 2264418 h 2284743"/>
              <a:gd name="connsiteX3" fmla="*/ 0 w 5246811"/>
              <a:gd name="connsiteY3" fmla="*/ 2284743 h 2284743"/>
              <a:gd name="connsiteX0" fmla="*/ 0 w 5222463"/>
              <a:gd name="connsiteY0" fmla="*/ 2298370 h 2298370"/>
              <a:gd name="connsiteX1" fmla="*/ 3017207 w 5222463"/>
              <a:gd name="connsiteY1" fmla="*/ 0 h 2298370"/>
              <a:gd name="connsiteX2" fmla="*/ 5222463 w 5222463"/>
              <a:gd name="connsiteY2" fmla="*/ 2264418 h 2298370"/>
              <a:gd name="connsiteX3" fmla="*/ 0 w 5222463"/>
              <a:gd name="connsiteY3" fmla="*/ 2298370 h 2298370"/>
              <a:gd name="connsiteX0" fmla="*/ 0 w 5198115"/>
              <a:gd name="connsiteY0" fmla="*/ 2298370 h 2298370"/>
              <a:gd name="connsiteX1" fmla="*/ 3017207 w 5198115"/>
              <a:gd name="connsiteY1" fmla="*/ 0 h 2298370"/>
              <a:gd name="connsiteX2" fmla="*/ 5198115 w 5198115"/>
              <a:gd name="connsiteY2" fmla="*/ 2271232 h 2298370"/>
              <a:gd name="connsiteX3" fmla="*/ 0 w 5198115"/>
              <a:gd name="connsiteY3" fmla="*/ 2298370 h 2298370"/>
              <a:gd name="connsiteX0" fmla="*/ 0 w 5198115"/>
              <a:gd name="connsiteY0" fmla="*/ 2293222 h 2293222"/>
              <a:gd name="connsiteX1" fmla="*/ 2998811 w 5198115"/>
              <a:gd name="connsiteY1" fmla="*/ 0 h 2293222"/>
              <a:gd name="connsiteX2" fmla="*/ 5198115 w 5198115"/>
              <a:gd name="connsiteY2" fmla="*/ 2266084 h 2293222"/>
              <a:gd name="connsiteX3" fmla="*/ 0 w 5198115"/>
              <a:gd name="connsiteY3" fmla="*/ 2293222 h 2293222"/>
              <a:gd name="connsiteX0" fmla="*/ 0 w 5198115"/>
              <a:gd name="connsiteY0" fmla="*/ 2293222 h 2293222"/>
              <a:gd name="connsiteX1" fmla="*/ 2998811 w 5198115"/>
              <a:gd name="connsiteY1" fmla="*/ 0 h 2293222"/>
              <a:gd name="connsiteX2" fmla="*/ 5198115 w 5198115"/>
              <a:gd name="connsiteY2" fmla="*/ 2255788 h 2293222"/>
              <a:gd name="connsiteX3" fmla="*/ 0 w 5198115"/>
              <a:gd name="connsiteY3" fmla="*/ 2293222 h 2293222"/>
              <a:gd name="connsiteX0" fmla="*/ 0 w 5179719"/>
              <a:gd name="connsiteY0" fmla="*/ 2293222 h 2293222"/>
              <a:gd name="connsiteX1" fmla="*/ 2998811 w 5179719"/>
              <a:gd name="connsiteY1" fmla="*/ 0 h 2293222"/>
              <a:gd name="connsiteX2" fmla="*/ 5179719 w 5179719"/>
              <a:gd name="connsiteY2" fmla="*/ 2255788 h 2293222"/>
              <a:gd name="connsiteX3" fmla="*/ 0 w 5179719"/>
              <a:gd name="connsiteY3" fmla="*/ 2293222 h 2293222"/>
              <a:gd name="connsiteX0" fmla="*/ 0 w 5210379"/>
              <a:gd name="connsiteY0" fmla="*/ 2293222 h 2293222"/>
              <a:gd name="connsiteX1" fmla="*/ 2998811 w 5210379"/>
              <a:gd name="connsiteY1" fmla="*/ 0 h 2293222"/>
              <a:gd name="connsiteX2" fmla="*/ 5210379 w 5210379"/>
              <a:gd name="connsiteY2" fmla="*/ 2255788 h 2293222"/>
              <a:gd name="connsiteX3" fmla="*/ 0 w 5210379"/>
              <a:gd name="connsiteY3" fmla="*/ 2293222 h 2293222"/>
              <a:gd name="connsiteX0" fmla="*/ 0 w 5165070"/>
              <a:gd name="connsiteY0" fmla="*/ 2254611 h 2255788"/>
              <a:gd name="connsiteX1" fmla="*/ 2953502 w 5165070"/>
              <a:gd name="connsiteY1" fmla="*/ 0 h 2255788"/>
              <a:gd name="connsiteX2" fmla="*/ 5165070 w 5165070"/>
              <a:gd name="connsiteY2" fmla="*/ 2255788 h 2255788"/>
              <a:gd name="connsiteX3" fmla="*/ 0 w 5165070"/>
              <a:gd name="connsiteY3" fmla="*/ 2254611 h 2255788"/>
              <a:gd name="connsiteX0" fmla="*/ 0 w 5138640"/>
              <a:gd name="connsiteY0" fmla="*/ 2241741 h 2255788"/>
              <a:gd name="connsiteX1" fmla="*/ 2927072 w 5138640"/>
              <a:gd name="connsiteY1" fmla="*/ 0 h 2255788"/>
              <a:gd name="connsiteX2" fmla="*/ 5138640 w 5138640"/>
              <a:gd name="connsiteY2" fmla="*/ 2255788 h 2255788"/>
              <a:gd name="connsiteX3" fmla="*/ 0 w 5138640"/>
              <a:gd name="connsiteY3" fmla="*/ 2241741 h 2255788"/>
              <a:gd name="connsiteX0" fmla="*/ 0 w 5149967"/>
              <a:gd name="connsiteY0" fmla="*/ 2251394 h 2255788"/>
              <a:gd name="connsiteX1" fmla="*/ 2938399 w 5149967"/>
              <a:gd name="connsiteY1" fmla="*/ 0 h 2255788"/>
              <a:gd name="connsiteX2" fmla="*/ 5149967 w 5149967"/>
              <a:gd name="connsiteY2" fmla="*/ 2255788 h 2255788"/>
              <a:gd name="connsiteX3" fmla="*/ 0 w 5149967"/>
              <a:gd name="connsiteY3" fmla="*/ 2251394 h 2255788"/>
              <a:gd name="connsiteX0" fmla="*/ 0 w 5161294"/>
              <a:gd name="connsiteY0" fmla="*/ 2251394 h 2255788"/>
              <a:gd name="connsiteX1" fmla="*/ 2949726 w 5161294"/>
              <a:gd name="connsiteY1" fmla="*/ 0 h 2255788"/>
              <a:gd name="connsiteX2" fmla="*/ 5161294 w 5161294"/>
              <a:gd name="connsiteY2" fmla="*/ 2255788 h 2255788"/>
              <a:gd name="connsiteX3" fmla="*/ 0 w 5161294"/>
              <a:gd name="connsiteY3" fmla="*/ 2251394 h 2255788"/>
              <a:gd name="connsiteX0" fmla="*/ 0 w 5161294"/>
              <a:gd name="connsiteY0" fmla="*/ 2246568 h 2250962"/>
              <a:gd name="connsiteX1" fmla="*/ 2955391 w 5161294"/>
              <a:gd name="connsiteY1" fmla="*/ 0 h 2250962"/>
              <a:gd name="connsiteX2" fmla="*/ 5161294 w 5161294"/>
              <a:gd name="connsiteY2" fmla="*/ 2250962 h 2250962"/>
              <a:gd name="connsiteX3" fmla="*/ 0 w 5161294"/>
              <a:gd name="connsiteY3" fmla="*/ 2246568 h 2250962"/>
              <a:gd name="connsiteX0" fmla="*/ 0 w 5149967"/>
              <a:gd name="connsiteY0" fmla="*/ 2246568 h 2246568"/>
              <a:gd name="connsiteX1" fmla="*/ 2955391 w 5149967"/>
              <a:gd name="connsiteY1" fmla="*/ 0 h 2246568"/>
              <a:gd name="connsiteX2" fmla="*/ 5149967 w 5149967"/>
              <a:gd name="connsiteY2" fmla="*/ 2243722 h 2246568"/>
              <a:gd name="connsiteX3" fmla="*/ 0 w 5149967"/>
              <a:gd name="connsiteY3" fmla="*/ 2246568 h 2246568"/>
            </a:gdLst>
            <a:ahLst/>
            <a:cxnLst>
              <a:cxn ang="0">
                <a:pos x="connsiteX0" y="connsiteY0"/>
              </a:cxn>
              <a:cxn ang="0">
                <a:pos x="connsiteX1" y="connsiteY1"/>
              </a:cxn>
              <a:cxn ang="0">
                <a:pos x="connsiteX2" y="connsiteY2"/>
              </a:cxn>
              <a:cxn ang="0">
                <a:pos x="connsiteX3" y="connsiteY3"/>
              </a:cxn>
            </a:cxnLst>
            <a:rect l="l" t="t" r="r" b="b"/>
            <a:pathLst>
              <a:path w="5149967" h="2246568">
                <a:moveTo>
                  <a:pt x="0" y="2246568"/>
                </a:moveTo>
                <a:lnTo>
                  <a:pt x="2955391" y="0"/>
                </a:lnTo>
                <a:lnTo>
                  <a:pt x="5149967" y="2243722"/>
                </a:lnTo>
                <a:lnTo>
                  <a:pt x="0" y="2246568"/>
                </a:lnTo>
                <a:close/>
              </a:path>
            </a:pathLst>
          </a:custGeom>
          <a:solidFill>
            <a:schemeClr val="bg1">
              <a:lumMod val="85000"/>
              <a:alpha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en-ID" sz="1050" b="1" dirty="0"/>
              <a:t> </a:t>
            </a:r>
          </a:p>
        </p:txBody>
      </p:sp>
    </p:spTree>
    <p:extLst>
      <p:ext uri="{BB962C8B-B14F-4D97-AF65-F5344CB8AC3E}">
        <p14:creationId xmlns:p14="http://schemas.microsoft.com/office/powerpoint/2010/main" val="136870780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45696CA4-4CD9-ADEB-0D40-817C74839A60}"/>
              </a:ext>
            </a:extLst>
          </p:cNvPr>
          <p:cNvSpPr/>
          <p:nvPr userDrawn="1"/>
        </p:nvSpPr>
        <p:spPr>
          <a:xfrm>
            <a:off x="0" y="0"/>
            <a:ext cx="1846273" cy="15879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3" name="Slide Number Placeholder 2">
            <a:extLst>
              <a:ext uri="{FF2B5EF4-FFF2-40B4-BE49-F238E27FC236}">
                <a16:creationId xmlns:a16="http://schemas.microsoft.com/office/drawing/2014/main" id="{7DC3A42F-A100-4267-B0C5-30674F6B5161}"/>
              </a:ext>
            </a:extLst>
          </p:cNvPr>
          <p:cNvSpPr>
            <a:spLocks noGrp="1"/>
          </p:cNvSpPr>
          <p:nvPr>
            <p:ph type="sldNum" sz="quarter" idx="10"/>
          </p:nvPr>
        </p:nvSpPr>
        <p:spPr/>
        <p:txBody>
          <a:bodyPr/>
          <a:lstStyle/>
          <a:p>
            <a:fld id="{C7120256-B2A0-445F-BB88-554FE8156F70}" type="slidenum">
              <a:rPr lang="en-GB" smtClean="0"/>
              <a:pPr/>
              <a:t>‹#›</a:t>
            </a:fld>
            <a:endParaRPr lang="en-GB" dirty="0"/>
          </a:p>
        </p:txBody>
      </p:sp>
      <p:grpSp>
        <p:nvGrpSpPr>
          <p:cNvPr id="5" name="Group 4">
            <a:extLst>
              <a:ext uri="{FF2B5EF4-FFF2-40B4-BE49-F238E27FC236}">
                <a16:creationId xmlns:a16="http://schemas.microsoft.com/office/drawing/2014/main" id="{EA1FA899-07F6-4944-8913-0A493C90B3EB}"/>
              </a:ext>
            </a:extLst>
          </p:cNvPr>
          <p:cNvGrpSpPr/>
          <p:nvPr userDrawn="1"/>
        </p:nvGrpSpPr>
        <p:grpSpPr>
          <a:xfrm>
            <a:off x="0" y="0"/>
            <a:ext cx="9144000" cy="72571"/>
            <a:chOff x="0" y="1"/>
            <a:chExt cx="9144000" cy="50138"/>
          </a:xfrm>
        </p:grpSpPr>
        <p:sp>
          <p:nvSpPr>
            <p:cNvPr id="6" name="Rectangle 5">
              <a:extLst>
                <a:ext uri="{FF2B5EF4-FFF2-40B4-BE49-F238E27FC236}">
                  <a16:creationId xmlns:a16="http://schemas.microsoft.com/office/drawing/2014/main" id="{CEFC7CF3-9D76-4F23-B763-0164508F1F83}"/>
                </a:ext>
              </a:extLst>
            </p:cNvPr>
            <p:cNvSpPr/>
            <p:nvPr userDrawn="1"/>
          </p:nvSpPr>
          <p:spPr>
            <a:xfrm>
              <a:off x="0" y="1"/>
              <a:ext cx="4572000" cy="50138"/>
            </a:xfrm>
            <a:prstGeom prst="rect">
              <a:avLst/>
            </a:prstGeom>
            <a:solidFill>
              <a:srgbClr val="16419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7" name="Rectangle 6">
              <a:extLst>
                <a:ext uri="{FF2B5EF4-FFF2-40B4-BE49-F238E27FC236}">
                  <a16:creationId xmlns:a16="http://schemas.microsoft.com/office/drawing/2014/main" id="{6E4E75D5-4A63-4F8D-A146-B13A94C724DD}"/>
                </a:ext>
              </a:extLst>
            </p:cNvPr>
            <p:cNvSpPr/>
            <p:nvPr userDrawn="1"/>
          </p:nvSpPr>
          <p:spPr>
            <a:xfrm>
              <a:off x="4572000" y="1"/>
              <a:ext cx="4572000" cy="50138"/>
            </a:xfrm>
            <a:prstGeom prst="rect">
              <a:avLst/>
            </a:prstGeom>
            <a:solidFill>
              <a:srgbClr val="E3061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grpSp>
      <p:cxnSp>
        <p:nvCxnSpPr>
          <p:cNvPr id="9" name="Straight Connector 8">
            <a:extLst>
              <a:ext uri="{FF2B5EF4-FFF2-40B4-BE49-F238E27FC236}">
                <a16:creationId xmlns:a16="http://schemas.microsoft.com/office/drawing/2014/main" id="{CF5A2781-BE08-4327-921E-571F908F9798}"/>
              </a:ext>
            </a:extLst>
          </p:cNvPr>
          <p:cNvCxnSpPr>
            <a:cxnSpLocks/>
          </p:cNvCxnSpPr>
          <p:nvPr userDrawn="1"/>
        </p:nvCxnSpPr>
        <p:spPr>
          <a:xfrm>
            <a:off x="209655" y="4946161"/>
            <a:ext cx="8724690" cy="0"/>
          </a:xfrm>
          <a:prstGeom prst="line">
            <a:avLst/>
          </a:prstGeom>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376726456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Plain Text">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3EEA6FB6-3017-FFE5-C8CB-1E25005A0070}"/>
              </a:ext>
            </a:extLst>
          </p:cNvPr>
          <p:cNvSpPr/>
          <p:nvPr userDrawn="1"/>
        </p:nvSpPr>
        <p:spPr>
          <a:xfrm>
            <a:off x="0" y="0"/>
            <a:ext cx="1846273" cy="15879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cxnSp>
        <p:nvCxnSpPr>
          <p:cNvPr id="13" name="Straight Connector 12">
            <a:extLst>
              <a:ext uri="{FF2B5EF4-FFF2-40B4-BE49-F238E27FC236}">
                <a16:creationId xmlns:a16="http://schemas.microsoft.com/office/drawing/2014/main" id="{D264D274-068C-47EB-B789-F5698A3DD60B}"/>
              </a:ext>
            </a:extLst>
          </p:cNvPr>
          <p:cNvCxnSpPr>
            <a:cxnSpLocks/>
          </p:cNvCxnSpPr>
          <p:nvPr userDrawn="1"/>
        </p:nvCxnSpPr>
        <p:spPr>
          <a:xfrm>
            <a:off x="209655" y="4946161"/>
            <a:ext cx="8724690" cy="0"/>
          </a:xfrm>
          <a:prstGeom prst="line">
            <a:avLst/>
          </a:prstGeom>
        </p:spPr>
        <p:style>
          <a:lnRef idx="1">
            <a:schemeClr val="dk1"/>
          </a:lnRef>
          <a:fillRef idx="0">
            <a:schemeClr val="dk1"/>
          </a:fillRef>
          <a:effectRef idx="0">
            <a:schemeClr val="dk1"/>
          </a:effectRef>
          <a:fontRef idx="minor">
            <a:schemeClr val="tx1"/>
          </a:fontRef>
        </p:style>
      </p:cxnSp>
      <p:sp>
        <p:nvSpPr>
          <p:cNvPr id="2" name="Slide Number Placeholder 1">
            <a:extLst>
              <a:ext uri="{FF2B5EF4-FFF2-40B4-BE49-F238E27FC236}">
                <a16:creationId xmlns:a16="http://schemas.microsoft.com/office/drawing/2014/main" id="{D7AFB620-18D1-4649-93A3-941BC5B438AF}"/>
              </a:ext>
            </a:extLst>
          </p:cNvPr>
          <p:cNvSpPr>
            <a:spLocks noGrp="1"/>
          </p:cNvSpPr>
          <p:nvPr>
            <p:ph type="sldNum" sz="quarter" idx="11"/>
          </p:nvPr>
        </p:nvSpPr>
        <p:spPr/>
        <p:txBody>
          <a:bodyPr/>
          <a:lstStyle/>
          <a:p>
            <a:fld id="{C7120256-B2A0-445F-BB88-554FE8156F70}" type="slidenum">
              <a:rPr lang="en-GB" smtClean="0"/>
              <a:pPr/>
              <a:t>‹#›</a:t>
            </a:fld>
            <a:endParaRPr lang="en-GB" dirty="0"/>
          </a:p>
        </p:txBody>
      </p:sp>
      <p:grpSp>
        <p:nvGrpSpPr>
          <p:cNvPr id="14" name="Group 13">
            <a:extLst>
              <a:ext uri="{FF2B5EF4-FFF2-40B4-BE49-F238E27FC236}">
                <a16:creationId xmlns:a16="http://schemas.microsoft.com/office/drawing/2014/main" id="{76028BF8-8E69-4B68-B71A-E924916EC1AD}"/>
              </a:ext>
            </a:extLst>
          </p:cNvPr>
          <p:cNvGrpSpPr/>
          <p:nvPr userDrawn="1"/>
        </p:nvGrpSpPr>
        <p:grpSpPr>
          <a:xfrm>
            <a:off x="0" y="0"/>
            <a:ext cx="9144000" cy="72571"/>
            <a:chOff x="0" y="1"/>
            <a:chExt cx="9144000" cy="50138"/>
          </a:xfrm>
        </p:grpSpPr>
        <p:sp>
          <p:nvSpPr>
            <p:cNvPr id="15" name="Rectangle 14">
              <a:extLst>
                <a:ext uri="{FF2B5EF4-FFF2-40B4-BE49-F238E27FC236}">
                  <a16:creationId xmlns:a16="http://schemas.microsoft.com/office/drawing/2014/main" id="{994DCBA2-76B0-4E9C-B398-AEAF5D82F840}"/>
                </a:ext>
              </a:extLst>
            </p:cNvPr>
            <p:cNvSpPr/>
            <p:nvPr userDrawn="1"/>
          </p:nvSpPr>
          <p:spPr>
            <a:xfrm>
              <a:off x="0" y="1"/>
              <a:ext cx="4572000" cy="50138"/>
            </a:xfrm>
            <a:prstGeom prst="rect">
              <a:avLst/>
            </a:prstGeom>
            <a:solidFill>
              <a:srgbClr val="16419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16" name="Rectangle 15">
              <a:extLst>
                <a:ext uri="{FF2B5EF4-FFF2-40B4-BE49-F238E27FC236}">
                  <a16:creationId xmlns:a16="http://schemas.microsoft.com/office/drawing/2014/main" id="{0080D078-38AC-4F43-98CD-755909184DBD}"/>
                </a:ext>
              </a:extLst>
            </p:cNvPr>
            <p:cNvSpPr/>
            <p:nvPr userDrawn="1"/>
          </p:nvSpPr>
          <p:spPr>
            <a:xfrm>
              <a:off x="4572000" y="1"/>
              <a:ext cx="4572000" cy="50138"/>
            </a:xfrm>
            <a:prstGeom prst="rect">
              <a:avLst/>
            </a:prstGeom>
            <a:solidFill>
              <a:srgbClr val="E3061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grpSp>
      <p:sp>
        <p:nvSpPr>
          <p:cNvPr id="12" name="Title 8">
            <a:extLst>
              <a:ext uri="{FF2B5EF4-FFF2-40B4-BE49-F238E27FC236}">
                <a16:creationId xmlns:a16="http://schemas.microsoft.com/office/drawing/2014/main" id="{83FD6784-19E4-4D70-8B3B-4D3959A58D8D}"/>
              </a:ext>
            </a:extLst>
          </p:cNvPr>
          <p:cNvSpPr>
            <a:spLocks noGrp="1"/>
          </p:cNvSpPr>
          <p:nvPr>
            <p:ph type="title" hasCustomPrompt="1"/>
          </p:nvPr>
        </p:nvSpPr>
        <p:spPr>
          <a:xfrm>
            <a:off x="209655" y="208569"/>
            <a:ext cx="8281883" cy="809156"/>
          </a:xfrm>
          <a:prstGeom prst="rect">
            <a:avLst/>
          </a:prstGeom>
        </p:spPr>
        <p:txBody>
          <a:bodyPr anchor="b"/>
          <a:lstStyle>
            <a:lvl1pPr algn="l">
              <a:defRPr sz="2400" b="1">
                <a:solidFill>
                  <a:schemeClr val="tx1"/>
                </a:solidFill>
                <a:latin typeface="+mj-lt"/>
              </a:defRPr>
            </a:lvl1pPr>
          </a:lstStyle>
          <a:p>
            <a:r>
              <a:rPr lang="en-SG" dirty="0"/>
              <a:t>Click to add title</a:t>
            </a:r>
          </a:p>
        </p:txBody>
      </p:sp>
      <p:sp>
        <p:nvSpPr>
          <p:cNvPr id="18" name="Text Placeholder 4">
            <a:extLst>
              <a:ext uri="{FF2B5EF4-FFF2-40B4-BE49-F238E27FC236}">
                <a16:creationId xmlns:a16="http://schemas.microsoft.com/office/drawing/2014/main" id="{1633B2C3-EE9C-4119-9F7F-EE2C6BE94FE3}"/>
              </a:ext>
            </a:extLst>
          </p:cNvPr>
          <p:cNvSpPr>
            <a:spLocks noGrp="1"/>
          </p:cNvSpPr>
          <p:nvPr>
            <p:ph type="body" sz="quarter" idx="12" hasCustomPrompt="1"/>
          </p:nvPr>
        </p:nvSpPr>
        <p:spPr>
          <a:xfrm>
            <a:off x="202623" y="1171571"/>
            <a:ext cx="8281988" cy="3593705"/>
          </a:xfrm>
          <a:prstGeom prst="rect">
            <a:avLst/>
          </a:prstGeom>
        </p:spPr>
        <p:txBody>
          <a:bodyPr/>
          <a:lstStyle>
            <a:lvl1pPr marL="0" indent="0">
              <a:lnSpc>
                <a:spcPct val="150000"/>
              </a:lnSpc>
              <a:buFont typeface="Arial" panose="020B0604020202020204" pitchFamily="34" charset="0"/>
              <a:buNone/>
              <a:defRPr>
                <a:solidFill>
                  <a:schemeClr val="tx1"/>
                </a:solidFill>
                <a:latin typeface="+mn-lt"/>
              </a:defRPr>
            </a:lvl1pPr>
            <a:lvl2pPr>
              <a:defRPr>
                <a:latin typeface="+mj-lt"/>
              </a:defRPr>
            </a:lvl2pPr>
            <a:lvl3pPr>
              <a:defRPr>
                <a:latin typeface="+mj-lt"/>
              </a:defRPr>
            </a:lvl3pPr>
            <a:lvl4pPr>
              <a:defRPr>
                <a:latin typeface="+mj-lt"/>
              </a:defRPr>
            </a:lvl4pPr>
            <a:lvl5pPr>
              <a:defRPr>
                <a:latin typeface="+mj-lt"/>
              </a:defRPr>
            </a:lvl5pPr>
          </a:lstStyle>
          <a:p>
            <a:pPr lvl="0"/>
            <a:r>
              <a:rPr lang="en-US" dirty="0"/>
              <a:t>Click to add body text</a:t>
            </a:r>
          </a:p>
        </p:txBody>
      </p:sp>
    </p:spTree>
    <p:extLst>
      <p:ext uri="{BB962C8B-B14F-4D97-AF65-F5344CB8AC3E}">
        <p14:creationId xmlns:p14="http://schemas.microsoft.com/office/powerpoint/2010/main" val="133588729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bulle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C6795CA9-CA83-92CF-D40E-F521FD2E9093}"/>
              </a:ext>
            </a:extLst>
          </p:cNvPr>
          <p:cNvSpPr/>
          <p:nvPr userDrawn="1"/>
        </p:nvSpPr>
        <p:spPr>
          <a:xfrm>
            <a:off x="0" y="0"/>
            <a:ext cx="1846273" cy="15879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3" name="Slide Number Placeholder 2">
            <a:extLst>
              <a:ext uri="{FF2B5EF4-FFF2-40B4-BE49-F238E27FC236}">
                <a16:creationId xmlns:a16="http://schemas.microsoft.com/office/drawing/2014/main" id="{8141A65B-FEAF-40BE-B426-D84077526E78}"/>
              </a:ext>
            </a:extLst>
          </p:cNvPr>
          <p:cNvSpPr>
            <a:spLocks noGrp="1"/>
          </p:cNvSpPr>
          <p:nvPr>
            <p:ph type="sldNum" sz="quarter" idx="10"/>
          </p:nvPr>
        </p:nvSpPr>
        <p:spPr/>
        <p:txBody>
          <a:bodyPr/>
          <a:lstStyle/>
          <a:p>
            <a:fld id="{A71B3FCB-C735-413F-84AB-EA69B872E382}" type="slidenum">
              <a:rPr lang="en-GB" smtClean="0"/>
              <a:pPr/>
              <a:t>‹#›</a:t>
            </a:fld>
            <a:endParaRPr lang="en-GB" dirty="0"/>
          </a:p>
        </p:txBody>
      </p:sp>
      <p:grpSp>
        <p:nvGrpSpPr>
          <p:cNvPr id="9" name="Group 8">
            <a:extLst>
              <a:ext uri="{FF2B5EF4-FFF2-40B4-BE49-F238E27FC236}">
                <a16:creationId xmlns:a16="http://schemas.microsoft.com/office/drawing/2014/main" id="{E4897FD1-71BD-47A6-B797-CF76C131ADA2}"/>
              </a:ext>
            </a:extLst>
          </p:cNvPr>
          <p:cNvGrpSpPr/>
          <p:nvPr userDrawn="1"/>
        </p:nvGrpSpPr>
        <p:grpSpPr>
          <a:xfrm>
            <a:off x="0" y="0"/>
            <a:ext cx="9144000" cy="72571"/>
            <a:chOff x="0" y="1"/>
            <a:chExt cx="9144000" cy="50138"/>
          </a:xfrm>
        </p:grpSpPr>
        <p:sp>
          <p:nvSpPr>
            <p:cNvPr id="10" name="Rectangle 9">
              <a:extLst>
                <a:ext uri="{FF2B5EF4-FFF2-40B4-BE49-F238E27FC236}">
                  <a16:creationId xmlns:a16="http://schemas.microsoft.com/office/drawing/2014/main" id="{8448B507-1C7C-424E-A896-2B5D193F7988}"/>
                </a:ext>
              </a:extLst>
            </p:cNvPr>
            <p:cNvSpPr/>
            <p:nvPr userDrawn="1"/>
          </p:nvSpPr>
          <p:spPr>
            <a:xfrm>
              <a:off x="0" y="1"/>
              <a:ext cx="4572000" cy="50138"/>
            </a:xfrm>
            <a:prstGeom prst="rect">
              <a:avLst/>
            </a:prstGeom>
            <a:solidFill>
              <a:srgbClr val="16419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11" name="Rectangle 10">
              <a:extLst>
                <a:ext uri="{FF2B5EF4-FFF2-40B4-BE49-F238E27FC236}">
                  <a16:creationId xmlns:a16="http://schemas.microsoft.com/office/drawing/2014/main" id="{966A0A9C-1620-46A1-96D8-039E189461A1}"/>
                </a:ext>
              </a:extLst>
            </p:cNvPr>
            <p:cNvSpPr/>
            <p:nvPr userDrawn="1"/>
          </p:nvSpPr>
          <p:spPr>
            <a:xfrm>
              <a:off x="4572000" y="1"/>
              <a:ext cx="4572000" cy="50138"/>
            </a:xfrm>
            <a:prstGeom prst="rect">
              <a:avLst/>
            </a:prstGeom>
            <a:solidFill>
              <a:srgbClr val="E3061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grpSp>
      <p:cxnSp>
        <p:nvCxnSpPr>
          <p:cNvPr id="12" name="Straight Connector 11">
            <a:extLst>
              <a:ext uri="{FF2B5EF4-FFF2-40B4-BE49-F238E27FC236}">
                <a16:creationId xmlns:a16="http://schemas.microsoft.com/office/drawing/2014/main" id="{6F83DBF1-F186-4FF9-98D0-2D89BCCD7064}"/>
              </a:ext>
            </a:extLst>
          </p:cNvPr>
          <p:cNvCxnSpPr>
            <a:cxnSpLocks/>
          </p:cNvCxnSpPr>
          <p:nvPr userDrawn="1"/>
        </p:nvCxnSpPr>
        <p:spPr>
          <a:xfrm>
            <a:off x="209655" y="4946161"/>
            <a:ext cx="8724690" cy="0"/>
          </a:xfrm>
          <a:prstGeom prst="line">
            <a:avLst/>
          </a:prstGeom>
        </p:spPr>
        <p:style>
          <a:lnRef idx="1">
            <a:schemeClr val="dk1"/>
          </a:lnRef>
          <a:fillRef idx="0">
            <a:schemeClr val="dk1"/>
          </a:fillRef>
          <a:effectRef idx="0">
            <a:schemeClr val="dk1"/>
          </a:effectRef>
          <a:fontRef idx="minor">
            <a:schemeClr val="tx1"/>
          </a:fontRef>
        </p:style>
      </p:cxnSp>
      <p:sp>
        <p:nvSpPr>
          <p:cNvPr id="16" name="Title 8">
            <a:extLst>
              <a:ext uri="{FF2B5EF4-FFF2-40B4-BE49-F238E27FC236}">
                <a16:creationId xmlns:a16="http://schemas.microsoft.com/office/drawing/2014/main" id="{029F2E20-2684-46DF-9D11-02417258E794}"/>
              </a:ext>
            </a:extLst>
          </p:cNvPr>
          <p:cNvSpPr>
            <a:spLocks noGrp="1"/>
          </p:cNvSpPr>
          <p:nvPr>
            <p:ph type="title" hasCustomPrompt="1"/>
          </p:nvPr>
        </p:nvSpPr>
        <p:spPr>
          <a:xfrm>
            <a:off x="209655" y="208569"/>
            <a:ext cx="8281883" cy="809156"/>
          </a:xfrm>
          <a:prstGeom prst="rect">
            <a:avLst/>
          </a:prstGeom>
        </p:spPr>
        <p:txBody>
          <a:bodyPr/>
          <a:lstStyle>
            <a:lvl1pPr algn="l">
              <a:defRPr sz="2400" b="1">
                <a:solidFill>
                  <a:schemeClr val="tx1"/>
                </a:solidFill>
                <a:latin typeface="+mj-lt"/>
              </a:defRPr>
            </a:lvl1pPr>
          </a:lstStyle>
          <a:p>
            <a:r>
              <a:rPr lang="en-SG" dirty="0"/>
              <a:t>Click to add title</a:t>
            </a:r>
          </a:p>
        </p:txBody>
      </p:sp>
      <p:sp>
        <p:nvSpPr>
          <p:cNvPr id="13" name="Text Placeholder 4">
            <a:extLst>
              <a:ext uri="{FF2B5EF4-FFF2-40B4-BE49-F238E27FC236}">
                <a16:creationId xmlns:a16="http://schemas.microsoft.com/office/drawing/2014/main" id="{40D22AC7-14BF-4AF1-B561-7FA3FAB6CB9D}"/>
              </a:ext>
            </a:extLst>
          </p:cNvPr>
          <p:cNvSpPr>
            <a:spLocks noGrp="1"/>
          </p:cNvSpPr>
          <p:nvPr>
            <p:ph type="body" sz="quarter" idx="11" hasCustomPrompt="1"/>
          </p:nvPr>
        </p:nvSpPr>
        <p:spPr>
          <a:xfrm>
            <a:off x="202623" y="1171571"/>
            <a:ext cx="8281988" cy="3593705"/>
          </a:xfrm>
          <a:prstGeom prst="rect">
            <a:avLst/>
          </a:prstGeom>
        </p:spPr>
        <p:txBody>
          <a:bodyPr/>
          <a:lstStyle>
            <a:lvl1pPr marL="285750" indent="-285750">
              <a:lnSpc>
                <a:spcPct val="150000"/>
              </a:lnSpc>
              <a:buFont typeface="Arial" panose="020B0604020202020204" pitchFamily="34" charset="0"/>
              <a:buChar char="•"/>
              <a:defRPr>
                <a:solidFill>
                  <a:schemeClr val="tx1"/>
                </a:solidFill>
                <a:latin typeface="+mn-lt"/>
              </a:defRPr>
            </a:lvl1pPr>
            <a:lvl2pPr>
              <a:defRPr>
                <a:latin typeface="+mj-lt"/>
              </a:defRPr>
            </a:lvl2pPr>
            <a:lvl3pPr>
              <a:defRPr>
                <a:latin typeface="+mj-lt"/>
              </a:defRPr>
            </a:lvl3pPr>
            <a:lvl4pPr>
              <a:defRPr>
                <a:latin typeface="+mj-lt"/>
              </a:defRPr>
            </a:lvl4pPr>
            <a:lvl5pPr>
              <a:defRPr>
                <a:latin typeface="+mj-lt"/>
              </a:defRPr>
            </a:lvl5pPr>
          </a:lstStyle>
          <a:p>
            <a:pPr lvl="0"/>
            <a:r>
              <a:rPr lang="en-US" dirty="0"/>
              <a:t>Click to add bullets</a:t>
            </a:r>
          </a:p>
        </p:txBody>
      </p:sp>
    </p:spTree>
    <p:extLst>
      <p:ext uri="{BB962C8B-B14F-4D97-AF65-F5344CB8AC3E}">
        <p14:creationId xmlns:p14="http://schemas.microsoft.com/office/powerpoint/2010/main" val="108483318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Left Text w Image">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1D3C727-7586-45CF-1C3C-DA8A9BAB5469}"/>
              </a:ext>
            </a:extLst>
          </p:cNvPr>
          <p:cNvSpPr/>
          <p:nvPr userDrawn="1"/>
        </p:nvSpPr>
        <p:spPr>
          <a:xfrm>
            <a:off x="0" y="0"/>
            <a:ext cx="1846273" cy="15879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sz="1200"/>
          </a:p>
        </p:txBody>
      </p:sp>
      <p:sp>
        <p:nvSpPr>
          <p:cNvPr id="3" name="Slide Number Placeholder 2">
            <a:extLst>
              <a:ext uri="{FF2B5EF4-FFF2-40B4-BE49-F238E27FC236}">
                <a16:creationId xmlns:a16="http://schemas.microsoft.com/office/drawing/2014/main" id="{C98A3152-2CD0-44F5-929F-6165F377CF91}"/>
              </a:ext>
            </a:extLst>
          </p:cNvPr>
          <p:cNvSpPr>
            <a:spLocks noGrp="1"/>
          </p:cNvSpPr>
          <p:nvPr>
            <p:ph type="sldNum" sz="quarter" idx="10"/>
          </p:nvPr>
        </p:nvSpPr>
        <p:spPr/>
        <p:txBody>
          <a:bodyPr/>
          <a:lstStyle/>
          <a:p>
            <a:fld id="{A71B3FCB-C735-413F-84AB-EA69B872E382}" type="slidenum">
              <a:rPr lang="en-GB" smtClean="0"/>
              <a:pPr/>
              <a:t>‹#›</a:t>
            </a:fld>
            <a:endParaRPr lang="en-GB" dirty="0"/>
          </a:p>
        </p:txBody>
      </p:sp>
      <p:cxnSp>
        <p:nvCxnSpPr>
          <p:cNvPr id="8" name="Straight Connector 7">
            <a:extLst>
              <a:ext uri="{FF2B5EF4-FFF2-40B4-BE49-F238E27FC236}">
                <a16:creationId xmlns:a16="http://schemas.microsoft.com/office/drawing/2014/main" id="{AC368883-9483-4BFC-AE34-896FF6FB70E8}"/>
              </a:ext>
            </a:extLst>
          </p:cNvPr>
          <p:cNvCxnSpPr>
            <a:cxnSpLocks/>
          </p:cNvCxnSpPr>
          <p:nvPr userDrawn="1"/>
        </p:nvCxnSpPr>
        <p:spPr>
          <a:xfrm>
            <a:off x="209655" y="4946161"/>
            <a:ext cx="8724690" cy="0"/>
          </a:xfrm>
          <a:prstGeom prst="line">
            <a:avLst/>
          </a:prstGeom>
        </p:spPr>
        <p:style>
          <a:lnRef idx="1">
            <a:schemeClr val="dk1"/>
          </a:lnRef>
          <a:fillRef idx="0">
            <a:schemeClr val="dk1"/>
          </a:fillRef>
          <a:effectRef idx="0">
            <a:schemeClr val="dk1"/>
          </a:effectRef>
          <a:fontRef idx="minor">
            <a:schemeClr val="tx1"/>
          </a:fontRef>
        </p:style>
      </p:cxnSp>
      <p:grpSp>
        <p:nvGrpSpPr>
          <p:cNvPr id="9" name="Group 8">
            <a:extLst>
              <a:ext uri="{FF2B5EF4-FFF2-40B4-BE49-F238E27FC236}">
                <a16:creationId xmlns:a16="http://schemas.microsoft.com/office/drawing/2014/main" id="{1EB226B6-FB45-4979-992B-B36A13A0E62E}"/>
              </a:ext>
            </a:extLst>
          </p:cNvPr>
          <p:cNvGrpSpPr/>
          <p:nvPr userDrawn="1"/>
        </p:nvGrpSpPr>
        <p:grpSpPr>
          <a:xfrm>
            <a:off x="0" y="0"/>
            <a:ext cx="9144000" cy="72571"/>
            <a:chOff x="0" y="1"/>
            <a:chExt cx="9144000" cy="50138"/>
          </a:xfrm>
        </p:grpSpPr>
        <p:sp>
          <p:nvSpPr>
            <p:cNvPr id="10" name="Rectangle 9">
              <a:extLst>
                <a:ext uri="{FF2B5EF4-FFF2-40B4-BE49-F238E27FC236}">
                  <a16:creationId xmlns:a16="http://schemas.microsoft.com/office/drawing/2014/main" id="{49A6C923-9E95-4C10-9B13-C2D68D11CC3F}"/>
                </a:ext>
              </a:extLst>
            </p:cNvPr>
            <p:cNvSpPr/>
            <p:nvPr userDrawn="1"/>
          </p:nvSpPr>
          <p:spPr>
            <a:xfrm>
              <a:off x="0" y="1"/>
              <a:ext cx="4572000" cy="50138"/>
            </a:xfrm>
            <a:prstGeom prst="rect">
              <a:avLst/>
            </a:prstGeom>
            <a:solidFill>
              <a:srgbClr val="16419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11" name="Rectangle 10">
              <a:extLst>
                <a:ext uri="{FF2B5EF4-FFF2-40B4-BE49-F238E27FC236}">
                  <a16:creationId xmlns:a16="http://schemas.microsoft.com/office/drawing/2014/main" id="{7593BCF3-0FE2-4D75-8B77-DF3FAE031BF3}"/>
                </a:ext>
              </a:extLst>
            </p:cNvPr>
            <p:cNvSpPr/>
            <p:nvPr userDrawn="1"/>
          </p:nvSpPr>
          <p:spPr>
            <a:xfrm>
              <a:off x="4572000" y="1"/>
              <a:ext cx="4572000" cy="50138"/>
            </a:xfrm>
            <a:prstGeom prst="rect">
              <a:avLst/>
            </a:prstGeom>
            <a:solidFill>
              <a:srgbClr val="E3061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grpSp>
      <p:sp>
        <p:nvSpPr>
          <p:cNvPr id="12" name="Title 8">
            <a:extLst>
              <a:ext uri="{FF2B5EF4-FFF2-40B4-BE49-F238E27FC236}">
                <a16:creationId xmlns:a16="http://schemas.microsoft.com/office/drawing/2014/main" id="{F0ABB6D7-B5FF-46AE-9B03-C79965313F67}"/>
              </a:ext>
            </a:extLst>
          </p:cNvPr>
          <p:cNvSpPr>
            <a:spLocks noGrp="1"/>
          </p:cNvSpPr>
          <p:nvPr>
            <p:ph type="title" hasCustomPrompt="1"/>
          </p:nvPr>
        </p:nvSpPr>
        <p:spPr>
          <a:xfrm>
            <a:off x="209655" y="208569"/>
            <a:ext cx="8281883" cy="809156"/>
          </a:xfrm>
          <a:prstGeom prst="rect">
            <a:avLst/>
          </a:prstGeom>
        </p:spPr>
        <p:txBody>
          <a:bodyPr/>
          <a:lstStyle>
            <a:lvl1pPr algn="l">
              <a:defRPr sz="2400" b="1">
                <a:solidFill>
                  <a:schemeClr val="tx1"/>
                </a:solidFill>
                <a:latin typeface="+mj-lt"/>
              </a:defRPr>
            </a:lvl1pPr>
          </a:lstStyle>
          <a:p>
            <a:r>
              <a:rPr lang="en-SG" dirty="0"/>
              <a:t>Click to add title</a:t>
            </a:r>
          </a:p>
        </p:txBody>
      </p:sp>
      <p:sp>
        <p:nvSpPr>
          <p:cNvPr id="17" name="Picture Placeholder 2">
            <a:extLst>
              <a:ext uri="{FF2B5EF4-FFF2-40B4-BE49-F238E27FC236}">
                <a16:creationId xmlns:a16="http://schemas.microsoft.com/office/drawing/2014/main" id="{B417A607-B577-457F-B9AB-EB7D509E9722}"/>
              </a:ext>
            </a:extLst>
          </p:cNvPr>
          <p:cNvSpPr>
            <a:spLocks noGrp="1"/>
          </p:cNvSpPr>
          <p:nvPr>
            <p:ph type="pic" sz="quarter" idx="12" hasCustomPrompt="1"/>
          </p:nvPr>
        </p:nvSpPr>
        <p:spPr>
          <a:xfrm>
            <a:off x="4489140" y="1171222"/>
            <a:ext cx="3997037" cy="3590443"/>
          </a:xfrm>
          <a:prstGeom prst="rect">
            <a:avLst/>
          </a:prstGeom>
        </p:spPr>
        <p:txBody>
          <a:bodyPr/>
          <a:lstStyle>
            <a:lvl1pPr marL="152400" indent="0">
              <a:buNone/>
              <a:defRPr b="0" cap="none" spc="0">
                <a:ln w="0"/>
                <a:solidFill>
                  <a:schemeClr val="tx1"/>
                </a:solidFill>
                <a:effectLst>
                  <a:outerShdw blurRad="38100" dist="19050" dir="2700000" algn="tl" rotWithShape="0">
                    <a:schemeClr val="dk1">
                      <a:alpha val="40000"/>
                    </a:schemeClr>
                  </a:outerShdw>
                </a:effectLst>
                <a:latin typeface="+mn-lt"/>
              </a:defRPr>
            </a:lvl1pPr>
          </a:lstStyle>
          <a:p>
            <a:r>
              <a:rPr lang="en-SG" dirty="0"/>
              <a:t>Click to insert picture</a:t>
            </a:r>
          </a:p>
        </p:txBody>
      </p:sp>
      <p:sp>
        <p:nvSpPr>
          <p:cNvPr id="16" name="Text Placeholder 4">
            <a:extLst>
              <a:ext uri="{FF2B5EF4-FFF2-40B4-BE49-F238E27FC236}">
                <a16:creationId xmlns:a16="http://schemas.microsoft.com/office/drawing/2014/main" id="{0A0602BB-2D58-496E-A275-9C3E49F0326B}"/>
              </a:ext>
            </a:extLst>
          </p:cNvPr>
          <p:cNvSpPr>
            <a:spLocks noGrp="1"/>
          </p:cNvSpPr>
          <p:nvPr>
            <p:ph type="body" sz="quarter" idx="15" hasCustomPrompt="1"/>
          </p:nvPr>
        </p:nvSpPr>
        <p:spPr>
          <a:xfrm>
            <a:off x="204229" y="1171222"/>
            <a:ext cx="3997036" cy="3590443"/>
          </a:xfrm>
          <a:prstGeom prst="rect">
            <a:avLst/>
          </a:prstGeom>
        </p:spPr>
        <p:txBody>
          <a:bodyPr/>
          <a:lstStyle>
            <a:lvl1pPr marL="0" indent="0">
              <a:lnSpc>
                <a:spcPct val="150000"/>
              </a:lnSpc>
              <a:buNone/>
              <a:defRPr>
                <a:solidFill>
                  <a:schemeClr val="tx1"/>
                </a:solidFill>
                <a:latin typeface="+mn-lt"/>
              </a:defRPr>
            </a:lvl1pPr>
            <a:lvl2pPr>
              <a:defRPr>
                <a:latin typeface="+mj-lt"/>
              </a:defRPr>
            </a:lvl2pPr>
            <a:lvl3pPr>
              <a:defRPr>
                <a:latin typeface="+mj-lt"/>
              </a:defRPr>
            </a:lvl3pPr>
            <a:lvl4pPr>
              <a:defRPr>
                <a:latin typeface="+mj-lt"/>
              </a:defRPr>
            </a:lvl4pPr>
            <a:lvl5pPr>
              <a:defRPr>
                <a:latin typeface="+mj-lt"/>
              </a:defRPr>
            </a:lvl5pPr>
          </a:lstStyle>
          <a:p>
            <a:pPr lvl="0"/>
            <a:r>
              <a:rPr lang="en-US" dirty="0"/>
              <a:t>Click to add body text</a:t>
            </a:r>
          </a:p>
        </p:txBody>
      </p:sp>
    </p:spTree>
    <p:extLst>
      <p:ext uri="{BB962C8B-B14F-4D97-AF65-F5344CB8AC3E}">
        <p14:creationId xmlns:p14="http://schemas.microsoft.com/office/powerpoint/2010/main" val="42705759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Right Text w Image">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F18BA82-1B8B-475C-A743-414DE203A953}"/>
              </a:ext>
            </a:extLst>
          </p:cNvPr>
          <p:cNvSpPr/>
          <p:nvPr userDrawn="1"/>
        </p:nvSpPr>
        <p:spPr>
          <a:xfrm>
            <a:off x="0" y="0"/>
            <a:ext cx="1846273" cy="15879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3" name="Slide Number Placeholder 2">
            <a:extLst>
              <a:ext uri="{FF2B5EF4-FFF2-40B4-BE49-F238E27FC236}">
                <a16:creationId xmlns:a16="http://schemas.microsoft.com/office/drawing/2014/main" id="{C98A3152-2CD0-44F5-929F-6165F377CF91}"/>
              </a:ext>
            </a:extLst>
          </p:cNvPr>
          <p:cNvSpPr>
            <a:spLocks noGrp="1"/>
          </p:cNvSpPr>
          <p:nvPr>
            <p:ph type="sldNum" sz="quarter" idx="10"/>
          </p:nvPr>
        </p:nvSpPr>
        <p:spPr/>
        <p:txBody>
          <a:bodyPr/>
          <a:lstStyle/>
          <a:p>
            <a:fld id="{A71B3FCB-C735-413F-84AB-EA69B872E382}" type="slidenum">
              <a:rPr lang="en-GB" smtClean="0"/>
              <a:pPr/>
              <a:t>‹#›</a:t>
            </a:fld>
            <a:endParaRPr lang="en-GB" dirty="0"/>
          </a:p>
        </p:txBody>
      </p:sp>
      <p:cxnSp>
        <p:nvCxnSpPr>
          <p:cNvPr id="8" name="Straight Connector 7">
            <a:extLst>
              <a:ext uri="{FF2B5EF4-FFF2-40B4-BE49-F238E27FC236}">
                <a16:creationId xmlns:a16="http://schemas.microsoft.com/office/drawing/2014/main" id="{AC368883-9483-4BFC-AE34-896FF6FB70E8}"/>
              </a:ext>
            </a:extLst>
          </p:cNvPr>
          <p:cNvCxnSpPr>
            <a:cxnSpLocks/>
          </p:cNvCxnSpPr>
          <p:nvPr userDrawn="1"/>
        </p:nvCxnSpPr>
        <p:spPr>
          <a:xfrm>
            <a:off x="209655" y="4946161"/>
            <a:ext cx="8724690" cy="0"/>
          </a:xfrm>
          <a:prstGeom prst="line">
            <a:avLst/>
          </a:prstGeom>
        </p:spPr>
        <p:style>
          <a:lnRef idx="1">
            <a:schemeClr val="dk1"/>
          </a:lnRef>
          <a:fillRef idx="0">
            <a:schemeClr val="dk1"/>
          </a:fillRef>
          <a:effectRef idx="0">
            <a:schemeClr val="dk1"/>
          </a:effectRef>
          <a:fontRef idx="minor">
            <a:schemeClr val="tx1"/>
          </a:fontRef>
        </p:style>
      </p:cxnSp>
      <p:grpSp>
        <p:nvGrpSpPr>
          <p:cNvPr id="9" name="Group 8">
            <a:extLst>
              <a:ext uri="{FF2B5EF4-FFF2-40B4-BE49-F238E27FC236}">
                <a16:creationId xmlns:a16="http://schemas.microsoft.com/office/drawing/2014/main" id="{1EB226B6-FB45-4979-992B-B36A13A0E62E}"/>
              </a:ext>
            </a:extLst>
          </p:cNvPr>
          <p:cNvGrpSpPr/>
          <p:nvPr userDrawn="1"/>
        </p:nvGrpSpPr>
        <p:grpSpPr>
          <a:xfrm>
            <a:off x="0" y="0"/>
            <a:ext cx="9144000" cy="72571"/>
            <a:chOff x="0" y="1"/>
            <a:chExt cx="9144000" cy="50138"/>
          </a:xfrm>
        </p:grpSpPr>
        <p:sp>
          <p:nvSpPr>
            <p:cNvPr id="10" name="Rectangle 9">
              <a:extLst>
                <a:ext uri="{FF2B5EF4-FFF2-40B4-BE49-F238E27FC236}">
                  <a16:creationId xmlns:a16="http://schemas.microsoft.com/office/drawing/2014/main" id="{49A6C923-9E95-4C10-9B13-C2D68D11CC3F}"/>
                </a:ext>
              </a:extLst>
            </p:cNvPr>
            <p:cNvSpPr/>
            <p:nvPr userDrawn="1"/>
          </p:nvSpPr>
          <p:spPr>
            <a:xfrm>
              <a:off x="0" y="1"/>
              <a:ext cx="4572000" cy="50138"/>
            </a:xfrm>
            <a:prstGeom prst="rect">
              <a:avLst/>
            </a:prstGeom>
            <a:solidFill>
              <a:srgbClr val="16419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11" name="Rectangle 10">
              <a:extLst>
                <a:ext uri="{FF2B5EF4-FFF2-40B4-BE49-F238E27FC236}">
                  <a16:creationId xmlns:a16="http://schemas.microsoft.com/office/drawing/2014/main" id="{7593BCF3-0FE2-4D75-8B77-DF3FAE031BF3}"/>
                </a:ext>
              </a:extLst>
            </p:cNvPr>
            <p:cNvSpPr/>
            <p:nvPr userDrawn="1"/>
          </p:nvSpPr>
          <p:spPr>
            <a:xfrm>
              <a:off x="4572000" y="1"/>
              <a:ext cx="4572000" cy="50138"/>
            </a:xfrm>
            <a:prstGeom prst="rect">
              <a:avLst/>
            </a:prstGeom>
            <a:solidFill>
              <a:srgbClr val="E3061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grpSp>
      <p:sp>
        <p:nvSpPr>
          <p:cNvPr id="12" name="Title 8">
            <a:extLst>
              <a:ext uri="{FF2B5EF4-FFF2-40B4-BE49-F238E27FC236}">
                <a16:creationId xmlns:a16="http://schemas.microsoft.com/office/drawing/2014/main" id="{F0ABB6D7-B5FF-46AE-9B03-C79965313F67}"/>
              </a:ext>
            </a:extLst>
          </p:cNvPr>
          <p:cNvSpPr>
            <a:spLocks noGrp="1"/>
          </p:cNvSpPr>
          <p:nvPr>
            <p:ph type="title" hasCustomPrompt="1"/>
          </p:nvPr>
        </p:nvSpPr>
        <p:spPr>
          <a:xfrm>
            <a:off x="209655" y="208569"/>
            <a:ext cx="8281883" cy="809156"/>
          </a:xfrm>
          <a:prstGeom prst="rect">
            <a:avLst/>
          </a:prstGeom>
        </p:spPr>
        <p:txBody>
          <a:bodyPr/>
          <a:lstStyle>
            <a:lvl1pPr algn="l">
              <a:defRPr sz="2400" b="1">
                <a:solidFill>
                  <a:schemeClr val="tx1"/>
                </a:solidFill>
                <a:latin typeface="+mj-lt"/>
              </a:defRPr>
            </a:lvl1pPr>
          </a:lstStyle>
          <a:p>
            <a:r>
              <a:rPr lang="en-SG" dirty="0"/>
              <a:t>Click to add title</a:t>
            </a:r>
          </a:p>
        </p:txBody>
      </p:sp>
      <p:sp>
        <p:nvSpPr>
          <p:cNvPr id="15" name="Text Placeholder 4">
            <a:extLst>
              <a:ext uri="{FF2B5EF4-FFF2-40B4-BE49-F238E27FC236}">
                <a16:creationId xmlns:a16="http://schemas.microsoft.com/office/drawing/2014/main" id="{B2319631-C3B0-43E6-855C-FA30A8E07C92}"/>
              </a:ext>
            </a:extLst>
          </p:cNvPr>
          <p:cNvSpPr>
            <a:spLocks noGrp="1"/>
          </p:cNvSpPr>
          <p:nvPr>
            <p:ph type="body" sz="quarter" idx="17" hasCustomPrompt="1"/>
          </p:nvPr>
        </p:nvSpPr>
        <p:spPr>
          <a:xfrm>
            <a:off x="4494502" y="1171222"/>
            <a:ext cx="3997036" cy="3590443"/>
          </a:xfrm>
          <a:prstGeom prst="rect">
            <a:avLst/>
          </a:prstGeom>
        </p:spPr>
        <p:txBody>
          <a:bodyPr/>
          <a:lstStyle>
            <a:lvl1pPr marL="0" indent="0">
              <a:lnSpc>
                <a:spcPct val="150000"/>
              </a:lnSpc>
              <a:buNone/>
              <a:defRPr>
                <a:solidFill>
                  <a:schemeClr val="tx1"/>
                </a:solidFill>
                <a:latin typeface="+mn-lt"/>
              </a:defRPr>
            </a:lvl1pPr>
            <a:lvl2pPr>
              <a:defRPr>
                <a:latin typeface="+mj-lt"/>
              </a:defRPr>
            </a:lvl2pPr>
            <a:lvl3pPr>
              <a:defRPr>
                <a:latin typeface="+mj-lt"/>
              </a:defRPr>
            </a:lvl3pPr>
            <a:lvl4pPr>
              <a:defRPr>
                <a:latin typeface="+mj-lt"/>
              </a:defRPr>
            </a:lvl4pPr>
            <a:lvl5pPr>
              <a:defRPr>
                <a:latin typeface="+mj-lt"/>
              </a:defRPr>
            </a:lvl5pPr>
          </a:lstStyle>
          <a:p>
            <a:pPr lvl="0"/>
            <a:r>
              <a:rPr lang="en-US" dirty="0"/>
              <a:t>Click to add body text</a:t>
            </a:r>
          </a:p>
        </p:txBody>
      </p:sp>
      <p:sp>
        <p:nvSpPr>
          <p:cNvPr id="16" name="Picture Placeholder 2">
            <a:extLst>
              <a:ext uri="{FF2B5EF4-FFF2-40B4-BE49-F238E27FC236}">
                <a16:creationId xmlns:a16="http://schemas.microsoft.com/office/drawing/2014/main" id="{CA4AC883-6522-41BF-A6E4-C6D5867FE64D}"/>
              </a:ext>
            </a:extLst>
          </p:cNvPr>
          <p:cNvSpPr>
            <a:spLocks noGrp="1"/>
          </p:cNvSpPr>
          <p:nvPr>
            <p:ph type="pic" sz="quarter" idx="16" hasCustomPrompt="1"/>
          </p:nvPr>
        </p:nvSpPr>
        <p:spPr>
          <a:xfrm>
            <a:off x="204229" y="1171222"/>
            <a:ext cx="3997037" cy="3590443"/>
          </a:xfrm>
          <a:prstGeom prst="rect">
            <a:avLst/>
          </a:prstGeom>
        </p:spPr>
        <p:txBody>
          <a:bodyPr/>
          <a:lstStyle>
            <a:lvl1pPr marL="152400" indent="0">
              <a:buNone/>
              <a:defRPr b="0" cap="none" spc="0">
                <a:ln w="0"/>
                <a:solidFill>
                  <a:schemeClr val="tx1"/>
                </a:solidFill>
                <a:effectLst>
                  <a:outerShdw blurRad="38100" dist="19050" dir="2700000" algn="tl" rotWithShape="0">
                    <a:schemeClr val="dk1">
                      <a:alpha val="40000"/>
                    </a:schemeClr>
                  </a:outerShdw>
                </a:effectLst>
                <a:latin typeface="+mn-lt"/>
              </a:defRPr>
            </a:lvl1pPr>
          </a:lstStyle>
          <a:p>
            <a:r>
              <a:rPr lang="en-SG" dirty="0"/>
              <a:t>Click to insert picture</a:t>
            </a:r>
          </a:p>
        </p:txBody>
      </p:sp>
    </p:spTree>
    <p:extLst>
      <p:ext uri="{BB962C8B-B14F-4D97-AF65-F5344CB8AC3E}">
        <p14:creationId xmlns:p14="http://schemas.microsoft.com/office/powerpoint/2010/main" val="14613775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2 Columns - Lis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462050D1-5743-E3DF-7E18-EA51F2A822BB}"/>
              </a:ext>
            </a:extLst>
          </p:cNvPr>
          <p:cNvSpPr/>
          <p:nvPr userDrawn="1"/>
        </p:nvSpPr>
        <p:spPr>
          <a:xfrm>
            <a:off x="0" y="0"/>
            <a:ext cx="1846273" cy="15879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15" name="Content Placeholder 2">
            <a:extLst>
              <a:ext uri="{FF2B5EF4-FFF2-40B4-BE49-F238E27FC236}">
                <a16:creationId xmlns:a16="http://schemas.microsoft.com/office/drawing/2014/main" id="{680A8FD8-270C-4F5B-B5E1-28C521AE9E6E}"/>
              </a:ext>
            </a:extLst>
          </p:cNvPr>
          <p:cNvSpPr>
            <a:spLocks noGrp="1"/>
          </p:cNvSpPr>
          <p:nvPr>
            <p:ph idx="12" hasCustomPrompt="1"/>
          </p:nvPr>
        </p:nvSpPr>
        <p:spPr>
          <a:xfrm>
            <a:off x="199611" y="1171222"/>
            <a:ext cx="3994728" cy="3582491"/>
          </a:xfrm>
          <a:prstGeom prst="rect">
            <a:avLst/>
          </a:prstGeom>
        </p:spPr>
        <p:txBody>
          <a:bodyPr/>
          <a:lstStyle>
            <a:lvl1pPr>
              <a:lnSpc>
                <a:spcPct val="150000"/>
              </a:lnSpc>
              <a:defRPr sz="1400">
                <a:solidFill>
                  <a:schemeClr val="tx1"/>
                </a:solidFill>
              </a:defRPr>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SG" dirty="0">
                <a:solidFill>
                  <a:schemeClr val="tx1">
                    <a:lumMod val="75000"/>
                    <a:lumOff val="25000"/>
                  </a:schemeClr>
                </a:solidFill>
                <a:ea typeface="SF Pro Text" panose="00000500000000000000" pitchFamily="50" charset="0"/>
              </a:rPr>
              <a:t>Click to insert object/text</a:t>
            </a:r>
          </a:p>
        </p:txBody>
      </p:sp>
      <p:sp>
        <p:nvSpPr>
          <p:cNvPr id="3" name="Slide Number Placeholder 2">
            <a:extLst>
              <a:ext uri="{FF2B5EF4-FFF2-40B4-BE49-F238E27FC236}">
                <a16:creationId xmlns:a16="http://schemas.microsoft.com/office/drawing/2014/main" id="{111EEB07-2D1C-4958-B3D1-74C5D1E8EF78}"/>
              </a:ext>
            </a:extLst>
          </p:cNvPr>
          <p:cNvSpPr>
            <a:spLocks noGrp="1"/>
          </p:cNvSpPr>
          <p:nvPr>
            <p:ph type="sldNum" sz="quarter" idx="10"/>
          </p:nvPr>
        </p:nvSpPr>
        <p:spPr/>
        <p:txBody>
          <a:bodyPr/>
          <a:lstStyle/>
          <a:p>
            <a:fld id="{A71B3FCB-C735-413F-84AB-EA69B872E382}" type="slidenum">
              <a:rPr lang="en-GB" smtClean="0"/>
              <a:pPr/>
              <a:t>‹#›</a:t>
            </a:fld>
            <a:endParaRPr lang="en-GB" dirty="0"/>
          </a:p>
        </p:txBody>
      </p:sp>
      <p:cxnSp>
        <p:nvCxnSpPr>
          <p:cNvPr id="7" name="Straight Connector 6">
            <a:extLst>
              <a:ext uri="{FF2B5EF4-FFF2-40B4-BE49-F238E27FC236}">
                <a16:creationId xmlns:a16="http://schemas.microsoft.com/office/drawing/2014/main" id="{B94913B7-84C3-45E9-9ADA-FAFF9434A52E}"/>
              </a:ext>
            </a:extLst>
          </p:cNvPr>
          <p:cNvCxnSpPr>
            <a:cxnSpLocks/>
          </p:cNvCxnSpPr>
          <p:nvPr userDrawn="1"/>
        </p:nvCxnSpPr>
        <p:spPr>
          <a:xfrm>
            <a:off x="209655" y="4946161"/>
            <a:ext cx="8724690" cy="0"/>
          </a:xfrm>
          <a:prstGeom prst="line">
            <a:avLst/>
          </a:prstGeom>
        </p:spPr>
        <p:style>
          <a:lnRef idx="1">
            <a:schemeClr val="dk1"/>
          </a:lnRef>
          <a:fillRef idx="0">
            <a:schemeClr val="dk1"/>
          </a:fillRef>
          <a:effectRef idx="0">
            <a:schemeClr val="dk1"/>
          </a:effectRef>
          <a:fontRef idx="minor">
            <a:schemeClr val="tx1"/>
          </a:fontRef>
        </p:style>
      </p:cxnSp>
      <p:grpSp>
        <p:nvGrpSpPr>
          <p:cNvPr id="8" name="Group 7">
            <a:extLst>
              <a:ext uri="{FF2B5EF4-FFF2-40B4-BE49-F238E27FC236}">
                <a16:creationId xmlns:a16="http://schemas.microsoft.com/office/drawing/2014/main" id="{528034B0-2ECF-4813-9947-CDBB617CEEC6}"/>
              </a:ext>
            </a:extLst>
          </p:cNvPr>
          <p:cNvGrpSpPr/>
          <p:nvPr userDrawn="1"/>
        </p:nvGrpSpPr>
        <p:grpSpPr>
          <a:xfrm>
            <a:off x="0" y="0"/>
            <a:ext cx="9144000" cy="72571"/>
            <a:chOff x="0" y="1"/>
            <a:chExt cx="9144000" cy="50138"/>
          </a:xfrm>
        </p:grpSpPr>
        <p:sp>
          <p:nvSpPr>
            <p:cNvPr id="9" name="Rectangle 8">
              <a:extLst>
                <a:ext uri="{FF2B5EF4-FFF2-40B4-BE49-F238E27FC236}">
                  <a16:creationId xmlns:a16="http://schemas.microsoft.com/office/drawing/2014/main" id="{E5229CA9-51D0-490F-9BEE-8A2174A8DD43}"/>
                </a:ext>
              </a:extLst>
            </p:cNvPr>
            <p:cNvSpPr/>
            <p:nvPr userDrawn="1"/>
          </p:nvSpPr>
          <p:spPr>
            <a:xfrm>
              <a:off x="0" y="1"/>
              <a:ext cx="4572000" cy="50138"/>
            </a:xfrm>
            <a:prstGeom prst="rect">
              <a:avLst/>
            </a:prstGeom>
            <a:solidFill>
              <a:srgbClr val="16419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10" name="Rectangle 9">
              <a:extLst>
                <a:ext uri="{FF2B5EF4-FFF2-40B4-BE49-F238E27FC236}">
                  <a16:creationId xmlns:a16="http://schemas.microsoft.com/office/drawing/2014/main" id="{3263B2AC-BEFE-4E26-9613-B1B14EFE39E0}"/>
                </a:ext>
              </a:extLst>
            </p:cNvPr>
            <p:cNvSpPr/>
            <p:nvPr userDrawn="1"/>
          </p:nvSpPr>
          <p:spPr>
            <a:xfrm>
              <a:off x="4572000" y="1"/>
              <a:ext cx="4572000" cy="50138"/>
            </a:xfrm>
            <a:prstGeom prst="rect">
              <a:avLst/>
            </a:prstGeom>
            <a:solidFill>
              <a:srgbClr val="E3061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grpSp>
      <p:cxnSp>
        <p:nvCxnSpPr>
          <p:cNvPr id="11" name="Straight Connector 10">
            <a:extLst>
              <a:ext uri="{FF2B5EF4-FFF2-40B4-BE49-F238E27FC236}">
                <a16:creationId xmlns:a16="http://schemas.microsoft.com/office/drawing/2014/main" id="{C6D603E9-25FC-47AE-869F-2745E00AF84A}"/>
              </a:ext>
            </a:extLst>
          </p:cNvPr>
          <p:cNvCxnSpPr>
            <a:cxnSpLocks/>
          </p:cNvCxnSpPr>
          <p:nvPr userDrawn="1"/>
        </p:nvCxnSpPr>
        <p:spPr>
          <a:xfrm>
            <a:off x="209655" y="4946161"/>
            <a:ext cx="8724690" cy="0"/>
          </a:xfrm>
          <a:prstGeom prst="line">
            <a:avLst/>
          </a:prstGeom>
        </p:spPr>
        <p:style>
          <a:lnRef idx="1">
            <a:schemeClr val="dk1"/>
          </a:lnRef>
          <a:fillRef idx="0">
            <a:schemeClr val="dk1"/>
          </a:fillRef>
          <a:effectRef idx="0">
            <a:schemeClr val="dk1"/>
          </a:effectRef>
          <a:fontRef idx="minor">
            <a:schemeClr val="tx1"/>
          </a:fontRef>
        </p:style>
      </p:cxnSp>
      <p:sp>
        <p:nvSpPr>
          <p:cNvPr id="12" name="Title 8">
            <a:extLst>
              <a:ext uri="{FF2B5EF4-FFF2-40B4-BE49-F238E27FC236}">
                <a16:creationId xmlns:a16="http://schemas.microsoft.com/office/drawing/2014/main" id="{342FAAF4-EB01-4FA9-A298-396BE7F37433}"/>
              </a:ext>
            </a:extLst>
          </p:cNvPr>
          <p:cNvSpPr>
            <a:spLocks noGrp="1"/>
          </p:cNvSpPr>
          <p:nvPr>
            <p:ph type="title" hasCustomPrompt="1"/>
          </p:nvPr>
        </p:nvSpPr>
        <p:spPr>
          <a:xfrm>
            <a:off x="209655" y="208569"/>
            <a:ext cx="8281883" cy="809156"/>
          </a:xfrm>
          <a:prstGeom prst="rect">
            <a:avLst/>
          </a:prstGeom>
        </p:spPr>
        <p:txBody>
          <a:bodyPr/>
          <a:lstStyle>
            <a:lvl1pPr algn="l">
              <a:defRPr sz="2400" b="1">
                <a:solidFill>
                  <a:schemeClr val="tx1"/>
                </a:solidFill>
                <a:latin typeface="+mj-lt"/>
              </a:defRPr>
            </a:lvl1pPr>
          </a:lstStyle>
          <a:p>
            <a:r>
              <a:rPr lang="en-SG" dirty="0"/>
              <a:t>Click to add title</a:t>
            </a:r>
          </a:p>
        </p:txBody>
      </p:sp>
      <p:sp>
        <p:nvSpPr>
          <p:cNvPr id="19" name="Content Placeholder 2">
            <a:extLst>
              <a:ext uri="{FF2B5EF4-FFF2-40B4-BE49-F238E27FC236}">
                <a16:creationId xmlns:a16="http://schemas.microsoft.com/office/drawing/2014/main" id="{1449757D-DCF8-4049-B067-4EE16F9FCF57}"/>
              </a:ext>
            </a:extLst>
          </p:cNvPr>
          <p:cNvSpPr>
            <a:spLocks noGrp="1"/>
          </p:cNvSpPr>
          <p:nvPr>
            <p:ph idx="13" hasCustomPrompt="1"/>
          </p:nvPr>
        </p:nvSpPr>
        <p:spPr>
          <a:xfrm>
            <a:off x="4496810" y="1171222"/>
            <a:ext cx="3994728" cy="3582491"/>
          </a:xfrm>
          <a:prstGeom prst="rect">
            <a:avLst/>
          </a:prstGeom>
        </p:spPr>
        <p:txBody>
          <a:bodyPr/>
          <a:lstStyle>
            <a:lvl1pPr>
              <a:lnSpc>
                <a:spcPct val="150000"/>
              </a:lnSpc>
              <a:defRPr sz="1400">
                <a:solidFill>
                  <a:schemeClr val="tx1"/>
                </a:solidFill>
              </a:defRPr>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SG" dirty="0">
                <a:solidFill>
                  <a:schemeClr val="tx1">
                    <a:lumMod val="75000"/>
                    <a:lumOff val="25000"/>
                  </a:schemeClr>
                </a:solidFill>
                <a:ea typeface="SF Pro Text" panose="00000500000000000000" pitchFamily="50" charset="0"/>
              </a:rPr>
              <a:t>Click to insert object/text</a:t>
            </a:r>
          </a:p>
        </p:txBody>
      </p:sp>
    </p:spTree>
    <p:extLst>
      <p:ext uri="{BB962C8B-B14F-4D97-AF65-F5344CB8AC3E}">
        <p14:creationId xmlns:p14="http://schemas.microsoft.com/office/powerpoint/2010/main" val="127413604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able">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9DE65752-E133-C289-3D28-D2F264CC7FBD}"/>
              </a:ext>
            </a:extLst>
          </p:cNvPr>
          <p:cNvSpPr/>
          <p:nvPr userDrawn="1"/>
        </p:nvSpPr>
        <p:spPr>
          <a:xfrm>
            <a:off x="0" y="0"/>
            <a:ext cx="1846273" cy="15879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3" name="Slide Number Placeholder 2">
            <a:extLst>
              <a:ext uri="{FF2B5EF4-FFF2-40B4-BE49-F238E27FC236}">
                <a16:creationId xmlns:a16="http://schemas.microsoft.com/office/drawing/2014/main" id="{CD1740D8-9593-4309-8438-AF40044641A7}"/>
              </a:ext>
            </a:extLst>
          </p:cNvPr>
          <p:cNvSpPr>
            <a:spLocks noGrp="1"/>
          </p:cNvSpPr>
          <p:nvPr>
            <p:ph type="sldNum" sz="quarter" idx="10"/>
          </p:nvPr>
        </p:nvSpPr>
        <p:spPr/>
        <p:txBody>
          <a:bodyPr/>
          <a:lstStyle/>
          <a:p>
            <a:fld id="{A71B3FCB-C735-413F-84AB-EA69B872E382}" type="slidenum">
              <a:rPr lang="en-GB" smtClean="0"/>
              <a:pPr/>
              <a:t>‹#›</a:t>
            </a:fld>
            <a:endParaRPr lang="en-GB" dirty="0"/>
          </a:p>
        </p:txBody>
      </p:sp>
      <p:sp>
        <p:nvSpPr>
          <p:cNvPr id="4" name="Slide Number Placeholder 2">
            <a:extLst>
              <a:ext uri="{FF2B5EF4-FFF2-40B4-BE49-F238E27FC236}">
                <a16:creationId xmlns:a16="http://schemas.microsoft.com/office/drawing/2014/main" id="{65FE6D1F-E327-4670-BFE5-107CCA4EB3F4}"/>
              </a:ext>
            </a:extLst>
          </p:cNvPr>
          <p:cNvSpPr txBox="1">
            <a:spLocks/>
          </p:cNvSpPr>
          <p:nvPr userDrawn="1"/>
        </p:nvSpPr>
        <p:spPr>
          <a:xfrm>
            <a:off x="6982686" y="4903498"/>
            <a:ext cx="2057400" cy="274637"/>
          </a:xfrm>
          <a:prstGeom prst="rect">
            <a:avLst/>
          </a:prstGeom>
        </p:spPr>
        <p:txBody>
          <a:bodyPr vert="horz" lIns="91440" tIns="45720" rIns="91440" bIns="45720" rtlCol="0" anchor="ctr"/>
          <a:lstStyle>
            <a:defPPr marR="0" lvl="0" algn="l" rtl="0">
              <a:lnSpc>
                <a:spcPct val="100000"/>
              </a:lnSpc>
              <a:spcBef>
                <a:spcPts val="0"/>
              </a:spcBef>
              <a:spcAft>
                <a:spcPts val="0"/>
              </a:spcAft>
            </a:defPPr>
            <a:lvl1pPr marR="0" lvl="0" algn="r" rtl="0">
              <a:lnSpc>
                <a:spcPct val="100000"/>
              </a:lnSpc>
              <a:spcBef>
                <a:spcPts val="0"/>
              </a:spcBef>
              <a:spcAft>
                <a:spcPts val="0"/>
              </a:spcAft>
              <a:buClr>
                <a:srgbClr val="000000"/>
              </a:buClr>
              <a:buFont typeface="Arial"/>
              <a:defRPr sz="900" b="0" i="0" u="none" strike="noStrike" cap="none">
                <a:solidFill>
                  <a:schemeClr val="tx1">
                    <a:tint val="75000"/>
                  </a:schemeClr>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fld id="{A71B3FCB-C735-413F-84AB-EA69B872E382}" type="slidenum">
              <a:rPr lang="en-GB" smtClean="0"/>
              <a:pPr/>
              <a:t>‹#›</a:t>
            </a:fld>
            <a:endParaRPr lang="en-GB" dirty="0"/>
          </a:p>
        </p:txBody>
      </p:sp>
      <p:cxnSp>
        <p:nvCxnSpPr>
          <p:cNvPr id="5" name="Straight Connector 4">
            <a:extLst>
              <a:ext uri="{FF2B5EF4-FFF2-40B4-BE49-F238E27FC236}">
                <a16:creationId xmlns:a16="http://schemas.microsoft.com/office/drawing/2014/main" id="{158F082F-6CCC-473A-9D44-04E90E3967C1}"/>
              </a:ext>
            </a:extLst>
          </p:cNvPr>
          <p:cNvCxnSpPr>
            <a:cxnSpLocks/>
          </p:cNvCxnSpPr>
          <p:nvPr userDrawn="1"/>
        </p:nvCxnSpPr>
        <p:spPr>
          <a:xfrm>
            <a:off x="209655" y="4946161"/>
            <a:ext cx="8724690" cy="0"/>
          </a:xfrm>
          <a:prstGeom prst="line">
            <a:avLst/>
          </a:prstGeom>
        </p:spPr>
        <p:style>
          <a:lnRef idx="1">
            <a:schemeClr val="dk1"/>
          </a:lnRef>
          <a:fillRef idx="0">
            <a:schemeClr val="dk1"/>
          </a:fillRef>
          <a:effectRef idx="0">
            <a:schemeClr val="dk1"/>
          </a:effectRef>
          <a:fontRef idx="minor">
            <a:schemeClr val="tx1"/>
          </a:fontRef>
        </p:style>
      </p:cxnSp>
      <p:sp>
        <p:nvSpPr>
          <p:cNvPr id="6" name="Slide Number Placeholder 1">
            <a:extLst>
              <a:ext uri="{FF2B5EF4-FFF2-40B4-BE49-F238E27FC236}">
                <a16:creationId xmlns:a16="http://schemas.microsoft.com/office/drawing/2014/main" id="{7BF32201-7C7C-47BC-8FE0-D53D28A51AA1}"/>
              </a:ext>
            </a:extLst>
          </p:cNvPr>
          <p:cNvSpPr txBox="1">
            <a:spLocks/>
          </p:cNvSpPr>
          <p:nvPr userDrawn="1"/>
        </p:nvSpPr>
        <p:spPr>
          <a:xfrm>
            <a:off x="6982686" y="4903498"/>
            <a:ext cx="2057400" cy="274637"/>
          </a:xfrm>
          <a:prstGeom prst="rect">
            <a:avLst/>
          </a:prstGeom>
        </p:spPr>
        <p:txBody>
          <a:bodyPr vert="horz" lIns="91440" tIns="45720" rIns="91440" bIns="45720" rtlCol="0" anchor="ctr"/>
          <a:lstStyle>
            <a:defPPr marR="0" lvl="0" algn="l" rtl="0">
              <a:lnSpc>
                <a:spcPct val="100000"/>
              </a:lnSpc>
              <a:spcBef>
                <a:spcPts val="0"/>
              </a:spcBef>
              <a:spcAft>
                <a:spcPts val="0"/>
              </a:spcAft>
            </a:defPPr>
            <a:lvl1pPr marR="0" lvl="0" algn="r" rtl="0">
              <a:lnSpc>
                <a:spcPct val="100000"/>
              </a:lnSpc>
              <a:spcBef>
                <a:spcPts val="0"/>
              </a:spcBef>
              <a:spcAft>
                <a:spcPts val="0"/>
              </a:spcAft>
              <a:buClr>
                <a:srgbClr val="000000"/>
              </a:buClr>
              <a:buFont typeface="Arial"/>
              <a:defRPr sz="900" b="0" i="0" u="none" strike="noStrike" cap="none">
                <a:solidFill>
                  <a:schemeClr val="tx1">
                    <a:tint val="75000"/>
                  </a:schemeClr>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fld id="{C7120256-B2A0-445F-BB88-554FE8156F70}" type="slidenum">
              <a:rPr lang="en-GB" smtClean="0"/>
              <a:pPr/>
              <a:t>‹#›</a:t>
            </a:fld>
            <a:endParaRPr lang="en-GB" dirty="0"/>
          </a:p>
        </p:txBody>
      </p:sp>
      <p:grpSp>
        <p:nvGrpSpPr>
          <p:cNvPr id="7" name="Group 6">
            <a:extLst>
              <a:ext uri="{FF2B5EF4-FFF2-40B4-BE49-F238E27FC236}">
                <a16:creationId xmlns:a16="http://schemas.microsoft.com/office/drawing/2014/main" id="{E30E8741-96FD-4F16-A5AE-DB07D6FE3D71}"/>
              </a:ext>
            </a:extLst>
          </p:cNvPr>
          <p:cNvGrpSpPr/>
          <p:nvPr userDrawn="1"/>
        </p:nvGrpSpPr>
        <p:grpSpPr>
          <a:xfrm>
            <a:off x="0" y="0"/>
            <a:ext cx="9144000" cy="72571"/>
            <a:chOff x="0" y="1"/>
            <a:chExt cx="9144000" cy="50138"/>
          </a:xfrm>
        </p:grpSpPr>
        <p:sp>
          <p:nvSpPr>
            <p:cNvPr id="8" name="Rectangle 7">
              <a:extLst>
                <a:ext uri="{FF2B5EF4-FFF2-40B4-BE49-F238E27FC236}">
                  <a16:creationId xmlns:a16="http://schemas.microsoft.com/office/drawing/2014/main" id="{CE92FDAE-A6E2-490D-B807-6655B8F23167}"/>
                </a:ext>
              </a:extLst>
            </p:cNvPr>
            <p:cNvSpPr/>
            <p:nvPr userDrawn="1"/>
          </p:nvSpPr>
          <p:spPr>
            <a:xfrm>
              <a:off x="0" y="1"/>
              <a:ext cx="4572000" cy="50138"/>
            </a:xfrm>
            <a:prstGeom prst="rect">
              <a:avLst/>
            </a:prstGeom>
            <a:solidFill>
              <a:srgbClr val="16419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9" name="Rectangle 8">
              <a:extLst>
                <a:ext uri="{FF2B5EF4-FFF2-40B4-BE49-F238E27FC236}">
                  <a16:creationId xmlns:a16="http://schemas.microsoft.com/office/drawing/2014/main" id="{841822A8-2AC0-410D-B03E-EA1B5353CD86}"/>
                </a:ext>
              </a:extLst>
            </p:cNvPr>
            <p:cNvSpPr/>
            <p:nvPr userDrawn="1"/>
          </p:nvSpPr>
          <p:spPr>
            <a:xfrm>
              <a:off x="4572000" y="1"/>
              <a:ext cx="4572000" cy="50138"/>
            </a:xfrm>
            <a:prstGeom prst="rect">
              <a:avLst/>
            </a:prstGeom>
            <a:solidFill>
              <a:srgbClr val="E3061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grpSp>
      <p:sp>
        <p:nvSpPr>
          <p:cNvPr id="10" name="Table Placeholder 5">
            <a:extLst>
              <a:ext uri="{FF2B5EF4-FFF2-40B4-BE49-F238E27FC236}">
                <a16:creationId xmlns:a16="http://schemas.microsoft.com/office/drawing/2014/main" id="{EB19AC1B-62D6-45C9-8CE9-739DCC6C21A7}"/>
              </a:ext>
            </a:extLst>
          </p:cNvPr>
          <p:cNvSpPr>
            <a:spLocks noGrp="1"/>
          </p:cNvSpPr>
          <p:nvPr>
            <p:ph type="tbl" sz="quarter" idx="11" hasCustomPrompt="1"/>
          </p:nvPr>
        </p:nvSpPr>
        <p:spPr>
          <a:xfrm>
            <a:off x="502496" y="1447800"/>
            <a:ext cx="7696200" cy="2978150"/>
          </a:xfrm>
          <a:prstGeom prst="rect">
            <a:avLst/>
          </a:prstGeom>
        </p:spPr>
        <p:txBody>
          <a:bodyPr/>
          <a:lstStyle>
            <a:lvl1pPr>
              <a:defRPr>
                <a:solidFill>
                  <a:schemeClr val="tx1"/>
                </a:solidFill>
              </a:defRPr>
            </a:lvl1pPr>
          </a:lstStyle>
          <a:p>
            <a:r>
              <a:rPr lang="en-US" dirty="0"/>
              <a:t>Click to add table</a:t>
            </a:r>
            <a:endParaRPr lang="en-GB" dirty="0"/>
          </a:p>
        </p:txBody>
      </p:sp>
      <p:sp>
        <p:nvSpPr>
          <p:cNvPr id="11" name="Title 8">
            <a:extLst>
              <a:ext uri="{FF2B5EF4-FFF2-40B4-BE49-F238E27FC236}">
                <a16:creationId xmlns:a16="http://schemas.microsoft.com/office/drawing/2014/main" id="{3ACAE9BE-72ED-4135-BC86-E9649E05DB20}"/>
              </a:ext>
            </a:extLst>
          </p:cNvPr>
          <p:cNvSpPr>
            <a:spLocks noGrp="1"/>
          </p:cNvSpPr>
          <p:nvPr>
            <p:ph type="title"/>
          </p:nvPr>
        </p:nvSpPr>
        <p:spPr>
          <a:xfrm>
            <a:off x="209655" y="208569"/>
            <a:ext cx="8281883" cy="809156"/>
          </a:xfrm>
          <a:prstGeom prst="rect">
            <a:avLst/>
          </a:prstGeom>
        </p:spPr>
        <p:txBody>
          <a:bodyPr/>
          <a:lstStyle>
            <a:lvl1pPr algn="l">
              <a:defRPr sz="2400" b="1">
                <a:solidFill>
                  <a:schemeClr val="tx1"/>
                </a:solidFill>
                <a:latin typeface="+mj-lt"/>
              </a:defRPr>
            </a:lvl1pPr>
          </a:lstStyle>
          <a:p>
            <a:endParaRPr lang="en-SG" dirty="0"/>
          </a:p>
        </p:txBody>
      </p:sp>
    </p:spTree>
    <p:extLst>
      <p:ext uri="{BB962C8B-B14F-4D97-AF65-F5344CB8AC3E}">
        <p14:creationId xmlns:p14="http://schemas.microsoft.com/office/powerpoint/2010/main" val="97328760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har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198128B5-D616-EA10-3CF0-E941C31EBB37}"/>
              </a:ext>
            </a:extLst>
          </p:cNvPr>
          <p:cNvSpPr/>
          <p:nvPr userDrawn="1"/>
        </p:nvSpPr>
        <p:spPr>
          <a:xfrm>
            <a:off x="0" y="0"/>
            <a:ext cx="1846273" cy="15879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8" name="Slide Number Placeholder 2">
            <a:extLst>
              <a:ext uri="{FF2B5EF4-FFF2-40B4-BE49-F238E27FC236}">
                <a16:creationId xmlns:a16="http://schemas.microsoft.com/office/drawing/2014/main" id="{F24D199B-3467-46E1-88C2-6116A8719A06}"/>
              </a:ext>
            </a:extLst>
          </p:cNvPr>
          <p:cNvSpPr>
            <a:spLocks noGrp="1"/>
          </p:cNvSpPr>
          <p:nvPr>
            <p:ph type="sldNum" sz="quarter" idx="10"/>
          </p:nvPr>
        </p:nvSpPr>
        <p:spPr>
          <a:xfrm>
            <a:off x="6982686" y="4903498"/>
            <a:ext cx="2057400" cy="274637"/>
          </a:xfrm>
        </p:spPr>
        <p:txBody>
          <a:bodyPr/>
          <a:lstStyle/>
          <a:p>
            <a:fld id="{A71B3FCB-C735-413F-84AB-EA69B872E382}" type="slidenum">
              <a:rPr lang="en-GB" smtClean="0"/>
              <a:pPr/>
              <a:t>‹#›</a:t>
            </a:fld>
            <a:endParaRPr lang="en-GB" dirty="0"/>
          </a:p>
        </p:txBody>
      </p:sp>
      <p:sp>
        <p:nvSpPr>
          <p:cNvPr id="9" name="Slide Number Placeholder 2">
            <a:extLst>
              <a:ext uri="{FF2B5EF4-FFF2-40B4-BE49-F238E27FC236}">
                <a16:creationId xmlns:a16="http://schemas.microsoft.com/office/drawing/2014/main" id="{D3A140D3-B5A2-4C75-8CAA-129A8B45A02B}"/>
              </a:ext>
            </a:extLst>
          </p:cNvPr>
          <p:cNvSpPr txBox="1">
            <a:spLocks/>
          </p:cNvSpPr>
          <p:nvPr userDrawn="1"/>
        </p:nvSpPr>
        <p:spPr>
          <a:xfrm>
            <a:off x="6982686" y="4903498"/>
            <a:ext cx="2057400" cy="274637"/>
          </a:xfrm>
          <a:prstGeom prst="rect">
            <a:avLst/>
          </a:prstGeom>
        </p:spPr>
        <p:txBody>
          <a:bodyPr vert="horz" lIns="91440" tIns="45720" rIns="91440" bIns="45720" rtlCol="0" anchor="ctr"/>
          <a:lstStyle>
            <a:defPPr marR="0" lvl="0" algn="l" rtl="0">
              <a:lnSpc>
                <a:spcPct val="100000"/>
              </a:lnSpc>
              <a:spcBef>
                <a:spcPts val="0"/>
              </a:spcBef>
              <a:spcAft>
                <a:spcPts val="0"/>
              </a:spcAft>
            </a:defPPr>
            <a:lvl1pPr marR="0" lvl="0" algn="r" rtl="0">
              <a:lnSpc>
                <a:spcPct val="100000"/>
              </a:lnSpc>
              <a:spcBef>
                <a:spcPts val="0"/>
              </a:spcBef>
              <a:spcAft>
                <a:spcPts val="0"/>
              </a:spcAft>
              <a:buClr>
                <a:srgbClr val="000000"/>
              </a:buClr>
              <a:buFont typeface="Arial"/>
              <a:defRPr sz="900" b="0" i="0" u="none" strike="noStrike" cap="none">
                <a:solidFill>
                  <a:schemeClr val="tx1">
                    <a:tint val="75000"/>
                  </a:schemeClr>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fld id="{A71B3FCB-C735-413F-84AB-EA69B872E382}" type="slidenum">
              <a:rPr lang="en-GB" smtClean="0"/>
              <a:pPr/>
              <a:t>‹#›</a:t>
            </a:fld>
            <a:endParaRPr lang="en-GB" dirty="0"/>
          </a:p>
        </p:txBody>
      </p:sp>
      <p:cxnSp>
        <p:nvCxnSpPr>
          <p:cNvPr id="10" name="Straight Connector 9">
            <a:extLst>
              <a:ext uri="{FF2B5EF4-FFF2-40B4-BE49-F238E27FC236}">
                <a16:creationId xmlns:a16="http://schemas.microsoft.com/office/drawing/2014/main" id="{E5D13717-2563-4E06-BD7E-71981941A680}"/>
              </a:ext>
            </a:extLst>
          </p:cNvPr>
          <p:cNvCxnSpPr>
            <a:cxnSpLocks/>
          </p:cNvCxnSpPr>
          <p:nvPr userDrawn="1"/>
        </p:nvCxnSpPr>
        <p:spPr>
          <a:xfrm>
            <a:off x="209655" y="4946161"/>
            <a:ext cx="8724690" cy="0"/>
          </a:xfrm>
          <a:prstGeom prst="line">
            <a:avLst/>
          </a:prstGeom>
        </p:spPr>
        <p:style>
          <a:lnRef idx="1">
            <a:schemeClr val="dk1"/>
          </a:lnRef>
          <a:fillRef idx="0">
            <a:schemeClr val="dk1"/>
          </a:fillRef>
          <a:effectRef idx="0">
            <a:schemeClr val="dk1"/>
          </a:effectRef>
          <a:fontRef idx="minor">
            <a:schemeClr val="tx1"/>
          </a:fontRef>
        </p:style>
      </p:cxnSp>
      <p:sp>
        <p:nvSpPr>
          <p:cNvPr id="11" name="Slide Number Placeholder 1">
            <a:extLst>
              <a:ext uri="{FF2B5EF4-FFF2-40B4-BE49-F238E27FC236}">
                <a16:creationId xmlns:a16="http://schemas.microsoft.com/office/drawing/2014/main" id="{66721171-6286-4A37-8B9B-54A3A2315AB1}"/>
              </a:ext>
            </a:extLst>
          </p:cNvPr>
          <p:cNvSpPr txBox="1">
            <a:spLocks/>
          </p:cNvSpPr>
          <p:nvPr userDrawn="1"/>
        </p:nvSpPr>
        <p:spPr>
          <a:xfrm>
            <a:off x="6982686" y="4903498"/>
            <a:ext cx="2057400" cy="274637"/>
          </a:xfrm>
          <a:prstGeom prst="rect">
            <a:avLst/>
          </a:prstGeom>
        </p:spPr>
        <p:txBody>
          <a:bodyPr vert="horz" lIns="91440" tIns="45720" rIns="91440" bIns="45720" rtlCol="0" anchor="ctr"/>
          <a:lstStyle>
            <a:defPPr marR="0" lvl="0" algn="l" rtl="0">
              <a:lnSpc>
                <a:spcPct val="100000"/>
              </a:lnSpc>
              <a:spcBef>
                <a:spcPts val="0"/>
              </a:spcBef>
              <a:spcAft>
                <a:spcPts val="0"/>
              </a:spcAft>
            </a:defPPr>
            <a:lvl1pPr marR="0" lvl="0" algn="r" rtl="0">
              <a:lnSpc>
                <a:spcPct val="100000"/>
              </a:lnSpc>
              <a:spcBef>
                <a:spcPts val="0"/>
              </a:spcBef>
              <a:spcAft>
                <a:spcPts val="0"/>
              </a:spcAft>
              <a:buClr>
                <a:srgbClr val="000000"/>
              </a:buClr>
              <a:buFont typeface="Arial"/>
              <a:defRPr sz="900" b="0" i="0" u="none" strike="noStrike" cap="none">
                <a:solidFill>
                  <a:schemeClr val="tx1">
                    <a:tint val="75000"/>
                  </a:schemeClr>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fld id="{C7120256-B2A0-445F-BB88-554FE8156F70}" type="slidenum">
              <a:rPr lang="en-GB" smtClean="0"/>
              <a:pPr/>
              <a:t>‹#›</a:t>
            </a:fld>
            <a:endParaRPr lang="en-GB" dirty="0"/>
          </a:p>
        </p:txBody>
      </p:sp>
      <p:grpSp>
        <p:nvGrpSpPr>
          <p:cNvPr id="12" name="Group 11">
            <a:extLst>
              <a:ext uri="{FF2B5EF4-FFF2-40B4-BE49-F238E27FC236}">
                <a16:creationId xmlns:a16="http://schemas.microsoft.com/office/drawing/2014/main" id="{2CA16FF6-4B35-49A9-92F5-E2C72A0465EA}"/>
              </a:ext>
            </a:extLst>
          </p:cNvPr>
          <p:cNvGrpSpPr/>
          <p:nvPr userDrawn="1"/>
        </p:nvGrpSpPr>
        <p:grpSpPr>
          <a:xfrm>
            <a:off x="0" y="0"/>
            <a:ext cx="9144000" cy="72571"/>
            <a:chOff x="0" y="1"/>
            <a:chExt cx="9144000" cy="50138"/>
          </a:xfrm>
        </p:grpSpPr>
        <p:sp>
          <p:nvSpPr>
            <p:cNvPr id="13" name="Rectangle 12">
              <a:extLst>
                <a:ext uri="{FF2B5EF4-FFF2-40B4-BE49-F238E27FC236}">
                  <a16:creationId xmlns:a16="http://schemas.microsoft.com/office/drawing/2014/main" id="{FF23C606-31EE-4EED-8BFD-C85B1461B0EF}"/>
                </a:ext>
              </a:extLst>
            </p:cNvPr>
            <p:cNvSpPr/>
            <p:nvPr userDrawn="1"/>
          </p:nvSpPr>
          <p:spPr>
            <a:xfrm>
              <a:off x="0" y="1"/>
              <a:ext cx="4572000" cy="50138"/>
            </a:xfrm>
            <a:prstGeom prst="rect">
              <a:avLst/>
            </a:prstGeom>
            <a:solidFill>
              <a:srgbClr val="16419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14" name="Rectangle 13">
              <a:extLst>
                <a:ext uri="{FF2B5EF4-FFF2-40B4-BE49-F238E27FC236}">
                  <a16:creationId xmlns:a16="http://schemas.microsoft.com/office/drawing/2014/main" id="{3CB1D567-C4C4-46EF-AFFA-5A86C8356487}"/>
                </a:ext>
              </a:extLst>
            </p:cNvPr>
            <p:cNvSpPr/>
            <p:nvPr userDrawn="1"/>
          </p:nvSpPr>
          <p:spPr>
            <a:xfrm>
              <a:off x="4572000" y="1"/>
              <a:ext cx="4572000" cy="50138"/>
            </a:xfrm>
            <a:prstGeom prst="rect">
              <a:avLst/>
            </a:prstGeom>
            <a:solidFill>
              <a:srgbClr val="E3061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grpSp>
      <p:sp>
        <p:nvSpPr>
          <p:cNvPr id="15" name="Title 8">
            <a:extLst>
              <a:ext uri="{FF2B5EF4-FFF2-40B4-BE49-F238E27FC236}">
                <a16:creationId xmlns:a16="http://schemas.microsoft.com/office/drawing/2014/main" id="{49409A70-9728-46E9-BF65-601EB6AF2539}"/>
              </a:ext>
            </a:extLst>
          </p:cNvPr>
          <p:cNvSpPr>
            <a:spLocks noGrp="1"/>
          </p:cNvSpPr>
          <p:nvPr>
            <p:ph type="title"/>
          </p:nvPr>
        </p:nvSpPr>
        <p:spPr>
          <a:xfrm>
            <a:off x="209655" y="208569"/>
            <a:ext cx="8281883" cy="809156"/>
          </a:xfrm>
          <a:prstGeom prst="rect">
            <a:avLst/>
          </a:prstGeom>
        </p:spPr>
        <p:txBody>
          <a:bodyPr/>
          <a:lstStyle>
            <a:lvl1pPr algn="l">
              <a:defRPr sz="2400" b="1">
                <a:solidFill>
                  <a:schemeClr val="tx1"/>
                </a:solidFill>
                <a:latin typeface="+mj-lt"/>
              </a:defRPr>
            </a:lvl1pPr>
          </a:lstStyle>
          <a:p>
            <a:endParaRPr lang="en-SG" dirty="0"/>
          </a:p>
        </p:txBody>
      </p:sp>
      <p:sp>
        <p:nvSpPr>
          <p:cNvPr id="17" name="Chart Placeholder 6">
            <a:extLst>
              <a:ext uri="{FF2B5EF4-FFF2-40B4-BE49-F238E27FC236}">
                <a16:creationId xmlns:a16="http://schemas.microsoft.com/office/drawing/2014/main" id="{7E19B997-B79B-4658-97D1-B30E5EC49118}"/>
              </a:ext>
            </a:extLst>
          </p:cNvPr>
          <p:cNvSpPr>
            <a:spLocks noGrp="1"/>
          </p:cNvSpPr>
          <p:nvPr>
            <p:ph type="chart" sz="quarter" idx="11" hasCustomPrompt="1"/>
          </p:nvPr>
        </p:nvSpPr>
        <p:spPr>
          <a:xfrm>
            <a:off x="502496" y="1450509"/>
            <a:ext cx="7696200" cy="2982945"/>
          </a:xfrm>
          <a:prstGeom prst="rect">
            <a:avLst/>
          </a:prstGeom>
        </p:spPr>
        <p:txBody>
          <a:bodyPr/>
          <a:lstStyle>
            <a:lvl1pPr>
              <a:defRPr>
                <a:solidFill>
                  <a:schemeClr val="tx1"/>
                </a:solidFill>
              </a:defRPr>
            </a:lvl1pPr>
          </a:lstStyle>
          <a:p>
            <a:r>
              <a:rPr lang="en-US" dirty="0"/>
              <a:t>Click to add chart</a:t>
            </a:r>
            <a:endParaRPr lang="en-GB" dirty="0"/>
          </a:p>
        </p:txBody>
      </p:sp>
    </p:spTree>
    <p:extLst>
      <p:ext uri="{BB962C8B-B14F-4D97-AF65-F5344CB8AC3E}">
        <p14:creationId xmlns:p14="http://schemas.microsoft.com/office/powerpoint/2010/main" val="259942455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5 Columns Text w Image">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D7831C3D-FFBB-5BBB-18EF-6DE01EDAF096}"/>
              </a:ext>
            </a:extLst>
          </p:cNvPr>
          <p:cNvSpPr/>
          <p:nvPr userDrawn="1"/>
        </p:nvSpPr>
        <p:spPr>
          <a:xfrm>
            <a:off x="0" y="0"/>
            <a:ext cx="1846273" cy="15879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4" name="Slide Number Placeholder 2">
            <a:extLst>
              <a:ext uri="{FF2B5EF4-FFF2-40B4-BE49-F238E27FC236}">
                <a16:creationId xmlns:a16="http://schemas.microsoft.com/office/drawing/2014/main" id="{8F51EDDA-8278-4736-85E9-B1F7F3B1D994}"/>
              </a:ext>
            </a:extLst>
          </p:cNvPr>
          <p:cNvSpPr>
            <a:spLocks noGrp="1"/>
          </p:cNvSpPr>
          <p:nvPr>
            <p:ph type="sldNum" sz="quarter" idx="10"/>
          </p:nvPr>
        </p:nvSpPr>
        <p:spPr>
          <a:xfrm>
            <a:off x="6982686" y="4903498"/>
            <a:ext cx="2057400" cy="274637"/>
          </a:xfrm>
        </p:spPr>
        <p:txBody>
          <a:bodyPr/>
          <a:lstStyle/>
          <a:p>
            <a:fld id="{A71B3FCB-C735-413F-84AB-EA69B872E382}" type="slidenum">
              <a:rPr lang="en-GB" smtClean="0"/>
              <a:pPr/>
              <a:t>‹#›</a:t>
            </a:fld>
            <a:endParaRPr lang="en-GB" dirty="0"/>
          </a:p>
        </p:txBody>
      </p:sp>
      <p:sp>
        <p:nvSpPr>
          <p:cNvPr id="5" name="Picture Placeholder 25">
            <a:extLst>
              <a:ext uri="{FF2B5EF4-FFF2-40B4-BE49-F238E27FC236}">
                <a16:creationId xmlns:a16="http://schemas.microsoft.com/office/drawing/2014/main" id="{CAC95077-04A1-4BD0-9EFB-501B898A0621}"/>
              </a:ext>
            </a:extLst>
          </p:cNvPr>
          <p:cNvSpPr>
            <a:spLocks noGrp="1"/>
          </p:cNvSpPr>
          <p:nvPr>
            <p:ph type="pic" sz="quarter" idx="12" hasCustomPrompt="1"/>
          </p:nvPr>
        </p:nvSpPr>
        <p:spPr>
          <a:xfrm>
            <a:off x="598414" y="1560885"/>
            <a:ext cx="819300" cy="819300"/>
          </a:xfrm>
          <a:custGeom>
            <a:avLst/>
            <a:gdLst>
              <a:gd name="connsiteX0" fmla="*/ 409650 w 819300"/>
              <a:gd name="connsiteY0" fmla="*/ 0 h 819300"/>
              <a:gd name="connsiteX1" fmla="*/ 819300 w 819300"/>
              <a:gd name="connsiteY1" fmla="*/ 409650 h 819300"/>
              <a:gd name="connsiteX2" fmla="*/ 409650 w 819300"/>
              <a:gd name="connsiteY2" fmla="*/ 819300 h 819300"/>
              <a:gd name="connsiteX3" fmla="*/ 0 w 819300"/>
              <a:gd name="connsiteY3" fmla="*/ 409650 h 819300"/>
              <a:gd name="connsiteX4" fmla="*/ 409650 w 819300"/>
              <a:gd name="connsiteY4" fmla="*/ 0 h 8193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19300" h="819300">
                <a:moveTo>
                  <a:pt x="409650" y="0"/>
                </a:moveTo>
                <a:cubicBezTo>
                  <a:pt x="635893" y="0"/>
                  <a:pt x="819300" y="183407"/>
                  <a:pt x="819300" y="409650"/>
                </a:cubicBezTo>
                <a:cubicBezTo>
                  <a:pt x="819300" y="635893"/>
                  <a:pt x="635893" y="819300"/>
                  <a:pt x="409650" y="819300"/>
                </a:cubicBezTo>
                <a:cubicBezTo>
                  <a:pt x="183407" y="819300"/>
                  <a:pt x="0" y="635893"/>
                  <a:pt x="0" y="409650"/>
                </a:cubicBezTo>
                <a:cubicBezTo>
                  <a:pt x="0" y="183407"/>
                  <a:pt x="183407" y="0"/>
                  <a:pt x="409650" y="0"/>
                </a:cubicBezTo>
                <a:close/>
              </a:path>
            </a:pathLst>
          </a:custGeom>
          <a:noFill/>
          <a:ln>
            <a:noFill/>
          </a:ln>
        </p:spPr>
        <p:txBody>
          <a:bodyPr wrap="square">
            <a:noAutofit/>
          </a:bodyPr>
          <a:lstStyle>
            <a:lvl1pPr marL="152400" indent="0" algn="ctr">
              <a:buNone/>
              <a:defRPr/>
            </a:lvl1pPr>
          </a:lstStyle>
          <a:p>
            <a:r>
              <a:rPr lang="en-SG" dirty="0"/>
              <a:t>X</a:t>
            </a:r>
          </a:p>
        </p:txBody>
      </p:sp>
      <p:sp>
        <p:nvSpPr>
          <p:cNvPr id="6" name="Picture Placeholder 25">
            <a:extLst>
              <a:ext uri="{FF2B5EF4-FFF2-40B4-BE49-F238E27FC236}">
                <a16:creationId xmlns:a16="http://schemas.microsoft.com/office/drawing/2014/main" id="{9FC6923F-4592-4EE5-8478-E01A9CAAB28A}"/>
              </a:ext>
            </a:extLst>
          </p:cNvPr>
          <p:cNvSpPr>
            <a:spLocks noGrp="1"/>
          </p:cNvSpPr>
          <p:nvPr>
            <p:ph type="pic" sz="quarter" idx="15" hasCustomPrompt="1"/>
          </p:nvPr>
        </p:nvSpPr>
        <p:spPr>
          <a:xfrm>
            <a:off x="2386453" y="1579935"/>
            <a:ext cx="819300" cy="819300"/>
          </a:xfrm>
          <a:custGeom>
            <a:avLst/>
            <a:gdLst>
              <a:gd name="connsiteX0" fmla="*/ 409650 w 819300"/>
              <a:gd name="connsiteY0" fmla="*/ 0 h 819300"/>
              <a:gd name="connsiteX1" fmla="*/ 819300 w 819300"/>
              <a:gd name="connsiteY1" fmla="*/ 409650 h 819300"/>
              <a:gd name="connsiteX2" fmla="*/ 409650 w 819300"/>
              <a:gd name="connsiteY2" fmla="*/ 819300 h 819300"/>
              <a:gd name="connsiteX3" fmla="*/ 0 w 819300"/>
              <a:gd name="connsiteY3" fmla="*/ 409650 h 819300"/>
              <a:gd name="connsiteX4" fmla="*/ 409650 w 819300"/>
              <a:gd name="connsiteY4" fmla="*/ 0 h 8193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19300" h="819300">
                <a:moveTo>
                  <a:pt x="409650" y="0"/>
                </a:moveTo>
                <a:cubicBezTo>
                  <a:pt x="635893" y="0"/>
                  <a:pt x="819300" y="183407"/>
                  <a:pt x="819300" y="409650"/>
                </a:cubicBezTo>
                <a:cubicBezTo>
                  <a:pt x="819300" y="635893"/>
                  <a:pt x="635893" y="819300"/>
                  <a:pt x="409650" y="819300"/>
                </a:cubicBezTo>
                <a:cubicBezTo>
                  <a:pt x="183407" y="819300"/>
                  <a:pt x="0" y="635893"/>
                  <a:pt x="0" y="409650"/>
                </a:cubicBezTo>
                <a:cubicBezTo>
                  <a:pt x="0" y="183407"/>
                  <a:pt x="183407" y="0"/>
                  <a:pt x="409650" y="0"/>
                </a:cubicBezTo>
                <a:close/>
              </a:path>
            </a:pathLst>
          </a:custGeom>
          <a:noFill/>
          <a:ln>
            <a:noFill/>
          </a:ln>
        </p:spPr>
        <p:txBody>
          <a:bodyPr wrap="square">
            <a:noAutofit/>
          </a:bodyPr>
          <a:lstStyle>
            <a:lvl1pPr marL="152400" indent="0" algn="ctr">
              <a:buNone/>
              <a:defRPr/>
            </a:lvl1pPr>
          </a:lstStyle>
          <a:p>
            <a:r>
              <a:rPr lang="en-SG" dirty="0"/>
              <a:t>X</a:t>
            </a:r>
          </a:p>
        </p:txBody>
      </p:sp>
      <p:sp>
        <p:nvSpPr>
          <p:cNvPr id="7" name="Picture Placeholder 25">
            <a:extLst>
              <a:ext uri="{FF2B5EF4-FFF2-40B4-BE49-F238E27FC236}">
                <a16:creationId xmlns:a16="http://schemas.microsoft.com/office/drawing/2014/main" id="{7C728777-E0B2-4C57-92F6-574B780B8DD2}"/>
              </a:ext>
            </a:extLst>
          </p:cNvPr>
          <p:cNvSpPr>
            <a:spLocks noGrp="1"/>
          </p:cNvSpPr>
          <p:nvPr>
            <p:ph type="pic" sz="quarter" idx="18" hasCustomPrompt="1"/>
          </p:nvPr>
        </p:nvSpPr>
        <p:spPr>
          <a:xfrm>
            <a:off x="4168588" y="1573585"/>
            <a:ext cx="818528" cy="819300"/>
          </a:xfrm>
          <a:custGeom>
            <a:avLst/>
            <a:gdLst>
              <a:gd name="connsiteX0" fmla="*/ 409650 w 819300"/>
              <a:gd name="connsiteY0" fmla="*/ 0 h 819300"/>
              <a:gd name="connsiteX1" fmla="*/ 819300 w 819300"/>
              <a:gd name="connsiteY1" fmla="*/ 409650 h 819300"/>
              <a:gd name="connsiteX2" fmla="*/ 409650 w 819300"/>
              <a:gd name="connsiteY2" fmla="*/ 819300 h 819300"/>
              <a:gd name="connsiteX3" fmla="*/ 0 w 819300"/>
              <a:gd name="connsiteY3" fmla="*/ 409650 h 819300"/>
              <a:gd name="connsiteX4" fmla="*/ 409650 w 819300"/>
              <a:gd name="connsiteY4" fmla="*/ 0 h 8193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19300" h="819300">
                <a:moveTo>
                  <a:pt x="409650" y="0"/>
                </a:moveTo>
                <a:cubicBezTo>
                  <a:pt x="635893" y="0"/>
                  <a:pt x="819300" y="183407"/>
                  <a:pt x="819300" y="409650"/>
                </a:cubicBezTo>
                <a:cubicBezTo>
                  <a:pt x="819300" y="635893"/>
                  <a:pt x="635893" y="819300"/>
                  <a:pt x="409650" y="819300"/>
                </a:cubicBezTo>
                <a:cubicBezTo>
                  <a:pt x="183407" y="819300"/>
                  <a:pt x="0" y="635893"/>
                  <a:pt x="0" y="409650"/>
                </a:cubicBezTo>
                <a:cubicBezTo>
                  <a:pt x="0" y="183407"/>
                  <a:pt x="183407" y="0"/>
                  <a:pt x="409650" y="0"/>
                </a:cubicBezTo>
                <a:close/>
              </a:path>
            </a:pathLst>
          </a:custGeom>
          <a:noFill/>
          <a:ln>
            <a:noFill/>
          </a:ln>
        </p:spPr>
        <p:txBody>
          <a:bodyPr wrap="square">
            <a:noAutofit/>
          </a:bodyPr>
          <a:lstStyle>
            <a:lvl1pPr marL="152400" indent="0" algn="ctr">
              <a:buNone/>
              <a:defRPr/>
            </a:lvl1pPr>
          </a:lstStyle>
          <a:p>
            <a:r>
              <a:rPr lang="en-SG" dirty="0"/>
              <a:t>X</a:t>
            </a:r>
          </a:p>
        </p:txBody>
      </p:sp>
      <p:sp>
        <p:nvSpPr>
          <p:cNvPr id="8" name="Picture Placeholder 25">
            <a:extLst>
              <a:ext uri="{FF2B5EF4-FFF2-40B4-BE49-F238E27FC236}">
                <a16:creationId xmlns:a16="http://schemas.microsoft.com/office/drawing/2014/main" id="{61900EE8-0663-4162-9DB3-AFD1C2B2E49F}"/>
              </a:ext>
            </a:extLst>
          </p:cNvPr>
          <p:cNvSpPr>
            <a:spLocks noGrp="1"/>
          </p:cNvSpPr>
          <p:nvPr>
            <p:ph type="pic" sz="quarter" idx="21" hasCustomPrompt="1"/>
          </p:nvPr>
        </p:nvSpPr>
        <p:spPr>
          <a:xfrm>
            <a:off x="7716439" y="1573585"/>
            <a:ext cx="819300" cy="819300"/>
          </a:xfrm>
          <a:custGeom>
            <a:avLst/>
            <a:gdLst>
              <a:gd name="connsiteX0" fmla="*/ 409650 w 819300"/>
              <a:gd name="connsiteY0" fmla="*/ 0 h 819300"/>
              <a:gd name="connsiteX1" fmla="*/ 819300 w 819300"/>
              <a:gd name="connsiteY1" fmla="*/ 409650 h 819300"/>
              <a:gd name="connsiteX2" fmla="*/ 409650 w 819300"/>
              <a:gd name="connsiteY2" fmla="*/ 819300 h 819300"/>
              <a:gd name="connsiteX3" fmla="*/ 0 w 819300"/>
              <a:gd name="connsiteY3" fmla="*/ 409650 h 819300"/>
              <a:gd name="connsiteX4" fmla="*/ 409650 w 819300"/>
              <a:gd name="connsiteY4" fmla="*/ 0 h 8193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19300" h="819300">
                <a:moveTo>
                  <a:pt x="409650" y="0"/>
                </a:moveTo>
                <a:cubicBezTo>
                  <a:pt x="635893" y="0"/>
                  <a:pt x="819300" y="183407"/>
                  <a:pt x="819300" y="409650"/>
                </a:cubicBezTo>
                <a:cubicBezTo>
                  <a:pt x="819300" y="635893"/>
                  <a:pt x="635893" y="819300"/>
                  <a:pt x="409650" y="819300"/>
                </a:cubicBezTo>
                <a:cubicBezTo>
                  <a:pt x="183407" y="819300"/>
                  <a:pt x="0" y="635893"/>
                  <a:pt x="0" y="409650"/>
                </a:cubicBezTo>
                <a:cubicBezTo>
                  <a:pt x="0" y="183407"/>
                  <a:pt x="183407" y="0"/>
                  <a:pt x="409650" y="0"/>
                </a:cubicBezTo>
                <a:close/>
              </a:path>
            </a:pathLst>
          </a:custGeom>
          <a:noFill/>
          <a:ln>
            <a:noFill/>
          </a:ln>
        </p:spPr>
        <p:txBody>
          <a:bodyPr wrap="square">
            <a:noAutofit/>
          </a:bodyPr>
          <a:lstStyle>
            <a:lvl1pPr marL="152400" indent="0" algn="ctr">
              <a:buNone/>
              <a:defRPr/>
            </a:lvl1pPr>
          </a:lstStyle>
          <a:p>
            <a:r>
              <a:rPr lang="en-SG" dirty="0"/>
              <a:t>X</a:t>
            </a:r>
          </a:p>
        </p:txBody>
      </p:sp>
      <p:sp>
        <p:nvSpPr>
          <p:cNvPr id="9" name="Picture Placeholder 25">
            <a:extLst>
              <a:ext uri="{FF2B5EF4-FFF2-40B4-BE49-F238E27FC236}">
                <a16:creationId xmlns:a16="http://schemas.microsoft.com/office/drawing/2014/main" id="{F37C1762-70C4-4AE5-8641-62EB30315A89}"/>
              </a:ext>
            </a:extLst>
          </p:cNvPr>
          <p:cNvSpPr>
            <a:spLocks noGrp="1"/>
          </p:cNvSpPr>
          <p:nvPr>
            <p:ph type="pic" sz="quarter" idx="24" hasCustomPrompt="1"/>
          </p:nvPr>
        </p:nvSpPr>
        <p:spPr>
          <a:xfrm>
            <a:off x="5937399" y="1579935"/>
            <a:ext cx="818528" cy="819300"/>
          </a:xfrm>
          <a:custGeom>
            <a:avLst/>
            <a:gdLst>
              <a:gd name="connsiteX0" fmla="*/ 409650 w 819300"/>
              <a:gd name="connsiteY0" fmla="*/ 0 h 819300"/>
              <a:gd name="connsiteX1" fmla="*/ 819300 w 819300"/>
              <a:gd name="connsiteY1" fmla="*/ 409650 h 819300"/>
              <a:gd name="connsiteX2" fmla="*/ 409650 w 819300"/>
              <a:gd name="connsiteY2" fmla="*/ 819300 h 819300"/>
              <a:gd name="connsiteX3" fmla="*/ 0 w 819300"/>
              <a:gd name="connsiteY3" fmla="*/ 409650 h 819300"/>
              <a:gd name="connsiteX4" fmla="*/ 409650 w 819300"/>
              <a:gd name="connsiteY4" fmla="*/ 0 h 8193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19300" h="819300">
                <a:moveTo>
                  <a:pt x="409650" y="0"/>
                </a:moveTo>
                <a:cubicBezTo>
                  <a:pt x="635893" y="0"/>
                  <a:pt x="819300" y="183407"/>
                  <a:pt x="819300" y="409650"/>
                </a:cubicBezTo>
                <a:cubicBezTo>
                  <a:pt x="819300" y="635893"/>
                  <a:pt x="635893" y="819300"/>
                  <a:pt x="409650" y="819300"/>
                </a:cubicBezTo>
                <a:cubicBezTo>
                  <a:pt x="183407" y="819300"/>
                  <a:pt x="0" y="635893"/>
                  <a:pt x="0" y="409650"/>
                </a:cubicBezTo>
                <a:cubicBezTo>
                  <a:pt x="0" y="183407"/>
                  <a:pt x="183407" y="0"/>
                  <a:pt x="409650" y="0"/>
                </a:cubicBezTo>
                <a:close/>
              </a:path>
            </a:pathLst>
          </a:custGeom>
          <a:noFill/>
          <a:ln>
            <a:noFill/>
          </a:ln>
        </p:spPr>
        <p:txBody>
          <a:bodyPr wrap="square">
            <a:noAutofit/>
          </a:bodyPr>
          <a:lstStyle>
            <a:lvl1pPr marL="152400" indent="0" algn="ctr">
              <a:buNone/>
              <a:defRPr/>
            </a:lvl1pPr>
          </a:lstStyle>
          <a:p>
            <a:r>
              <a:rPr lang="en-SG" dirty="0"/>
              <a:t>X</a:t>
            </a:r>
          </a:p>
        </p:txBody>
      </p:sp>
      <p:sp>
        <p:nvSpPr>
          <p:cNvPr id="14" name="Text Placeholder 3">
            <a:extLst>
              <a:ext uri="{FF2B5EF4-FFF2-40B4-BE49-F238E27FC236}">
                <a16:creationId xmlns:a16="http://schemas.microsoft.com/office/drawing/2014/main" id="{04ECB593-C738-4ABD-9C45-B9933C76B165}"/>
              </a:ext>
            </a:extLst>
          </p:cNvPr>
          <p:cNvSpPr>
            <a:spLocks noGrp="1"/>
          </p:cNvSpPr>
          <p:nvPr>
            <p:ph type="body" sz="quarter" idx="34"/>
          </p:nvPr>
        </p:nvSpPr>
        <p:spPr>
          <a:xfrm>
            <a:off x="284218" y="2559625"/>
            <a:ext cx="1471967" cy="479160"/>
          </a:xfrm>
          <a:prstGeom prst="rect">
            <a:avLst/>
          </a:prstGeom>
        </p:spPr>
        <p:txBody>
          <a:bodyPr/>
          <a:lstStyle>
            <a:lvl1pPr marL="0" marR="0" indent="0" algn="ctr" defTabSz="914400" rtl="0" eaLnBrk="1" fontAlgn="auto" latinLnBrk="0" hangingPunct="1">
              <a:lnSpc>
                <a:spcPct val="115000"/>
              </a:lnSpc>
              <a:spcBef>
                <a:spcPts val="0"/>
              </a:spcBef>
              <a:spcAft>
                <a:spcPts val="0"/>
              </a:spcAft>
              <a:buClr>
                <a:srgbClr val="000000"/>
              </a:buClr>
              <a:buSzPts val="1200"/>
              <a:buFont typeface="Raleway"/>
              <a:buNone/>
              <a:tabLst/>
              <a:defRPr sz="1400" b="1">
                <a:solidFill>
                  <a:schemeClr val="accent1"/>
                </a:solidFill>
                <a:latin typeface="+mj-lt"/>
                <a:ea typeface="SF Pro Display" panose="00000500000000000000" pitchFamily="2" charset="0"/>
              </a:defRPr>
            </a:lvl1pPr>
          </a:lstStyle>
          <a:p>
            <a:pPr lvl="0"/>
            <a:endParaRPr lang="en-SG" dirty="0"/>
          </a:p>
        </p:txBody>
      </p:sp>
      <p:sp>
        <p:nvSpPr>
          <p:cNvPr id="15" name="Text Placeholder 3">
            <a:extLst>
              <a:ext uri="{FF2B5EF4-FFF2-40B4-BE49-F238E27FC236}">
                <a16:creationId xmlns:a16="http://schemas.microsoft.com/office/drawing/2014/main" id="{1EC2698C-7CDF-4F69-BDD0-741E2272937C}"/>
              </a:ext>
            </a:extLst>
          </p:cNvPr>
          <p:cNvSpPr>
            <a:spLocks noGrp="1"/>
          </p:cNvSpPr>
          <p:nvPr>
            <p:ph type="body" sz="quarter" idx="35"/>
          </p:nvPr>
        </p:nvSpPr>
        <p:spPr>
          <a:xfrm>
            <a:off x="288697" y="3071513"/>
            <a:ext cx="1467488" cy="377251"/>
          </a:xfrm>
          <a:prstGeom prst="rect">
            <a:avLst/>
          </a:prstGeom>
        </p:spPr>
        <p:txBody>
          <a:bodyPr/>
          <a:lstStyle>
            <a:lvl1pPr marL="0" marR="0" indent="0" algn="ctr" defTabSz="914400" rtl="0" eaLnBrk="1" fontAlgn="auto" latinLnBrk="0" hangingPunct="1">
              <a:lnSpc>
                <a:spcPct val="150000"/>
              </a:lnSpc>
              <a:spcBef>
                <a:spcPts val="0"/>
              </a:spcBef>
              <a:spcAft>
                <a:spcPts val="0"/>
              </a:spcAft>
              <a:buClr>
                <a:srgbClr val="000000"/>
              </a:buClr>
              <a:buSzPts val="1200"/>
              <a:buFont typeface="Raleway"/>
              <a:buNone/>
              <a:tabLst/>
              <a:defRPr sz="1000" b="0">
                <a:solidFill>
                  <a:schemeClr val="tx1"/>
                </a:solidFill>
                <a:latin typeface="+mn-lt"/>
                <a:ea typeface="SF Pro Display" panose="00000500000000000000" pitchFamily="2" charset="0"/>
              </a:defRPr>
            </a:lvl1pPr>
          </a:lstStyle>
          <a:p>
            <a:pPr lvl="0"/>
            <a:endParaRPr lang="en-SG" dirty="0"/>
          </a:p>
        </p:txBody>
      </p:sp>
      <p:sp>
        <p:nvSpPr>
          <p:cNvPr id="16" name="Text Placeholder 3">
            <a:extLst>
              <a:ext uri="{FF2B5EF4-FFF2-40B4-BE49-F238E27FC236}">
                <a16:creationId xmlns:a16="http://schemas.microsoft.com/office/drawing/2014/main" id="{557D808F-C477-43B3-B801-66822345408A}"/>
              </a:ext>
            </a:extLst>
          </p:cNvPr>
          <p:cNvSpPr>
            <a:spLocks noGrp="1"/>
          </p:cNvSpPr>
          <p:nvPr>
            <p:ph type="body" sz="quarter" idx="36"/>
          </p:nvPr>
        </p:nvSpPr>
        <p:spPr>
          <a:xfrm>
            <a:off x="2090603" y="2559625"/>
            <a:ext cx="1452190" cy="479160"/>
          </a:xfrm>
          <a:prstGeom prst="rect">
            <a:avLst/>
          </a:prstGeom>
        </p:spPr>
        <p:txBody>
          <a:bodyPr/>
          <a:lstStyle>
            <a:lvl1pPr marL="0" marR="0" indent="0" algn="ctr" defTabSz="914400" rtl="0" eaLnBrk="1" fontAlgn="auto" latinLnBrk="0" hangingPunct="1">
              <a:lnSpc>
                <a:spcPct val="115000"/>
              </a:lnSpc>
              <a:spcBef>
                <a:spcPts val="0"/>
              </a:spcBef>
              <a:spcAft>
                <a:spcPts val="0"/>
              </a:spcAft>
              <a:buClr>
                <a:srgbClr val="000000"/>
              </a:buClr>
              <a:buSzPts val="1200"/>
              <a:buFont typeface="Raleway"/>
              <a:buNone/>
              <a:tabLst/>
              <a:defRPr sz="1400" b="1">
                <a:solidFill>
                  <a:schemeClr val="accent1"/>
                </a:solidFill>
                <a:latin typeface="+mj-lt"/>
                <a:ea typeface="SF Pro Display" panose="00000500000000000000" pitchFamily="2" charset="0"/>
              </a:defRPr>
            </a:lvl1pPr>
          </a:lstStyle>
          <a:p>
            <a:pPr lvl="0"/>
            <a:endParaRPr lang="en-SG" dirty="0"/>
          </a:p>
        </p:txBody>
      </p:sp>
      <p:sp>
        <p:nvSpPr>
          <p:cNvPr id="17" name="Text Placeholder 3">
            <a:extLst>
              <a:ext uri="{FF2B5EF4-FFF2-40B4-BE49-F238E27FC236}">
                <a16:creationId xmlns:a16="http://schemas.microsoft.com/office/drawing/2014/main" id="{F4D41844-1A2A-45ED-8EF5-6D3DBC3F31BB}"/>
              </a:ext>
            </a:extLst>
          </p:cNvPr>
          <p:cNvSpPr>
            <a:spLocks noGrp="1"/>
          </p:cNvSpPr>
          <p:nvPr>
            <p:ph type="body" sz="quarter" idx="37"/>
          </p:nvPr>
        </p:nvSpPr>
        <p:spPr>
          <a:xfrm>
            <a:off x="2095081" y="3071513"/>
            <a:ext cx="1452190" cy="377251"/>
          </a:xfrm>
          <a:prstGeom prst="rect">
            <a:avLst/>
          </a:prstGeom>
        </p:spPr>
        <p:txBody>
          <a:bodyPr/>
          <a:lstStyle>
            <a:lvl1pPr marL="0" marR="0" indent="0" algn="ctr" defTabSz="914400" rtl="0" eaLnBrk="1" fontAlgn="auto" latinLnBrk="0" hangingPunct="1">
              <a:lnSpc>
                <a:spcPct val="150000"/>
              </a:lnSpc>
              <a:spcBef>
                <a:spcPts val="0"/>
              </a:spcBef>
              <a:spcAft>
                <a:spcPts val="0"/>
              </a:spcAft>
              <a:buClr>
                <a:srgbClr val="000000"/>
              </a:buClr>
              <a:buSzPts val="1200"/>
              <a:buFont typeface="Raleway"/>
              <a:buNone/>
              <a:tabLst/>
              <a:defRPr sz="1000" b="0">
                <a:solidFill>
                  <a:schemeClr val="tx1"/>
                </a:solidFill>
                <a:latin typeface="+mn-lt"/>
                <a:ea typeface="SF Pro Display" panose="00000500000000000000" pitchFamily="2" charset="0"/>
              </a:defRPr>
            </a:lvl1pPr>
          </a:lstStyle>
          <a:p>
            <a:pPr lvl="0"/>
            <a:endParaRPr lang="en-SG" dirty="0"/>
          </a:p>
        </p:txBody>
      </p:sp>
      <p:sp>
        <p:nvSpPr>
          <p:cNvPr id="18" name="Text Placeholder 3">
            <a:extLst>
              <a:ext uri="{FF2B5EF4-FFF2-40B4-BE49-F238E27FC236}">
                <a16:creationId xmlns:a16="http://schemas.microsoft.com/office/drawing/2014/main" id="{D2A9C5A7-F52F-438C-B5CB-A62AA3B7E6BF}"/>
              </a:ext>
            </a:extLst>
          </p:cNvPr>
          <p:cNvSpPr>
            <a:spLocks noGrp="1"/>
          </p:cNvSpPr>
          <p:nvPr>
            <p:ph type="body" sz="quarter" idx="38"/>
          </p:nvPr>
        </p:nvSpPr>
        <p:spPr>
          <a:xfrm>
            <a:off x="3883542" y="2559625"/>
            <a:ext cx="1452190" cy="479160"/>
          </a:xfrm>
          <a:prstGeom prst="rect">
            <a:avLst/>
          </a:prstGeom>
        </p:spPr>
        <p:txBody>
          <a:bodyPr/>
          <a:lstStyle>
            <a:lvl1pPr marL="0" marR="0" indent="0" algn="ctr" defTabSz="914400" rtl="0" eaLnBrk="1" fontAlgn="auto" latinLnBrk="0" hangingPunct="1">
              <a:lnSpc>
                <a:spcPct val="115000"/>
              </a:lnSpc>
              <a:spcBef>
                <a:spcPts val="0"/>
              </a:spcBef>
              <a:spcAft>
                <a:spcPts val="0"/>
              </a:spcAft>
              <a:buClr>
                <a:srgbClr val="000000"/>
              </a:buClr>
              <a:buSzPts val="1200"/>
              <a:buFont typeface="Raleway"/>
              <a:buNone/>
              <a:tabLst/>
              <a:defRPr sz="1400" b="1">
                <a:solidFill>
                  <a:schemeClr val="accent1"/>
                </a:solidFill>
                <a:latin typeface="+mj-lt"/>
                <a:ea typeface="SF Pro Display" panose="00000500000000000000" pitchFamily="2" charset="0"/>
              </a:defRPr>
            </a:lvl1pPr>
          </a:lstStyle>
          <a:p>
            <a:pPr lvl="0"/>
            <a:endParaRPr lang="en-SG" dirty="0"/>
          </a:p>
        </p:txBody>
      </p:sp>
      <p:sp>
        <p:nvSpPr>
          <p:cNvPr id="19" name="Text Placeholder 3">
            <a:extLst>
              <a:ext uri="{FF2B5EF4-FFF2-40B4-BE49-F238E27FC236}">
                <a16:creationId xmlns:a16="http://schemas.microsoft.com/office/drawing/2014/main" id="{2D666E86-7DAA-4672-A7DB-0A6F0E73712E}"/>
              </a:ext>
            </a:extLst>
          </p:cNvPr>
          <p:cNvSpPr>
            <a:spLocks noGrp="1"/>
          </p:cNvSpPr>
          <p:nvPr>
            <p:ph type="body" sz="quarter" idx="39"/>
          </p:nvPr>
        </p:nvSpPr>
        <p:spPr>
          <a:xfrm>
            <a:off x="3888020" y="3071513"/>
            <a:ext cx="1452190" cy="377251"/>
          </a:xfrm>
          <a:prstGeom prst="rect">
            <a:avLst/>
          </a:prstGeom>
        </p:spPr>
        <p:txBody>
          <a:bodyPr/>
          <a:lstStyle>
            <a:lvl1pPr marL="0" marR="0" indent="0" algn="ctr" defTabSz="914400" rtl="0" eaLnBrk="1" fontAlgn="auto" latinLnBrk="0" hangingPunct="1">
              <a:lnSpc>
                <a:spcPct val="150000"/>
              </a:lnSpc>
              <a:spcBef>
                <a:spcPts val="0"/>
              </a:spcBef>
              <a:spcAft>
                <a:spcPts val="0"/>
              </a:spcAft>
              <a:buClr>
                <a:srgbClr val="000000"/>
              </a:buClr>
              <a:buSzPts val="1200"/>
              <a:buFont typeface="Raleway"/>
              <a:buNone/>
              <a:tabLst/>
              <a:defRPr sz="1000" b="0">
                <a:solidFill>
                  <a:schemeClr val="tx1"/>
                </a:solidFill>
                <a:latin typeface="+mn-lt"/>
                <a:ea typeface="SF Pro Display" panose="00000500000000000000" pitchFamily="2" charset="0"/>
              </a:defRPr>
            </a:lvl1pPr>
          </a:lstStyle>
          <a:p>
            <a:pPr lvl="0"/>
            <a:endParaRPr lang="en-SG" dirty="0"/>
          </a:p>
        </p:txBody>
      </p:sp>
      <p:sp>
        <p:nvSpPr>
          <p:cNvPr id="20" name="Text Placeholder 3">
            <a:extLst>
              <a:ext uri="{FF2B5EF4-FFF2-40B4-BE49-F238E27FC236}">
                <a16:creationId xmlns:a16="http://schemas.microsoft.com/office/drawing/2014/main" id="{F971E6D0-0779-4E08-936C-190570AB90EC}"/>
              </a:ext>
            </a:extLst>
          </p:cNvPr>
          <p:cNvSpPr>
            <a:spLocks noGrp="1"/>
          </p:cNvSpPr>
          <p:nvPr>
            <p:ph type="body" sz="quarter" idx="40"/>
          </p:nvPr>
        </p:nvSpPr>
        <p:spPr>
          <a:xfrm>
            <a:off x="5656311" y="2559625"/>
            <a:ext cx="1452190" cy="479160"/>
          </a:xfrm>
          <a:prstGeom prst="rect">
            <a:avLst/>
          </a:prstGeom>
        </p:spPr>
        <p:txBody>
          <a:bodyPr/>
          <a:lstStyle>
            <a:lvl1pPr marL="0" marR="0" indent="0" algn="ctr" defTabSz="914400" rtl="0" eaLnBrk="1" fontAlgn="auto" latinLnBrk="0" hangingPunct="1">
              <a:lnSpc>
                <a:spcPct val="115000"/>
              </a:lnSpc>
              <a:spcBef>
                <a:spcPts val="0"/>
              </a:spcBef>
              <a:spcAft>
                <a:spcPts val="0"/>
              </a:spcAft>
              <a:buClr>
                <a:srgbClr val="000000"/>
              </a:buClr>
              <a:buSzPts val="1200"/>
              <a:buFont typeface="Raleway"/>
              <a:buNone/>
              <a:tabLst/>
              <a:defRPr sz="1400" b="1">
                <a:solidFill>
                  <a:schemeClr val="accent1"/>
                </a:solidFill>
                <a:latin typeface="+mj-lt"/>
                <a:ea typeface="SF Pro Display" panose="00000500000000000000" pitchFamily="2" charset="0"/>
              </a:defRPr>
            </a:lvl1pPr>
          </a:lstStyle>
          <a:p>
            <a:pPr lvl="0"/>
            <a:endParaRPr lang="en-SG" dirty="0"/>
          </a:p>
        </p:txBody>
      </p:sp>
      <p:sp>
        <p:nvSpPr>
          <p:cNvPr id="21" name="Text Placeholder 3">
            <a:extLst>
              <a:ext uri="{FF2B5EF4-FFF2-40B4-BE49-F238E27FC236}">
                <a16:creationId xmlns:a16="http://schemas.microsoft.com/office/drawing/2014/main" id="{556B242F-DD7D-490C-9AA7-E345DE30DB70}"/>
              </a:ext>
            </a:extLst>
          </p:cNvPr>
          <p:cNvSpPr>
            <a:spLocks noGrp="1"/>
          </p:cNvSpPr>
          <p:nvPr>
            <p:ph type="body" sz="quarter" idx="41"/>
          </p:nvPr>
        </p:nvSpPr>
        <p:spPr>
          <a:xfrm>
            <a:off x="5660789" y="3071513"/>
            <a:ext cx="1452190" cy="377251"/>
          </a:xfrm>
          <a:prstGeom prst="rect">
            <a:avLst/>
          </a:prstGeom>
        </p:spPr>
        <p:txBody>
          <a:bodyPr/>
          <a:lstStyle>
            <a:lvl1pPr marL="0" marR="0" indent="0" algn="ctr" defTabSz="914400" rtl="0" eaLnBrk="1" fontAlgn="auto" latinLnBrk="0" hangingPunct="1">
              <a:lnSpc>
                <a:spcPct val="150000"/>
              </a:lnSpc>
              <a:spcBef>
                <a:spcPts val="0"/>
              </a:spcBef>
              <a:spcAft>
                <a:spcPts val="0"/>
              </a:spcAft>
              <a:buClr>
                <a:srgbClr val="000000"/>
              </a:buClr>
              <a:buSzPts val="1200"/>
              <a:buFont typeface="Raleway"/>
              <a:buNone/>
              <a:tabLst/>
              <a:defRPr sz="1000" b="0">
                <a:solidFill>
                  <a:schemeClr val="tx1"/>
                </a:solidFill>
                <a:latin typeface="+mn-lt"/>
                <a:ea typeface="SF Pro Display" panose="00000500000000000000" pitchFamily="2" charset="0"/>
              </a:defRPr>
            </a:lvl1pPr>
          </a:lstStyle>
          <a:p>
            <a:pPr lvl="0"/>
            <a:endParaRPr lang="en-SG" dirty="0"/>
          </a:p>
        </p:txBody>
      </p:sp>
      <p:sp>
        <p:nvSpPr>
          <p:cNvPr id="22" name="Text Placeholder 3">
            <a:extLst>
              <a:ext uri="{FF2B5EF4-FFF2-40B4-BE49-F238E27FC236}">
                <a16:creationId xmlns:a16="http://schemas.microsoft.com/office/drawing/2014/main" id="{1D6D14DF-1D27-41BC-937F-EAE1E256D853}"/>
              </a:ext>
            </a:extLst>
          </p:cNvPr>
          <p:cNvSpPr>
            <a:spLocks noGrp="1"/>
          </p:cNvSpPr>
          <p:nvPr>
            <p:ph type="body" sz="quarter" idx="42"/>
          </p:nvPr>
        </p:nvSpPr>
        <p:spPr>
          <a:xfrm>
            <a:off x="7429084" y="2559625"/>
            <a:ext cx="1452190" cy="479160"/>
          </a:xfrm>
          <a:prstGeom prst="rect">
            <a:avLst/>
          </a:prstGeom>
        </p:spPr>
        <p:txBody>
          <a:bodyPr/>
          <a:lstStyle>
            <a:lvl1pPr marL="0" marR="0" indent="0" algn="ctr" defTabSz="914400" rtl="0" eaLnBrk="1" fontAlgn="auto" latinLnBrk="0" hangingPunct="1">
              <a:lnSpc>
                <a:spcPct val="115000"/>
              </a:lnSpc>
              <a:spcBef>
                <a:spcPts val="0"/>
              </a:spcBef>
              <a:spcAft>
                <a:spcPts val="0"/>
              </a:spcAft>
              <a:buClr>
                <a:srgbClr val="000000"/>
              </a:buClr>
              <a:buSzPts val="1200"/>
              <a:buFont typeface="Raleway"/>
              <a:buNone/>
              <a:tabLst/>
              <a:defRPr sz="1400" b="1">
                <a:solidFill>
                  <a:schemeClr val="accent1"/>
                </a:solidFill>
                <a:latin typeface="+mj-lt"/>
                <a:ea typeface="SF Pro Display" panose="00000500000000000000" pitchFamily="2" charset="0"/>
              </a:defRPr>
            </a:lvl1pPr>
          </a:lstStyle>
          <a:p>
            <a:pPr lvl="0"/>
            <a:endParaRPr lang="en-SG" dirty="0"/>
          </a:p>
        </p:txBody>
      </p:sp>
      <p:sp>
        <p:nvSpPr>
          <p:cNvPr id="23" name="Text Placeholder 3">
            <a:extLst>
              <a:ext uri="{FF2B5EF4-FFF2-40B4-BE49-F238E27FC236}">
                <a16:creationId xmlns:a16="http://schemas.microsoft.com/office/drawing/2014/main" id="{A818CF49-1635-4F0D-9970-08792A0C7BAF}"/>
              </a:ext>
            </a:extLst>
          </p:cNvPr>
          <p:cNvSpPr>
            <a:spLocks noGrp="1"/>
          </p:cNvSpPr>
          <p:nvPr>
            <p:ph type="body" sz="quarter" idx="43"/>
          </p:nvPr>
        </p:nvSpPr>
        <p:spPr>
          <a:xfrm>
            <a:off x="7433562" y="3071513"/>
            <a:ext cx="1452190" cy="377251"/>
          </a:xfrm>
          <a:prstGeom prst="rect">
            <a:avLst/>
          </a:prstGeom>
        </p:spPr>
        <p:txBody>
          <a:bodyPr/>
          <a:lstStyle>
            <a:lvl1pPr marL="0" marR="0" indent="0" algn="ctr" defTabSz="914400" rtl="0" eaLnBrk="1" fontAlgn="auto" latinLnBrk="0" hangingPunct="1">
              <a:lnSpc>
                <a:spcPct val="150000"/>
              </a:lnSpc>
              <a:spcBef>
                <a:spcPts val="0"/>
              </a:spcBef>
              <a:spcAft>
                <a:spcPts val="0"/>
              </a:spcAft>
              <a:buClr>
                <a:srgbClr val="000000"/>
              </a:buClr>
              <a:buSzPts val="1200"/>
              <a:buFont typeface="Raleway"/>
              <a:buNone/>
              <a:tabLst/>
              <a:defRPr sz="1000" b="0">
                <a:solidFill>
                  <a:schemeClr val="tx1"/>
                </a:solidFill>
                <a:latin typeface="+mn-lt"/>
                <a:ea typeface="SF Pro Display" panose="00000500000000000000" pitchFamily="2" charset="0"/>
              </a:defRPr>
            </a:lvl1pPr>
          </a:lstStyle>
          <a:p>
            <a:pPr lvl="0"/>
            <a:endParaRPr lang="en-SG" dirty="0"/>
          </a:p>
        </p:txBody>
      </p:sp>
      <p:cxnSp>
        <p:nvCxnSpPr>
          <p:cNvPr id="24" name="Straight Connector 23">
            <a:extLst>
              <a:ext uri="{FF2B5EF4-FFF2-40B4-BE49-F238E27FC236}">
                <a16:creationId xmlns:a16="http://schemas.microsoft.com/office/drawing/2014/main" id="{2832B68A-7D03-417F-AAA1-4BAE9116B041}"/>
              </a:ext>
            </a:extLst>
          </p:cNvPr>
          <p:cNvCxnSpPr>
            <a:cxnSpLocks/>
          </p:cNvCxnSpPr>
          <p:nvPr userDrawn="1"/>
        </p:nvCxnSpPr>
        <p:spPr>
          <a:xfrm>
            <a:off x="209655" y="4946161"/>
            <a:ext cx="8724690" cy="0"/>
          </a:xfrm>
          <a:prstGeom prst="line">
            <a:avLst/>
          </a:prstGeom>
        </p:spPr>
        <p:style>
          <a:lnRef idx="1">
            <a:schemeClr val="dk1"/>
          </a:lnRef>
          <a:fillRef idx="0">
            <a:schemeClr val="dk1"/>
          </a:fillRef>
          <a:effectRef idx="0">
            <a:schemeClr val="dk1"/>
          </a:effectRef>
          <a:fontRef idx="minor">
            <a:schemeClr val="tx1"/>
          </a:fontRef>
        </p:style>
      </p:cxnSp>
      <p:sp>
        <p:nvSpPr>
          <p:cNvPr id="25" name="Slide Number Placeholder 1">
            <a:extLst>
              <a:ext uri="{FF2B5EF4-FFF2-40B4-BE49-F238E27FC236}">
                <a16:creationId xmlns:a16="http://schemas.microsoft.com/office/drawing/2014/main" id="{CA84B292-C4F4-4369-9B6A-0AFBF5385495}"/>
              </a:ext>
            </a:extLst>
          </p:cNvPr>
          <p:cNvSpPr txBox="1">
            <a:spLocks/>
          </p:cNvSpPr>
          <p:nvPr userDrawn="1"/>
        </p:nvSpPr>
        <p:spPr>
          <a:xfrm>
            <a:off x="6982686" y="4903498"/>
            <a:ext cx="2057400" cy="274637"/>
          </a:xfrm>
          <a:prstGeom prst="rect">
            <a:avLst/>
          </a:prstGeom>
        </p:spPr>
        <p:txBody>
          <a:bodyPr vert="horz" lIns="91440" tIns="45720" rIns="91440" bIns="45720" rtlCol="0" anchor="ctr"/>
          <a:lstStyle>
            <a:defPPr marR="0" lvl="0" algn="l" rtl="0">
              <a:lnSpc>
                <a:spcPct val="100000"/>
              </a:lnSpc>
              <a:spcBef>
                <a:spcPts val="0"/>
              </a:spcBef>
              <a:spcAft>
                <a:spcPts val="0"/>
              </a:spcAft>
            </a:defPPr>
            <a:lvl1pPr marR="0" lvl="0" algn="r" rtl="0">
              <a:lnSpc>
                <a:spcPct val="100000"/>
              </a:lnSpc>
              <a:spcBef>
                <a:spcPts val="0"/>
              </a:spcBef>
              <a:spcAft>
                <a:spcPts val="0"/>
              </a:spcAft>
              <a:buClr>
                <a:srgbClr val="000000"/>
              </a:buClr>
              <a:buFont typeface="Arial"/>
              <a:defRPr sz="900" b="0" i="0" u="none" strike="noStrike" cap="none">
                <a:solidFill>
                  <a:schemeClr val="tx1">
                    <a:tint val="75000"/>
                  </a:schemeClr>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fld id="{C7120256-B2A0-445F-BB88-554FE8156F70}" type="slidenum">
              <a:rPr lang="en-GB" smtClean="0"/>
              <a:pPr/>
              <a:t>‹#›</a:t>
            </a:fld>
            <a:endParaRPr lang="en-GB" dirty="0"/>
          </a:p>
        </p:txBody>
      </p:sp>
      <p:grpSp>
        <p:nvGrpSpPr>
          <p:cNvPr id="26" name="Group 25">
            <a:extLst>
              <a:ext uri="{FF2B5EF4-FFF2-40B4-BE49-F238E27FC236}">
                <a16:creationId xmlns:a16="http://schemas.microsoft.com/office/drawing/2014/main" id="{8EA70F00-7355-4009-AEBA-031B274D7823}"/>
              </a:ext>
            </a:extLst>
          </p:cNvPr>
          <p:cNvGrpSpPr/>
          <p:nvPr userDrawn="1"/>
        </p:nvGrpSpPr>
        <p:grpSpPr>
          <a:xfrm>
            <a:off x="0" y="0"/>
            <a:ext cx="9144000" cy="72571"/>
            <a:chOff x="0" y="1"/>
            <a:chExt cx="9144000" cy="50138"/>
          </a:xfrm>
        </p:grpSpPr>
        <p:sp>
          <p:nvSpPr>
            <p:cNvPr id="27" name="Rectangle 26">
              <a:extLst>
                <a:ext uri="{FF2B5EF4-FFF2-40B4-BE49-F238E27FC236}">
                  <a16:creationId xmlns:a16="http://schemas.microsoft.com/office/drawing/2014/main" id="{5152ED51-B592-4E00-AC2D-74740DD33DCE}"/>
                </a:ext>
              </a:extLst>
            </p:cNvPr>
            <p:cNvSpPr/>
            <p:nvPr userDrawn="1"/>
          </p:nvSpPr>
          <p:spPr>
            <a:xfrm>
              <a:off x="0" y="1"/>
              <a:ext cx="4572000" cy="50138"/>
            </a:xfrm>
            <a:prstGeom prst="rect">
              <a:avLst/>
            </a:prstGeom>
            <a:solidFill>
              <a:srgbClr val="16419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28" name="Rectangle 27">
              <a:extLst>
                <a:ext uri="{FF2B5EF4-FFF2-40B4-BE49-F238E27FC236}">
                  <a16:creationId xmlns:a16="http://schemas.microsoft.com/office/drawing/2014/main" id="{B94ADBE3-D747-441C-A9D2-B69D2E55BDA5}"/>
                </a:ext>
              </a:extLst>
            </p:cNvPr>
            <p:cNvSpPr/>
            <p:nvPr userDrawn="1"/>
          </p:nvSpPr>
          <p:spPr>
            <a:xfrm>
              <a:off x="4572000" y="1"/>
              <a:ext cx="4572000" cy="50138"/>
            </a:xfrm>
            <a:prstGeom prst="rect">
              <a:avLst/>
            </a:prstGeom>
            <a:solidFill>
              <a:srgbClr val="E3061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grpSp>
      <p:sp>
        <p:nvSpPr>
          <p:cNvPr id="29" name="Title 8">
            <a:extLst>
              <a:ext uri="{FF2B5EF4-FFF2-40B4-BE49-F238E27FC236}">
                <a16:creationId xmlns:a16="http://schemas.microsoft.com/office/drawing/2014/main" id="{762CFB97-2D49-4ED7-92C4-C16B524D59E2}"/>
              </a:ext>
            </a:extLst>
          </p:cNvPr>
          <p:cNvSpPr>
            <a:spLocks noGrp="1"/>
          </p:cNvSpPr>
          <p:nvPr>
            <p:ph type="title"/>
          </p:nvPr>
        </p:nvSpPr>
        <p:spPr>
          <a:xfrm>
            <a:off x="209655" y="208569"/>
            <a:ext cx="8281883" cy="809156"/>
          </a:xfrm>
          <a:prstGeom prst="rect">
            <a:avLst/>
          </a:prstGeom>
        </p:spPr>
        <p:txBody>
          <a:bodyPr/>
          <a:lstStyle>
            <a:lvl1pPr algn="l">
              <a:defRPr sz="2400" b="1">
                <a:solidFill>
                  <a:schemeClr val="tx1"/>
                </a:solidFill>
                <a:latin typeface="+mj-lt"/>
              </a:defRPr>
            </a:lvl1pPr>
          </a:lstStyle>
          <a:p>
            <a:endParaRPr lang="en-SG" dirty="0"/>
          </a:p>
        </p:txBody>
      </p:sp>
    </p:spTree>
    <p:extLst>
      <p:ext uri="{BB962C8B-B14F-4D97-AF65-F5344CB8AC3E}">
        <p14:creationId xmlns:p14="http://schemas.microsoft.com/office/powerpoint/2010/main" val="338935431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4 Points &amp; Tex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22EFCEF6-2830-6A06-2993-E38AB2ACC627}"/>
              </a:ext>
            </a:extLst>
          </p:cNvPr>
          <p:cNvSpPr/>
          <p:nvPr userDrawn="1"/>
        </p:nvSpPr>
        <p:spPr>
          <a:xfrm>
            <a:off x="0" y="0"/>
            <a:ext cx="1846273" cy="15879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7" name="Slide Number Placeholder 2">
            <a:extLst>
              <a:ext uri="{FF2B5EF4-FFF2-40B4-BE49-F238E27FC236}">
                <a16:creationId xmlns:a16="http://schemas.microsoft.com/office/drawing/2014/main" id="{59CF533E-C389-4752-B190-B76CEBCBCF19}"/>
              </a:ext>
            </a:extLst>
          </p:cNvPr>
          <p:cNvSpPr txBox="1">
            <a:spLocks/>
          </p:cNvSpPr>
          <p:nvPr userDrawn="1"/>
        </p:nvSpPr>
        <p:spPr>
          <a:xfrm>
            <a:off x="6982686" y="4903498"/>
            <a:ext cx="2057400" cy="274637"/>
          </a:xfrm>
          <a:prstGeom prst="rect">
            <a:avLst/>
          </a:prstGeom>
        </p:spPr>
        <p:txBody>
          <a:bodyPr vert="horz" lIns="91440" tIns="45720" rIns="91440" bIns="45720" rtlCol="0" anchor="ctr"/>
          <a:lstStyle>
            <a:defPPr marR="0" lvl="0" algn="l" rtl="0">
              <a:lnSpc>
                <a:spcPct val="100000"/>
              </a:lnSpc>
              <a:spcBef>
                <a:spcPts val="0"/>
              </a:spcBef>
              <a:spcAft>
                <a:spcPts val="0"/>
              </a:spcAft>
            </a:defPPr>
            <a:lvl1pPr marR="0" lvl="0" algn="r" rtl="0">
              <a:lnSpc>
                <a:spcPct val="100000"/>
              </a:lnSpc>
              <a:spcBef>
                <a:spcPts val="0"/>
              </a:spcBef>
              <a:spcAft>
                <a:spcPts val="0"/>
              </a:spcAft>
              <a:buClr>
                <a:srgbClr val="000000"/>
              </a:buClr>
              <a:buFont typeface="Arial"/>
              <a:defRPr sz="900" b="0" i="0" u="none" strike="noStrike" cap="none">
                <a:solidFill>
                  <a:schemeClr val="tx1">
                    <a:tint val="75000"/>
                  </a:schemeClr>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fld id="{A71B3FCB-C735-413F-84AB-EA69B872E382}" type="slidenum">
              <a:rPr lang="en-GB" smtClean="0"/>
              <a:pPr/>
              <a:t>‹#›</a:t>
            </a:fld>
            <a:endParaRPr lang="en-GB" dirty="0"/>
          </a:p>
        </p:txBody>
      </p:sp>
      <p:grpSp>
        <p:nvGrpSpPr>
          <p:cNvPr id="23" name="Group 22">
            <a:extLst>
              <a:ext uri="{FF2B5EF4-FFF2-40B4-BE49-F238E27FC236}">
                <a16:creationId xmlns:a16="http://schemas.microsoft.com/office/drawing/2014/main" id="{1C9B1FF3-D46C-4029-8A61-3B44DEFBEDEA}"/>
              </a:ext>
            </a:extLst>
          </p:cNvPr>
          <p:cNvGrpSpPr/>
          <p:nvPr userDrawn="1"/>
        </p:nvGrpSpPr>
        <p:grpSpPr>
          <a:xfrm>
            <a:off x="0" y="0"/>
            <a:ext cx="9144000" cy="72571"/>
            <a:chOff x="0" y="1"/>
            <a:chExt cx="9144000" cy="50138"/>
          </a:xfrm>
        </p:grpSpPr>
        <p:sp>
          <p:nvSpPr>
            <p:cNvPr id="24" name="Rectangle 23">
              <a:extLst>
                <a:ext uri="{FF2B5EF4-FFF2-40B4-BE49-F238E27FC236}">
                  <a16:creationId xmlns:a16="http://schemas.microsoft.com/office/drawing/2014/main" id="{BA89B1FE-06A3-456E-A31F-228FE63E5E20}"/>
                </a:ext>
              </a:extLst>
            </p:cNvPr>
            <p:cNvSpPr/>
            <p:nvPr userDrawn="1"/>
          </p:nvSpPr>
          <p:spPr>
            <a:xfrm>
              <a:off x="0" y="1"/>
              <a:ext cx="4572000" cy="50138"/>
            </a:xfrm>
            <a:prstGeom prst="rect">
              <a:avLst/>
            </a:prstGeom>
            <a:solidFill>
              <a:srgbClr val="16419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25" name="Rectangle 24">
              <a:extLst>
                <a:ext uri="{FF2B5EF4-FFF2-40B4-BE49-F238E27FC236}">
                  <a16:creationId xmlns:a16="http://schemas.microsoft.com/office/drawing/2014/main" id="{9947ECE0-70E3-47BD-B709-91DC53D7D6D9}"/>
                </a:ext>
              </a:extLst>
            </p:cNvPr>
            <p:cNvSpPr/>
            <p:nvPr userDrawn="1"/>
          </p:nvSpPr>
          <p:spPr>
            <a:xfrm>
              <a:off x="4572000" y="1"/>
              <a:ext cx="4572000" cy="50138"/>
            </a:xfrm>
            <a:prstGeom prst="rect">
              <a:avLst/>
            </a:prstGeom>
            <a:solidFill>
              <a:srgbClr val="E3061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grpSp>
      <p:cxnSp>
        <p:nvCxnSpPr>
          <p:cNvPr id="26" name="Straight Connector 25">
            <a:extLst>
              <a:ext uri="{FF2B5EF4-FFF2-40B4-BE49-F238E27FC236}">
                <a16:creationId xmlns:a16="http://schemas.microsoft.com/office/drawing/2014/main" id="{DF54203E-C3A5-428D-937B-49A035286561}"/>
              </a:ext>
            </a:extLst>
          </p:cNvPr>
          <p:cNvCxnSpPr>
            <a:cxnSpLocks/>
          </p:cNvCxnSpPr>
          <p:nvPr userDrawn="1"/>
        </p:nvCxnSpPr>
        <p:spPr>
          <a:xfrm>
            <a:off x="209655" y="4946161"/>
            <a:ext cx="8724690" cy="0"/>
          </a:xfrm>
          <a:prstGeom prst="line">
            <a:avLst/>
          </a:prstGeom>
        </p:spPr>
        <p:style>
          <a:lnRef idx="1">
            <a:schemeClr val="dk1"/>
          </a:lnRef>
          <a:fillRef idx="0">
            <a:schemeClr val="dk1"/>
          </a:fillRef>
          <a:effectRef idx="0">
            <a:schemeClr val="dk1"/>
          </a:effectRef>
          <a:fontRef idx="minor">
            <a:schemeClr val="tx1"/>
          </a:fontRef>
        </p:style>
      </p:cxnSp>
      <p:sp>
        <p:nvSpPr>
          <p:cNvPr id="27" name="Text Placeholder 27">
            <a:extLst>
              <a:ext uri="{FF2B5EF4-FFF2-40B4-BE49-F238E27FC236}">
                <a16:creationId xmlns:a16="http://schemas.microsoft.com/office/drawing/2014/main" id="{8A32FAEB-A5CA-4626-B215-305735D24CB4}"/>
              </a:ext>
            </a:extLst>
          </p:cNvPr>
          <p:cNvSpPr>
            <a:spLocks noGrp="1"/>
          </p:cNvSpPr>
          <p:nvPr>
            <p:ph type="body" sz="quarter" idx="12"/>
          </p:nvPr>
        </p:nvSpPr>
        <p:spPr>
          <a:xfrm>
            <a:off x="2597496" y="2157409"/>
            <a:ext cx="1895006" cy="232572"/>
          </a:xfrm>
          <a:prstGeom prst="rect">
            <a:avLst/>
          </a:prstGeom>
        </p:spPr>
        <p:txBody>
          <a:bodyPr/>
          <a:lstStyle>
            <a:lvl1pPr marL="0" indent="0" algn="ctr">
              <a:defRPr b="1">
                <a:solidFill>
                  <a:schemeClr val="tx1"/>
                </a:solidFill>
              </a:defRPr>
            </a:lvl1pPr>
          </a:lstStyle>
          <a:p>
            <a:pPr lvl="0"/>
            <a:endParaRPr lang="en-SG" dirty="0"/>
          </a:p>
        </p:txBody>
      </p:sp>
      <p:sp>
        <p:nvSpPr>
          <p:cNvPr id="29" name="Text Placeholder 27">
            <a:extLst>
              <a:ext uri="{FF2B5EF4-FFF2-40B4-BE49-F238E27FC236}">
                <a16:creationId xmlns:a16="http://schemas.microsoft.com/office/drawing/2014/main" id="{92C07497-20F6-485C-9CB7-0E0FCC486917}"/>
              </a:ext>
            </a:extLst>
          </p:cNvPr>
          <p:cNvSpPr>
            <a:spLocks noGrp="1"/>
          </p:cNvSpPr>
          <p:nvPr>
            <p:ph type="body" sz="quarter" idx="14" hasCustomPrompt="1"/>
          </p:nvPr>
        </p:nvSpPr>
        <p:spPr>
          <a:xfrm>
            <a:off x="2648687" y="2389981"/>
            <a:ext cx="1843817" cy="708970"/>
          </a:xfrm>
          <a:prstGeom prst="rect">
            <a:avLst/>
          </a:prstGeom>
        </p:spPr>
        <p:txBody>
          <a:bodyPr/>
          <a:lstStyle>
            <a:lvl1pPr marL="0" indent="0" algn="ctr">
              <a:defRPr sz="4400" b="0">
                <a:solidFill>
                  <a:schemeClr val="accent1"/>
                </a:solidFill>
              </a:defRPr>
            </a:lvl1pPr>
          </a:lstStyle>
          <a:p>
            <a:pPr lvl="0"/>
            <a:r>
              <a:rPr lang="en-US" dirty="0"/>
              <a:t>XX%</a:t>
            </a:r>
            <a:endParaRPr lang="en-SG" dirty="0"/>
          </a:p>
        </p:txBody>
      </p:sp>
      <p:sp>
        <p:nvSpPr>
          <p:cNvPr id="30" name="Text Placeholder 34">
            <a:extLst>
              <a:ext uri="{FF2B5EF4-FFF2-40B4-BE49-F238E27FC236}">
                <a16:creationId xmlns:a16="http://schemas.microsoft.com/office/drawing/2014/main" id="{541A8E1C-490B-489B-A35D-DF52C1AC2179}"/>
              </a:ext>
            </a:extLst>
          </p:cNvPr>
          <p:cNvSpPr>
            <a:spLocks noGrp="1"/>
          </p:cNvSpPr>
          <p:nvPr>
            <p:ph type="body" sz="quarter" idx="15"/>
          </p:nvPr>
        </p:nvSpPr>
        <p:spPr>
          <a:xfrm>
            <a:off x="2648688" y="3159574"/>
            <a:ext cx="1819403" cy="1142551"/>
          </a:xfrm>
          <a:prstGeom prst="rect">
            <a:avLst/>
          </a:prstGeom>
        </p:spPr>
        <p:txBody>
          <a:bodyPr/>
          <a:lstStyle>
            <a:lvl1pPr marL="0" indent="0" algn="ctr">
              <a:lnSpc>
                <a:spcPct val="150000"/>
              </a:lnSpc>
              <a:defRPr sz="800">
                <a:solidFill>
                  <a:schemeClr val="tx1"/>
                </a:solidFill>
                <a:latin typeface="+mn-lt"/>
              </a:defRPr>
            </a:lvl1pPr>
          </a:lstStyle>
          <a:p>
            <a:pPr lvl="0"/>
            <a:endParaRPr lang="en-SG" dirty="0"/>
          </a:p>
        </p:txBody>
      </p:sp>
      <p:sp>
        <p:nvSpPr>
          <p:cNvPr id="31" name="Text Placeholder 27">
            <a:extLst>
              <a:ext uri="{FF2B5EF4-FFF2-40B4-BE49-F238E27FC236}">
                <a16:creationId xmlns:a16="http://schemas.microsoft.com/office/drawing/2014/main" id="{D5456426-4F38-4F13-A56C-4B53F0D34A3F}"/>
              </a:ext>
            </a:extLst>
          </p:cNvPr>
          <p:cNvSpPr>
            <a:spLocks noGrp="1"/>
          </p:cNvSpPr>
          <p:nvPr>
            <p:ph type="body" sz="quarter" idx="16"/>
          </p:nvPr>
        </p:nvSpPr>
        <p:spPr>
          <a:xfrm>
            <a:off x="588587" y="2157414"/>
            <a:ext cx="1895006" cy="232566"/>
          </a:xfrm>
          <a:prstGeom prst="rect">
            <a:avLst/>
          </a:prstGeom>
        </p:spPr>
        <p:txBody>
          <a:bodyPr/>
          <a:lstStyle>
            <a:lvl1pPr marL="0" indent="0" algn="ctr">
              <a:defRPr b="1">
                <a:solidFill>
                  <a:schemeClr val="tx1"/>
                </a:solidFill>
              </a:defRPr>
            </a:lvl1pPr>
          </a:lstStyle>
          <a:p>
            <a:pPr lvl="0"/>
            <a:endParaRPr lang="en-SG" dirty="0"/>
          </a:p>
        </p:txBody>
      </p:sp>
      <p:sp>
        <p:nvSpPr>
          <p:cNvPr id="32" name="Text Placeholder 27">
            <a:extLst>
              <a:ext uri="{FF2B5EF4-FFF2-40B4-BE49-F238E27FC236}">
                <a16:creationId xmlns:a16="http://schemas.microsoft.com/office/drawing/2014/main" id="{A568815B-0325-4FCD-9CA6-687548E3F7F8}"/>
              </a:ext>
            </a:extLst>
          </p:cNvPr>
          <p:cNvSpPr>
            <a:spLocks noGrp="1"/>
          </p:cNvSpPr>
          <p:nvPr>
            <p:ph type="body" sz="quarter" idx="18" hasCustomPrompt="1"/>
          </p:nvPr>
        </p:nvSpPr>
        <p:spPr>
          <a:xfrm>
            <a:off x="624538" y="2389986"/>
            <a:ext cx="1859057" cy="708970"/>
          </a:xfrm>
          <a:prstGeom prst="rect">
            <a:avLst/>
          </a:prstGeom>
        </p:spPr>
        <p:txBody>
          <a:bodyPr/>
          <a:lstStyle>
            <a:lvl1pPr marL="0" indent="0" algn="ctr">
              <a:defRPr sz="4400" b="0">
                <a:solidFill>
                  <a:schemeClr val="tx1"/>
                </a:solidFill>
              </a:defRPr>
            </a:lvl1pPr>
          </a:lstStyle>
          <a:p>
            <a:pPr lvl="0"/>
            <a:r>
              <a:rPr lang="en-US" dirty="0"/>
              <a:t>XX%</a:t>
            </a:r>
            <a:endParaRPr lang="en-SG" dirty="0"/>
          </a:p>
        </p:txBody>
      </p:sp>
      <p:sp>
        <p:nvSpPr>
          <p:cNvPr id="33" name="Text Placeholder 34">
            <a:extLst>
              <a:ext uri="{FF2B5EF4-FFF2-40B4-BE49-F238E27FC236}">
                <a16:creationId xmlns:a16="http://schemas.microsoft.com/office/drawing/2014/main" id="{2CB435D7-62A2-4F7A-8772-52ED59B6996C}"/>
              </a:ext>
            </a:extLst>
          </p:cNvPr>
          <p:cNvSpPr>
            <a:spLocks noGrp="1"/>
          </p:cNvSpPr>
          <p:nvPr>
            <p:ph type="body" sz="quarter" idx="19"/>
          </p:nvPr>
        </p:nvSpPr>
        <p:spPr>
          <a:xfrm>
            <a:off x="624539" y="3159579"/>
            <a:ext cx="1819403" cy="1142551"/>
          </a:xfrm>
          <a:prstGeom prst="rect">
            <a:avLst/>
          </a:prstGeom>
        </p:spPr>
        <p:txBody>
          <a:bodyPr/>
          <a:lstStyle>
            <a:lvl1pPr marL="0" indent="0" algn="ctr">
              <a:lnSpc>
                <a:spcPct val="150000"/>
              </a:lnSpc>
              <a:defRPr sz="800">
                <a:solidFill>
                  <a:schemeClr val="tx1"/>
                </a:solidFill>
                <a:latin typeface="+mn-lt"/>
              </a:defRPr>
            </a:lvl1pPr>
          </a:lstStyle>
          <a:p>
            <a:pPr lvl="0"/>
            <a:endParaRPr lang="en-SG" dirty="0"/>
          </a:p>
        </p:txBody>
      </p:sp>
      <p:sp>
        <p:nvSpPr>
          <p:cNvPr id="35" name="Text Placeholder 27">
            <a:extLst>
              <a:ext uri="{FF2B5EF4-FFF2-40B4-BE49-F238E27FC236}">
                <a16:creationId xmlns:a16="http://schemas.microsoft.com/office/drawing/2014/main" id="{7F621E9D-0966-4B00-BC58-8CA28A21F44D}"/>
              </a:ext>
            </a:extLst>
          </p:cNvPr>
          <p:cNvSpPr>
            <a:spLocks noGrp="1"/>
          </p:cNvSpPr>
          <p:nvPr>
            <p:ph type="body" sz="quarter" idx="20"/>
          </p:nvPr>
        </p:nvSpPr>
        <p:spPr>
          <a:xfrm>
            <a:off x="4641048" y="2157410"/>
            <a:ext cx="1895006" cy="276124"/>
          </a:xfrm>
          <a:prstGeom prst="rect">
            <a:avLst/>
          </a:prstGeom>
        </p:spPr>
        <p:txBody>
          <a:bodyPr/>
          <a:lstStyle>
            <a:lvl1pPr marL="0" indent="0" algn="ctr">
              <a:defRPr b="1">
                <a:solidFill>
                  <a:schemeClr val="tx1"/>
                </a:solidFill>
              </a:defRPr>
            </a:lvl1pPr>
          </a:lstStyle>
          <a:p>
            <a:pPr lvl="0"/>
            <a:endParaRPr lang="en-SG" dirty="0"/>
          </a:p>
        </p:txBody>
      </p:sp>
      <p:sp>
        <p:nvSpPr>
          <p:cNvPr id="37" name="Text Placeholder 27">
            <a:extLst>
              <a:ext uri="{FF2B5EF4-FFF2-40B4-BE49-F238E27FC236}">
                <a16:creationId xmlns:a16="http://schemas.microsoft.com/office/drawing/2014/main" id="{1285BDF2-3EFF-4A29-A691-2302A53CD70D}"/>
              </a:ext>
            </a:extLst>
          </p:cNvPr>
          <p:cNvSpPr>
            <a:spLocks noGrp="1"/>
          </p:cNvSpPr>
          <p:nvPr>
            <p:ph type="body" sz="quarter" idx="22" hasCustomPrompt="1"/>
          </p:nvPr>
        </p:nvSpPr>
        <p:spPr>
          <a:xfrm>
            <a:off x="4669379" y="2389982"/>
            <a:ext cx="1866677" cy="708970"/>
          </a:xfrm>
          <a:prstGeom prst="rect">
            <a:avLst/>
          </a:prstGeom>
        </p:spPr>
        <p:txBody>
          <a:bodyPr/>
          <a:lstStyle>
            <a:lvl1pPr marL="0" indent="0" algn="ctr">
              <a:defRPr sz="4400" b="0">
                <a:solidFill>
                  <a:schemeClr val="accent6"/>
                </a:solidFill>
              </a:defRPr>
            </a:lvl1pPr>
          </a:lstStyle>
          <a:p>
            <a:pPr lvl="0"/>
            <a:r>
              <a:rPr lang="en-US" dirty="0"/>
              <a:t>XX%</a:t>
            </a:r>
            <a:endParaRPr lang="en-SG" dirty="0"/>
          </a:p>
        </p:txBody>
      </p:sp>
      <p:sp>
        <p:nvSpPr>
          <p:cNvPr id="38" name="Text Placeholder 34">
            <a:extLst>
              <a:ext uri="{FF2B5EF4-FFF2-40B4-BE49-F238E27FC236}">
                <a16:creationId xmlns:a16="http://schemas.microsoft.com/office/drawing/2014/main" id="{57CE4E4C-1910-43BD-972B-233C313A7475}"/>
              </a:ext>
            </a:extLst>
          </p:cNvPr>
          <p:cNvSpPr>
            <a:spLocks noGrp="1"/>
          </p:cNvSpPr>
          <p:nvPr>
            <p:ph type="body" sz="quarter" idx="23"/>
          </p:nvPr>
        </p:nvSpPr>
        <p:spPr>
          <a:xfrm>
            <a:off x="4669380" y="3159575"/>
            <a:ext cx="1819403" cy="1142551"/>
          </a:xfrm>
          <a:prstGeom prst="rect">
            <a:avLst/>
          </a:prstGeom>
        </p:spPr>
        <p:txBody>
          <a:bodyPr/>
          <a:lstStyle>
            <a:lvl1pPr marL="0" indent="0" algn="ctr">
              <a:lnSpc>
                <a:spcPct val="150000"/>
              </a:lnSpc>
              <a:defRPr sz="800">
                <a:solidFill>
                  <a:schemeClr val="tx1"/>
                </a:solidFill>
                <a:latin typeface="+mn-lt"/>
              </a:defRPr>
            </a:lvl1pPr>
          </a:lstStyle>
          <a:p>
            <a:pPr lvl="0"/>
            <a:endParaRPr lang="en-SG" dirty="0"/>
          </a:p>
        </p:txBody>
      </p:sp>
      <p:sp>
        <p:nvSpPr>
          <p:cNvPr id="39" name="Text Placeholder 27">
            <a:extLst>
              <a:ext uri="{FF2B5EF4-FFF2-40B4-BE49-F238E27FC236}">
                <a16:creationId xmlns:a16="http://schemas.microsoft.com/office/drawing/2014/main" id="{87F13102-4E40-4347-B143-7A717483D872}"/>
              </a:ext>
            </a:extLst>
          </p:cNvPr>
          <p:cNvSpPr>
            <a:spLocks noGrp="1"/>
          </p:cNvSpPr>
          <p:nvPr>
            <p:ph type="body" sz="quarter" idx="24"/>
          </p:nvPr>
        </p:nvSpPr>
        <p:spPr>
          <a:xfrm>
            <a:off x="6670647" y="2157408"/>
            <a:ext cx="1895006" cy="271914"/>
          </a:xfrm>
          <a:prstGeom prst="rect">
            <a:avLst/>
          </a:prstGeom>
        </p:spPr>
        <p:txBody>
          <a:bodyPr/>
          <a:lstStyle>
            <a:lvl1pPr marL="0" indent="0" algn="ctr">
              <a:defRPr b="1">
                <a:solidFill>
                  <a:schemeClr val="tx1"/>
                </a:solidFill>
              </a:defRPr>
            </a:lvl1pPr>
          </a:lstStyle>
          <a:p>
            <a:pPr lvl="0"/>
            <a:endParaRPr lang="en-SG" dirty="0"/>
          </a:p>
        </p:txBody>
      </p:sp>
      <p:sp>
        <p:nvSpPr>
          <p:cNvPr id="41" name="Text Placeholder 27">
            <a:extLst>
              <a:ext uri="{FF2B5EF4-FFF2-40B4-BE49-F238E27FC236}">
                <a16:creationId xmlns:a16="http://schemas.microsoft.com/office/drawing/2014/main" id="{5124739A-6F43-46F6-A93C-827983195299}"/>
              </a:ext>
            </a:extLst>
          </p:cNvPr>
          <p:cNvSpPr>
            <a:spLocks noGrp="1"/>
          </p:cNvSpPr>
          <p:nvPr>
            <p:ph type="body" sz="quarter" idx="26" hasCustomPrompt="1"/>
          </p:nvPr>
        </p:nvSpPr>
        <p:spPr>
          <a:xfrm>
            <a:off x="6721838" y="2389980"/>
            <a:ext cx="1843817" cy="708970"/>
          </a:xfrm>
          <a:prstGeom prst="rect">
            <a:avLst/>
          </a:prstGeom>
        </p:spPr>
        <p:txBody>
          <a:bodyPr/>
          <a:lstStyle>
            <a:lvl1pPr marL="0" indent="0" algn="ctr">
              <a:defRPr sz="4400" b="0">
                <a:solidFill>
                  <a:schemeClr val="tx1"/>
                </a:solidFill>
              </a:defRPr>
            </a:lvl1pPr>
          </a:lstStyle>
          <a:p>
            <a:pPr lvl="0"/>
            <a:r>
              <a:rPr lang="en-US" dirty="0"/>
              <a:t>XX%</a:t>
            </a:r>
            <a:endParaRPr lang="en-SG" dirty="0"/>
          </a:p>
        </p:txBody>
      </p:sp>
      <p:sp>
        <p:nvSpPr>
          <p:cNvPr id="42" name="Text Placeholder 34">
            <a:extLst>
              <a:ext uri="{FF2B5EF4-FFF2-40B4-BE49-F238E27FC236}">
                <a16:creationId xmlns:a16="http://schemas.microsoft.com/office/drawing/2014/main" id="{64029F39-2F83-44ED-8BC1-078910A92B57}"/>
              </a:ext>
            </a:extLst>
          </p:cNvPr>
          <p:cNvSpPr>
            <a:spLocks noGrp="1"/>
          </p:cNvSpPr>
          <p:nvPr>
            <p:ph type="body" sz="quarter" idx="27"/>
          </p:nvPr>
        </p:nvSpPr>
        <p:spPr>
          <a:xfrm>
            <a:off x="6721839" y="3159573"/>
            <a:ext cx="1819403" cy="1142551"/>
          </a:xfrm>
          <a:prstGeom prst="rect">
            <a:avLst/>
          </a:prstGeom>
        </p:spPr>
        <p:txBody>
          <a:bodyPr/>
          <a:lstStyle>
            <a:lvl1pPr marL="0" indent="0" algn="ctr">
              <a:lnSpc>
                <a:spcPct val="150000"/>
              </a:lnSpc>
              <a:defRPr sz="800">
                <a:solidFill>
                  <a:schemeClr val="tx1"/>
                </a:solidFill>
                <a:latin typeface="+mn-lt"/>
              </a:defRPr>
            </a:lvl1pPr>
          </a:lstStyle>
          <a:p>
            <a:pPr lvl="0"/>
            <a:endParaRPr lang="en-SG" dirty="0"/>
          </a:p>
        </p:txBody>
      </p:sp>
      <p:sp>
        <p:nvSpPr>
          <p:cNvPr id="20" name="Title 8">
            <a:extLst>
              <a:ext uri="{FF2B5EF4-FFF2-40B4-BE49-F238E27FC236}">
                <a16:creationId xmlns:a16="http://schemas.microsoft.com/office/drawing/2014/main" id="{03586E5F-2906-48FA-83AE-58939B10923B}"/>
              </a:ext>
            </a:extLst>
          </p:cNvPr>
          <p:cNvSpPr>
            <a:spLocks noGrp="1"/>
          </p:cNvSpPr>
          <p:nvPr>
            <p:ph type="title"/>
          </p:nvPr>
        </p:nvSpPr>
        <p:spPr>
          <a:xfrm>
            <a:off x="209655" y="208569"/>
            <a:ext cx="8281883" cy="809156"/>
          </a:xfrm>
          <a:prstGeom prst="rect">
            <a:avLst/>
          </a:prstGeom>
        </p:spPr>
        <p:txBody>
          <a:bodyPr/>
          <a:lstStyle>
            <a:lvl1pPr algn="l">
              <a:defRPr sz="2400" b="1">
                <a:solidFill>
                  <a:schemeClr val="tx1"/>
                </a:solidFill>
                <a:latin typeface="+mj-lt"/>
              </a:defRPr>
            </a:lvl1pPr>
          </a:lstStyle>
          <a:p>
            <a:endParaRPr lang="en-SG" dirty="0"/>
          </a:p>
        </p:txBody>
      </p:sp>
    </p:spTree>
    <p:extLst>
      <p:ext uri="{BB962C8B-B14F-4D97-AF65-F5344CB8AC3E}">
        <p14:creationId xmlns:p14="http://schemas.microsoft.com/office/powerpoint/2010/main" val="133239489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6 Points">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489D71E3-ECDE-2933-242D-CF69564EC755}"/>
              </a:ext>
            </a:extLst>
          </p:cNvPr>
          <p:cNvSpPr/>
          <p:nvPr userDrawn="1"/>
        </p:nvSpPr>
        <p:spPr>
          <a:xfrm>
            <a:off x="0" y="0"/>
            <a:ext cx="1846273" cy="15879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cxnSp>
        <p:nvCxnSpPr>
          <p:cNvPr id="4" name="Straight Connector 3">
            <a:extLst>
              <a:ext uri="{FF2B5EF4-FFF2-40B4-BE49-F238E27FC236}">
                <a16:creationId xmlns:a16="http://schemas.microsoft.com/office/drawing/2014/main" id="{DC7CCCE7-AA53-4F0D-B5AD-476796006E05}"/>
              </a:ext>
            </a:extLst>
          </p:cNvPr>
          <p:cNvCxnSpPr>
            <a:cxnSpLocks/>
          </p:cNvCxnSpPr>
          <p:nvPr userDrawn="1"/>
        </p:nvCxnSpPr>
        <p:spPr>
          <a:xfrm>
            <a:off x="209655" y="4946161"/>
            <a:ext cx="8724690" cy="0"/>
          </a:xfrm>
          <a:prstGeom prst="line">
            <a:avLst/>
          </a:prstGeom>
        </p:spPr>
        <p:style>
          <a:lnRef idx="1">
            <a:schemeClr val="dk1"/>
          </a:lnRef>
          <a:fillRef idx="0">
            <a:schemeClr val="dk1"/>
          </a:fillRef>
          <a:effectRef idx="0">
            <a:schemeClr val="dk1"/>
          </a:effectRef>
          <a:fontRef idx="minor">
            <a:schemeClr val="tx1"/>
          </a:fontRef>
        </p:style>
      </p:cxnSp>
      <p:cxnSp>
        <p:nvCxnSpPr>
          <p:cNvPr id="5" name="Google Shape;208;p27">
            <a:extLst>
              <a:ext uri="{FF2B5EF4-FFF2-40B4-BE49-F238E27FC236}">
                <a16:creationId xmlns:a16="http://schemas.microsoft.com/office/drawing/2014/main" id="{29E9B864-E83A-45F6-A786-B345BD36D3C0}"/>
              </a:ext>
            </a:extLst>
          </p:cNvPr>
          <p:cNvCxnSpPr/>
          <p:nvPr userDrawn="1"/>
        </p:nvCxnSpPr>
        <p:spPr>
          <a:xfrm>
            <a:off x="4572000" y="1480383"/>
            <a:ext cx="0" cy="2698500"/>
          </a:xfrm>
          <a:prstGeom prst="straightConnector1">
            <a:avLst/>
          </a:prstGeom>
          <a:ln w="9525" cap="flat" cmpd="sng" algn="ctr">
            <a:solidFill>
              <a:schemeClr val="accent6"/>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13" name="Text Placeholder 2">
            <a:extLst>
              <a:ext uri="{FF2B5EF4-FFF2-40B4-BE49-F238E27FC236}">
                <a16:creationId xmlns:a16="http://schemas.microsoft.com/office/drawing/2014/main" id="{3BDB28FE-2E4A-49F1-BF21-0499FCFDF20D}"/>
              </a:ext>
            </a:extLst>
          </p:cNvPr>
          <p:cNvSpPr>
            <a:spLocks noGrp="1"/>
          </p:cNvSpPr>
          <p:nvPr>
            <p:ph type="body" sz="quarter" idx="10"/>
          </p:nvPr>
        </p:nvSpPr>
        <p:spPr>
          <a:xfrm>
            <a:off x="833168" y="1767029"/>
            <a:ext cx="2354374" cy="583373"/>
          </a:xfrm>
          <a:prstGeom prst="rect">
            <a:avLst/>
          </a:prstGeom>
        </p:spPr>
        <p:txBody>
          <a:bodyPr anchor="t"/>
          <a:lstStyle>
            <a:lvl1pPr marL="0" indent="0" algn="r">
              <a:buNone/>
              <a:defRPr sz="900">
                <a:solidFill>
                  <a:schemeClr val="tx1"/>
                </a:solidFill>
                <a:latin typeface="+mn-lt"/>
              </a:defRPr>
            </a:lvl1pPr>
          </a:lstStyle>
          <a:p>
            <a:pPr lvl="0"/>
            <a:endParaRPr lang="en-SG" dirty="0"/>
          </a:p>
        </p:txBody>
      </p:sp>
      <p:sp>
        <p:nvSpPr>
          <p:cNvPr id="14" name="Text Placeholder 3">
            <a:extLst>
              <a:ext uri="{FF2B5EF4-FFF2-40B4-BE49-F238E27FC236}">
                <a16:creationId xmlns:a16="http://schemas.microsoft.com/office/drawing/2014/main" id="{1F48929B-B8C8-4B82-8511-CE5A7FEA4E94}"/>
              </a:ext>
            </a:extLst>
          </p:cNvPr>
          <p:cNvSpPr>
            <a:spLocks noGrp="1"/>
          </p:cNvSpPr>
          <p:nvPr>
            <p:ph type="body" sz="quarter" idx="14"/>
          </p:nvPr>
        </p:nvSpPr>
        <p:spPr>
          <a:xfrm>
            <a:off x="1735352" y="1532331"/>
            <a:ext cx="1452190" cy="227078"/>
          </a:xfrm>
          <a:prstGeom prst="rect">
            <a:avLst/>
          </a:prstGeom>
        </p:spPr>
        <p:txBody>
          <a:bodyPr/>
          <a:lstStyle>
            <a:lvl1pPr marL="0" indent="0" algn="r">
              <a:buNone/>
              <a:defRPr sz="1000" b="1">
                <a:solidFill>
                  <a:schemeClr val="accent1"/>
                </a:solidFill>
                <a:latin typeface="+mj-lt"/>
                <a:ea typeface="SF Pro Display" panose="00000500000000000000" pitchFamily="2" charset="0"/>
              </a:defRPr>
            </a:lvl1pPr>
          </a:lstStyle>
          <a:p>
            <a:pPr lvl="0"/>
            <a:endParaRPr lang="en-SG" dirty="0"/>
          </a:p>
        </p:txBody>
      </p:sp>
      <p:sp>
        <p:nvSpPr>
          <p:cNvPr id="25" name="Slide Number Placeholder 1">
            <a:extLst>
              <a:ext uri="{FF2B5EF4-FFF2-40B4-BE49-F238E27FC236}">
                <a16:creationId xmlns:a16="http://schemas.microsoft.com/office/drawing/2014/main" id="{73A2BEFF-F25F-44CA-82E6-DE12C51796AE}"/>
              </a:ext>
            </a:extLst>
          </p:cNvPr>
          <p:cNvSpPr>
            <a:spLocks noGrp="1"/>
          </p:cNvSpPr>
          <p:nvPr>
            <p:ph type="sldNum" sz="quarter" idx="25"/>
          </p:nvPr>
        </p:nvSpPr>
        <p:spPr>
          <a:xfrm>
            <a:off x="6982686" y="4903498"/>
            <a:ext cx="2057400" cy="274637"/>
          </a:xfrm>
        </p:spPr>
        <p:txBody>
          <a:bodyPr/>
          <a:lstStyle/>
          <a:p>
            <a:fld id="{C7120256-B2A0-445F-BB88-554FE8156F70}" type="slidenum">
              <a:rPr lang="en-GB" smtClean="0"/>
              <a:pPr/>
              <a:t>‹#›</a:t>
            </a:fld>
            <a:endParaRPr lang="en-GB" dirty="0"/>
          </a:p>
        </p:txBody>
      </p:sp>
      <p:grpSp>
        <p:nvGrpSpPr>
          <p:cNvPr id="26" name="Group 25">
            <a:extLst>
              <a:ext uri="{FF2B5EF4-FFF2-40B4-BE49-F238E27FC236}">
                <a16:creationId xmlns:a16="http://schemas.microsoft.com/office/drawing/2014/main" id="{1B78AB56-B53F-4708-AD95-5DF2DB782077}"/>
              </a:ext>
            </a:extLst>
          </p:cNvPr>
          <p:cNvGrpSpPr/>
          <p:nvPr userDrawn="1"/>
        </p:nvGrpSpPr>
        <p:grpSpPr>
          <a:xfrm>
            <a:off x="0" y="0"/>
            <a:ext cx="9144000" cy="72571"/>
            <a:chOff x="0" y="1"/>
            <a:chExt cx="9144000" cy="50138"/>
          </a:xfrm>
        </p:grpSpPr>
        <p:sp>
          <p:nvSpPr>
            <p:cNvPr id="27" name="Rectangle 26">
              <a:extLst>
                <a:ext uri="{FF2B5EF4-FFF2-40B4-BE49-F238E27FC236}">
                  <a16:creationId xmlns:a16="http://schemas.microsoft.com/office/drawing/2014/main" id="{E65DA80A-0C55-41A1-ACDE-1A140D63462D}"/>
                </a:ext>
              </a:extLst>
            </p:cNvPr>
            <p:cNvSpPr/>
            <p:nvPr userDrawn="1"/>
          </p:nvSpPr>
          <p:spPr>
            <a:xfrm>
              <a:off x="0" y="1"/>
              <a:ext cx="4572000" cy="50138"/>
            </a:xfrm>
            <a:prstGeom prst="rect">
              <a:avLst/>
            </a:prstGeom>
            <a:solidFill>
              <a:srgbClr val="16419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28" name="Rectangle 27">
              <a:extLst>
                <a:ext uri="{FF2B5EF4-FFF2-40B4-BE49-F238E27FC236}">
                  <a16:creationId xmlns:a16="http://schemas.microsoft.com/office/drawing/2014/main" id="{6659AAB5-1AE3-4935-91D9-7773F2EF6DB5}"/>
                </a:ext>
              </a:extLst>
            </p:cNvPr>
            <p:cNvSpPr/>
            <p:nvPr userDrawn="1"/>
          </p:nvSpPr>
          <p:spPr>
            <a:xfrm>
              <a:off x="4572000" y="1"/>
              <a:ext cx="4572000" cy="50138"/>
            </a:xfrm>
            <a:prstGeom prst="rect">
              <a:avLst/>
            </a:prstGeom>
            <a:solidFill>
              <a:srgbClr val="E3061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grpSp>
      <p:sp>
        <p:nvSpPr>
          <p:cNvPr id="29" name="Title 8">
            <a:extLst>
              <a:ext uri="{FF2B5EF4-FFF2-40B4-BE49-F238E27FC236}">
                <a16:creationId xmlns:a16="http://schemas.microsoft.com/office/drawing/2014/main" id="{AA9A903C-A7D2-4EB8-880B-1CCBB3EF2214}"/>
              </a:ext>
            </a:extLst>
          </p:cNvPr>
          <p:cNvSpPr>
            <a:spLocks noGrp="1"/>
          </p:cNvSpPr>
          <p:nvPr>
            <p:ph type="title"/>
          </p:nvPr>
        </p:nvSpPr>
        <p:spPr>
          <a:xfrm>
            <a:off x="209655" y="208569"/>
            <a:ext cx="8281883" cy="809156"/>
          </a:xfrm>
          <a:prstGeom prst="rect">
            <a:avLst/>
          </a:prstGeom>
        </p:spPr>
        <p:txBody>
          <a:bodyPr/>
          <a:lstStyle>
            <a:lvl1pPr algn="l">
              <a:defRPr sz="2400" b="1">
                <a:solidFill>
                  <a:schemeClr val="tx1"/>
                </a:solidFill>
                <a:latin typeface="+mj-lt"/>
              </a:defRPr>
            </a:lvl1pPr>
          </a:lstStyle>
          <a:p>
            <a:endParaRPr lang="en-SG" dirty="0"/>
          </a:p>
        </p:txBody>
      </p:sp>
      <p:sp>
        <p:nvSpPr>
          <p:cNvPr id="30" name="Text Placeholder 4">
            <a:extLst>
              <a:ext uri="{FF2B5EF4-FFF2-40B4-BE49-F238E27FC236}">
                <a16:creationId xmlns:a16="http://schemas.microsoft.com/office/drawing/2014/main" id="{7EF8D2DF-DA90-47C9-9C04-59044467F164}"/>
              </a:ext>
            </a:extLst>
          </p:cNvPr>
          <p:cNvSpPr>
            <a:spLocks noGrp="1"/>
          </p:cNvSpPr>
          <p:nvPr>
            <p:ph type="body" sz="quarter" idx="26" hasCustomPrompt="1"/>
          </p:nvPr>
        </p:nvSpPr>
        <p:spPr>
          <a:xfrm>
            <a:off x="3378546" y="1747217"/>
            <a:ext cx="843551" cy="480889"/>
          </a:xfrm>
          <a:prstGeom prst="rect">
            <a:avLst/>
          </a:prstGeom>
        </p:spPr>
        <p:txBody>
          <a:bodyPr/>
          <a:lstStyle>
            <a:lvl1pPr>
              <a:defRPr sz="2800" b="1"/>
            </a:lvl1pPr>
          </a:lstStyle>
          <a:p>
            <a:pPr lvl="0"/>
            <a:r>
              <a:rPr lang="en-US" dirty="0"/>
              <a:t>01</a:t>
            </a:r>
            <a:endParaRPr lang="en-SG" dirty="0"/>
          </a:p>
        </p:txBody>
      </p:sp>
      <p:sp>
        <p:nvSpPr>
          <p:cNvPr id="31" name="Text Placeholder 4">
            <a:extLst>
              <a:ext uri="{FF2B5EF4-FFF2-40B4-BE49-F238E27FC236}">
                <a16:creationId xmlns:a16="http://schemas.microsoft.com/office/drawing/2014/main" id="{E9B8D961-2E6D-4811-85D1-1414201A54AA}"/>
              </a:ext>
            </a:extLst>
          </p:cNvPr>
          <p:cNvSpPr>
            <a:spLocks noGrp="1"/>
          </p:cNvSpPr>
          <p:nvPr>
            <p:ph type="body" sz="quarter" idx="27" hasCustomPrompt="1"/>
          </p:nvPr>
        </p:nvSpPr>
        <p:spPr>
          <a:xfrm>
            <a:off x="3388650" y="2572369"/>
            <a:ext cx="833447" cy="480889"/>
          </a:xfrm>
          <a:prstGeom prst="rect">
            <a:avLst/>
          </a:prstGeom>
        </p:spPr>
        <p:txBody>
          <a:bodyPr/>
          <a:lstStyle>
            <a:lvl1pPr>
              <a:defRPr sz="2800" b="1"/>
            </a:lvl1pPr>
          </a:lstStyle>
          <a:p>
            <a:pPr lvl="0"/>
            <a:r>
              <a:rPr lang="en-US" dirty="0"/>
              <a:t>02</a:t>
            </a:r>
            <a:endParaRPr lang="en-SG" dirty="0"/>
          </a:p>
        </p:txBody>
      </p:sp>
      <p:sp>
        <p:nvSpPr>
          <p:cNvPr id="32" name="Text Placeholder 4">
            <a:extLst>
              <a:ext uri="{FF2B5EF4-FFF2-40B4-BE49-F238E27FC236}">
                <a16:creationId xmlns:a16="http://schemas.microsoft.com/office/drawing/2014/main" id="{BD22EB8D-ABE0-4EF4-A8EB-2EBB99C0FD3B}"/>
              </a:ext>
            </a:extLst>
          </p:cNvPr>
          <p:cNvSpPr>
            <a:spLocks noGrp="1"/>
          </p:cNvSpPr>
          <p:nvPr>
            <p:ph type="body" sz="quarter" idx="28" hasCustomPrompt="1"/>
          </p:nvPr>
        </p:nvSpPr>
        <p:spPr>
          <a:xfrm>
            <a:off x="3378546" y="3419424"/>
            <a:ext cx="833447" cy="480889"/>
          </a:xfrm>
          <a:prstGeom prst="rect">
            <a:avLst/>
          </a:prstGeom>
        </p:spPr>
        <p:txBody>
          <a:bodyPr/>
          <a:lstStyle>
            <a:lvl1pPr>
              <a:defRPr sz="2800" b="1"/>
            </a:lvl1pPr>
          </a:lstStyle>
          <a:p>
            <a:pPr lvl="0"/>
            <a:r>
              <a:rPr lang="en-US" dirty="0"/>
              <a:t>03</a:t>
            </a:r>
            <a:endParaRPr lang="en-SG" dirty="0"/>
          </a:p>
        </p:txBody>
      </p:sp>
      <p:sp>
        <p:nvSpPr>
          <p:cNvPr id="33" name="Text Placeholder 4">
            <a:extLst>
              <a:ext uri="{FF2B5EF4-FFF2-40B4-BE49-F238E27FC236}">
                <a16:creationId xmlns:a16="http://schemas.microsoft.com/office/drawing/2014/main" id="{861965B4-1058-4D4A-8214-4946121C1BE3}"/>
              </a:ext>
            </a:extLst>
          </p:cNvPr>
          <p:cNvSpPr>
            <a:spLocks noGrp="1"/>
          </p:cNvSpPr>
          <p:nvPr>
            <p:ph type="body" sz="quarter" idx="29" hasCustomPrompt="1"/>
          </p:nvPr>
        </p:nvSpPr>
        <p:spPr>
          <a:xfrm>
            <a:off x="4917786" y="1754837"/>
            <a:ext cx="843551" cy="480889"/>
          </a:xfrm>
          <a:prstGeom prst="rect">
            <a:avLst/>
          </a:prstGeom>
        </p:spPr>
        <p:txBody>
          <a:bodyPr/>
          <a:lstStyle>
            <a:lvl1pPr>
              <a:defRPr sz="2800" b="1"/>
            </a:lvl1pPr>
          </a:lstStyle>
          <a:p>
            <a:pPr lvl="0"/>
            <a:r>
              <a:rPr lang="en-US" dirty="0"/>
              <a:t>04</a:t>
            </a:r>
            <a:endParaRPr lang="en-SG" dirty="0"/>
          </a:p>
        </p:txBody>
      </p:sp>
      <p:sp>
        <p:nvSpPr>
          <p:cNvPr id="34" name="Text Placeholder 4">
            <a:extLst>
              <a:ext uri="{FF2B5EF4-FFF2-40B4-BE49-F238E27FC236}">
                <a16:creationId xmlns:a16="http://schemas.microsoft.com/office/drawing/2014/main" id="{E0644379-8FBD-4FC0-872B-F9A7101B5ADF}"/>
              </a:ext>
            </a:extLst>
          </p:cNvPr>
          <p:cNvSpPr>
            <a:spLocks noGrp="1"/>
          </p:cNvSpPr>
          <p:nvPr>
            <p:ph type="body" sz="quarter" idx="30" hasCustomPrompt="1"/>
          </p:nvPr>
        </p:nvSpPr>
        <p:spPr>
          <a:xfrm>
            <a:off x="4927890" y="2579989"/>
            <a:ext cx="833447" cy="480889"/>
          </a:xfrm>
          <a:prstGeom prst="rect">
            <a:avLst/>
          </a:prstGeom>
        </p:spPr>
        <p:txBody>
          <a:bodyPr/>
          <a:lstStyle>
            <a:lvl1pPr>
              <a:defRPr sz="2800" b="1"/>
            </a:lvl1pPr>
          </a:lstStyle>
          <a:p>
            <a:pPr lvl="0"/>
            <a:r>
              <a:rPr lang="en-US" dirty="0"/>
              <a:t>05</a:t>
            </a:r>
            <a:endParaRPr lang="en-SG" dirty="0"/>
          </a:p>
        </p:txBody>
      </p:sp>
      <p:sp>
        <p:nvSpPr>
          <p:cNvPr id="35" name="Text Placeholder 4">
            <a:extLst>
              <a:ext uri="{FF2B5EF4-FFF2-40B4-BE49-F238E27FC236}">
                <a16:creationId xmlns:a16="http://schemas.microsoft.com/office/drawing/2014/main" id="{918113D3-269F-42A5-8AEE-0DCC03A996C5}"/>
              </a:ext>
            </a:extLst>
          </p:cNvPr>
          <p:cNvSpPr>
            <a:spLocks noGrp="1"/>
          </p:cNvSpPr>
          <p:nvPr>
            <p:ph type="body" sz="quarter" idx="31" hasCustomPrompt="1"/>
          </p:nvPr>
        </p:nvSpPr>
        <p:spPr>
          <a:xfrm>
            <a:off x="4917786" y="3427044"/>
            <a:ext cx="833447" cy="480889"/>
          </a:xfrm>
          <a:prstGeom prst="rect">
            <a:avLst/>
          </a:prstGeom>
        </p:spPr>
        <p:txBody>
          <a:bodyPr/>
          <a:lstStyle>
            <a:lvl1pPr>
              <a:defRPr sz="2800" b="1"/>
            </a:lvl1pPr>
          </a:lstStyle>
          <a:p>
            <a:pPr lvl="0"/>
            <a:r>
              <a:rPr lang="en-US" dirty="0"/>
              <a:t>06</a:t>
            </a:r>
            <a:endParaRPr lang="en-SG" dirty="0"/>
          </a:p>
        </p:txBody>
      </p:sp>
      <p:sp>
        <p:nvSpPr>
          <p:cNvPr id="44" name="Text Placeholder 3">
            <a:extLst>
              <a:ext uri="{FF2B5EF4-FFF2-40B4-BE49-F238E27FC236}">
                <a16:creationId xmlns:a16="http://schemas.microsoft.com/office/drawing/2014/main" id="{B2B8874C-D326-4B7E-83AC-747BE1C6F32B}"/>
              </a:ext>
            </a:extLst>
          </p:cNvPr>
          <p:cNvSpPr>
            <a:spLocks noGrp="1"/>
          </p:cNvSpPr>
          <p:nvPr>
            <p:ph type="body" sz="quarter" idx="40"/>
          </p:nvPr>
        </p:nvSpPr>
        <p:spPr>
          <a:xfrm>
            <a:off x="1735352" y="2358022"/>
            <a:ext cx="1452190" cy="227078"/>
          </a:xfrm>
          <a:prstGeom prst="rect">
            <a:avLst/>
          </a:prstGeom>
        </p:spPr>
        <p:txBody>
          <a:bodyPr/>
          <a:lstStyle>
            <a:lvl1pPr marL="0" indent="0" algn="r">
              <a:buNone/>
              <a:defRPr sz="1000" b="1">
                <a:solidFill>
                  <a:schemeClr val="accent1"/>
                </a:solidFill>
                <a:latin typeface="+mj-lt"/>
                <a:ea typeface="SF Pro Display" panose="00000500000000000000" pitchFamily="2" charset="0"/>
              </a:defRPr>
            </a:lvl1pPr>
          </a:lstStyle>
          <a:p>
            <a:pPr lvl="0"/>
            <a:endParaRPr lang="en-SG" dirty="0"/>
          </a:p>
        </p:txBody>
      </p:sp>
      <p:sp>
        <p:nvSpPr>
          <p:cNvPr id="47" name="Text Placeholder 2">
            <a:extLst>
              <a:ext uri="{FF2B5EF4-FFF2-40B4-BE49-F238E27FC236}">
                <a16:creationId xmlns:a16="http://schemas.microsoft.com/office/drawing/2014/main" id="{C516CD88-CB70-4846-82AF-D0F227B75A20}"/>
              </a:ext>
            </a:extLst>
          </p:cNvPr>
          <p:cNvSpPr>
            <a:spLocks noGrp="1"/>
          </p:cNvSpPr>
          <p:nvPr>
            <p:ph type="body" sz="quarter" idx="41"/>
          </p:nvPr>
        </p:nvSpPr>
        <p:spPr>
          <a:xfrm>
            <a:off x="833168" y="2592181"/>
            <a:ext cx="2354374" cy="583373"/>
          </a:xfrm>
          <a:prstGeom prst="rect">
            <a:avLst/>
          </a:prstGeom>
        </p:spPr>
        <p:txBody>
          <a:bodyPr anchor="t"/>
          <a:lstStyle>
            <a:lvl1pPr marL="0" indent="0" algn="r">
              <a:buNone/>
              <a:defRPr sz="900">
                <a:solidFill>
                  <a:schemeClr val="tx1"/>
                </a:solidFill>
                <a:latin typeface="+mn-lt"/>
              </a:defRPr>
            </a:lvl1pPr>
          </a:lstStyle>
          <a:p>
            <a:pPr lvl="0"/>
            <a:endParaRPr lang="en-SG" dirty="0"/>
          </a:p>
        </p:txBody>
      </p:sp>
      <p:sp>
        <p:nvSpPr>
          <p:cNvPr id="48" name="Text Placeholder 3">
            <a:extLst>
              <a:ext uri="{FF2B5EF4-FFF2-40B4-BE49-F238E27FC236}">
                <a16:creationId xmlns:a16="http://schemas.microsoft.com/office/drawing/2014/main" id="{0FD9E854-1BAF-4810-B4CC-A197580E8B50}"/>
              </a:ext>
            </a:extLst>
          </p:cNvPr>
          <p:cNvSpPr>
            <a:spLocks noGrp="1"/>
          </p:cNvSpPr>
          <p:nvPr>
            <p:ph type="body" sz="quarter" idx="42"/>
          </p:nvPr>
        </p:nvSpPr>
        <p:spPr>
          <a:xfrm>
            <a:off x="1735352" y="3183174"/>
            <a:ext cx="1452190" cy="227078"/>
          </a:xfrm>
          <a:prstGeom prst="rect">
            <a:avLst/>
          </a:prstGeom>
        </p:spPr>
        <p:txBody>
          <a:bodyPr/>
          <a:lstStyle>
            <a:lvl1pPr marL="0" indent="0" algn="r">
              <a:buNone/>
              <a:defRPr sz="1000" b="1">
                <a:solidFill>
                  <a:schemeClr val="accent1"/>
                </a:solidFill>
                <a:latin typeface="+mj-lt"/>
                <a:ea typeface="SF Pro Display" panose="00000500000000000000" pitchFamily="2" charset="0"/>
              </a:defRPr>
            </a:lvl1pPr>
          </a:lstStyle>
          <a:p>
            <a:pPr lvl="0"/>
            <a:endParaRPr lang="en-SG" dirty="0"/>
          </a:p>
        </p:txBody>
      </p:sp>
      <p:sp>
        <p:nvSpPr>
          <p:cNvPr id="49" name="Text Placeholder 2">
            <a:extLst>
              <a:ext uri="{FF2B5EF4-FFF2-40B4-BE49-F238E27FC236}">
                <a16:creationId xmlns:a16="http://schemas.microsoft.com/office/drawing/2014/main" id="{639406BE-CB34-4C10-A8D3-DC101E0063B4}"/>
              </a:ext>
            </a:extLst>
          </p:cNvPr>
          <p:cNvSpPr>
            <a:spLocks noGrp="1"/>
          </p:cNvSpPr>
          <p:nvPr>
            <p:ph type="body" sz="quarter" idx="43"/>
          </p:nvPr>
        </p:nvSpPr>
        <p:spPr>
          <a:xfrm>
            <a:off x="833168" y="3417333"/>
            <a:ext cx="2354374" cy="583373"/>
          </a:xfrm>
          <a:prstGeom prst="rect">
            <a:avLst/>
          </a:prstGeom>
        </p:spPr>
        <p:txBody>
          <a:bodyPr anchor="t"/>
          <a:lstStyle>
            <a:lvl1pPr marL="0" indent="0" algn="r">
              <a:buNone/>
              <a:defRPr sz="900">
                <a:solidFill>
                  <a:schemeClr val="tx1"/>
                </a:solidFill>
                <a:latin typeface="+mn-lt"/>
              </a:defRPr>
            </a:lvl1pPr>
          </a:lstStyle>
          <a:p>
            <a:pPr lvl="0"/>
            <a:endParaRPr lang="en-SG" dirty="0"/>
          </a:p>
        </p:txBody>
      </p:sp>
      <p:sp>
        <p:nvSpPr>
          <p:cNvPr id="50" name="Text Placeholder 2">
            <a:extLst>
              <a:ext uri="{FF2B5EF4-FFF2-40B4-BE49-F238E27FC236}">
                <a16:creationId xmlns:a16="http://schemas.microsoft.com/office/drawing/2014/main" id="{63701C54-A25A-45F2-B47B-AF76A1A913C1}"/>
              </a:ext>
            </a:extLst>
          </p:cNvPr>
          <p:cNvSpPr>
            <a:spLocks noGrp="1"/>
          </p:cNvSpPr>
          <p:nvPr>
            <p:ph type="body" sz="quarter" idx="44"/>
          </p:nvPr>
        </p:nvSpPr>
        <p:spPr>
          <a:xfrm>
            <a:off x="5956458" y="1767029"/>
            <a:ext cx="2354374" cy="583373"/>
          </a:xfrm>
          <a:prstGeom prst="rect">
            <a:avLst/>
          </a:prstGeom>
        </p:spPr>
        <p:txBody>
          <a:bodyPr anchor="t"/>
          <a:lstStyle>
            <a:lvl1pPr marL="0" indent="0" algn="l">
              <a:buNone/>
              <a:defRPr sz="900">
                <a:solidFill>
                  <a:schemeClr val="tx1"/>
                </a:solidFill>
                <a:latin typeface="+mn-lt"/>
              </a:defRPr>
            </a:lvl1pPr>
          </a:lstStyle>
          <a:p>
            <a:pPr lvl="0"/>
            <a:endParaRPr lang="en-SG" dirty="0"/>
          </a:p>
        </p:txBody>
      </p:sp>
      <p:sp>
        <p:nvSpPr>
          <p:cNvPr id="51" name="Text Placeholder 3">
            <a:extLst>
              <a:ext uri="{FF2B5EF4-FFF2-40B4-BE49-F238E27FC236}">
                <a16:creationId xmlns:a16="http://schemas.microsoft.com/office/drawing/2014/main" id="{0FC75E36-0F63-45A1-9E50-F03A40575D78}"/>
              </a:ext>
            </a:extLst>
          </p:cNvPr>
          <p:cNvSpPr>
            <a:spLocks noGrp="1"/>
          </p:cNvSpPr>
          <p:nvPr>
            <p:ph type="body" sz="quarter" idx="45"/>
          </p:nvPr>
        </p:nvSpPr>
        <p:spPr>
          <a:xfrm>
            <a:off x="5956458" y="1532331"/>
            <a:ext cx="1452190" cy="227078"/>
          </a:xfrm>
          <a:prstGeom prst="rect">
            <a:avLst/>
          </a:prstGeom>
        </p:spPr>
        <p:txBody>
          <a:bodyPr/>
          <a:lstStyle>
            <a:lvl1pPr marL="0" indent="0" algn="l">
              <a:buNone/>
              <a:defRPr sz="1000" b="1">
                <a:solidFill>
                  <a:schemeClr val="accent1"/>
                </a:solidFill>
                <a:latin typeface="+mj-lt"/>
                <a:ea typeface="SF Pro Display" panose="00000500000000000000" pitchFamily="2" charset="0"/>
              </a:defRPr>
            </a:lvl1pPr>
          </a:lstStyle>
          <a:p>
            <a:pPr lvl="0"/>
            <a:endParaRPr lang="en-SG" dirty="0"/>
          </a:p>
        </p:txBody>
      </p:sp>
      <p:sp>
        <p:nvSpPr>
          <p:cNvPr id="52" name="Text Placeholder 3">
            <a:extLst>
              <a:ext uri="{FF2B5EF4-FFF2-40B4-BE49-F238E27FC236}">
                <a16:creationId xmlns:a16="http://schemas.microsoft.com/office/drawing/2014/main" id="{75C802FA-AB68-47E6-9162-5DCDB7D0CE41}"/>
              </a:ext>
            </a:extLst>
          </p:cNvPr>
          <p:cNvSpPr>
            <a:spLocks noGrp="1"/>
          </p:cNvSpPr>
          <p:nvPr>
            <p:ph type="body" sz="quarter" idx="46"/>
          </p:nvPr>
        </p:nvSpPr>
        <p:spPr>
          <a:xfrm>
            <a:off x="5956458" y="2358022"/>
            <a:ext cx="1452190" cy="227078"/>
          </a:xfrm>
          <a:prstGeom prst="rect">
            <a:avLst/>
          </a:prstGeom>
        </p:spPr>
        <p:txBody>
          <a:bodyPr/>
          <a:lstStyle>
            <a:lvl1pPr marL="0" indent="0" algn="l">
              <a:buNone/>
              <a:defRPr sz="1000" b="1">
                <a:solidFill>
                  <a:schemeClr val="accent1"/>
                </a:solidFill>
                <a:latin typeface="+mj-lt"/>
                <a:ea typeface="SF Pro Display" panose="00000500000000000000" pitchFamily="2" charset="0"/>
              </a:defRPr>
            </a:lvl1pPr>
          </a:lstStyle>
          <a:p>
            <a:pPr lvl="0"/>
            <a:endParaRPr lang="en-SG" dirty="0"/>
          </a:p>
        </p:txBody>
      </p:sp>
      <p:sp>
        <p:nvSpPr>
          <p:cNvPr id="53" name="Text Placeholder 2">
            <a:extLst>
              <a:ext uri="{FF2B5EF4-FFF2-40B4-BE49-F238E27FC236}">
                <a16:creationId xmlns:a16="http://schemas.microsoft.com/office/drawing/2014/main" id="{4D2116F3-A69F-45F8-9043-E0703EB5C4A1}"/>
              </a:ext>
            </a:extLst>
          </p:cNvPr>
          <p:cNvSpPr>
            <a:spLocks noGrp="1"/>
          </p:cNvSpPr>
          <p:nvPr>
            <p:ph type="body" sz="quarter" idx="47"/>
          </p:nvPr>
        </p:nvSpPr>
        <p:spPr>
          <a:xfrm>
            <a:off x="5956458" y="2592181"/>
            <a:ext cx="2354374" cy="583373"/>
          </a:xfrm>
          <a:prstGeom prst="rect">
            <a:avLst/>
          </a:prstGeom>
        </p:spPr>
        <p:txBody>
          <a:bodyPr anchor="t"/>
          <a:lstStyle>
            <a:lvl1pPr marL="0" indent="0" algn="l">
              <a:buNone/>
              <a:defRPr sz="900">
                <a:solidFill>
                  <a:schemeClr val="tx1"/>
                </a:solidFill>
                <a:latin typeface="+mn-lt"/>
              </a:defRPr>
            </a:lvl1pPr>
          </a:lstStyle>
          <a:p>
            <a:pPr lvl="0"/>
            <a:endParaRPr lang="en-SG" dirty="0"/>
          </a:p>
        </p:txBody>
      </p:sp>
      <p:sp>
        <p:nvSpPr>
          <p:cNvPr id="54" name="Text Placeholder 3">
            <a:extLst>
              <a:ext uri="{FF2B5EF4-FFF2-40B4-BE49-F238E27FC236}">
                <a16:creationId xmlns:a16="http://schemas.microsoft.com/office/drawing/2014/main" id="{18B324F8-22C0-4F8F-965C-33366FAC12B6}"/>
              </a:ext>
            </a:extLst>
          </p:cNvPr>
          <p:cNvSpPr>
            <a:spLocks noGrp="1"/>
          </p:cNvSpPr>
          <p:nvPr>
            <p:ph type="body" sz="quarter" idx="48"/>
          </p:nvPr>
        </p:nvSpPr>
        <p:spPr>
          <a:xfrm>
            <a:off x="5956458" y="3183174"/>
            <a:ext cx="1452190" cy="227078"/>
          </a:xfrm>
          <a:prstGeom prst="rect">
            <a:avLst/>
          </a:prstGeom>
        </p:spPr>
        <p:txBody>
          <a:bodyPr/>
          <a:lstStyle>
            <a:lvl1pPr marL="0" indent="0" algn="l">
              <a:buNone/>
              <a:defRPr sz="1000" b="1">
                <a:solidFill>
                  <a:schemeClr val="accent1"/>
                </a:solidFill>
                <a:latin typeface="+mj-lt"/>
                <a:ea typeface="SF Pro Display" panose="00000500000000000000" pitchFamily="2" charset="0"/>
              </a:defRPr>
            </a:lvl1pPr>
          </a:lstStyle>
          <a:p>
            <a:pPr lvl="0"/>
            <a:endParaRPr lang="en-SG" dirty="0"/>
          </a:p>
        </p:txBody>
      </p:sp>
      <p:sp>
        <p:nvSpPr>
          <p:cNvPr id="55" name="Text Placeholder 2">
            <a:extLst>
              <a:ext uri="{FF2B5EF4-FFF2-40B4-BE49-F238E27FC236}">
                <a16:creationId xmlns:a16="http://schemas.microsoft.com/office/drawing/2014/main" id="{4EC88D3A-42AD-4463-8F7B-F17AAC6EFADA}"/>
              </a:ext>
            </a:extLst>
          </p:cNvPr>
          <p:cNvSpPr>
            <a:spLocks noGrp="1"/>
          </p:cNvSpPr>
          <p:nvPr>
            <p:ph type="body" sz="quarter" idx="49"/>
          </p:nvPr>
        </p:nvSpPr>
        <p:spPr>
          <a:xfrm>
            <a:off x="5956458" y="3417333"/>
            <a:ext cx="2354374" cy="583373"/>
          </a:xfrm>
          <a:prstGeom prst="rect">
            <a:avLst/>
          </a:prstGeom>
        </p:spPr>
        <p:txBody>
          <a:bodyPr anchor="t"/>
          <a:lstStyle>
            <a:lvl1pPr marL="0" indent="0" algn="l">
              <a:buNone/>
              <a:defRPr sz="900">
                <a:solidFill>
                  <a:schemeClr val="tx1"/>
                </a:solidFill>
                <a:latin typeface="+mn-lt"/>
              </a:defRPr>
            </a:lvl1pPr>
          </a:lstStyle>
          <a:p>
            <a:pPr lvl="0"/>
            <a:endParaRPr lang="en-SG" dirty="0"/>
          </a:p>
        </p:txBody>
      </p:sp>
    </p:spTree>
    <p:extLst>
      <p:ext uri="{BB962C8B-B14F-4D97-AF65-F5344CB8AC3E}">
        <p14:creationId xmlns:p14="http://schemas.microsoft.com/office/powerpoint/2010/main" val="365171641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meline">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4FC887B7-2779-4FAA-EF1D-300DA8EC472C}"/>
              </a:ext>
            </a:extLst>
          </p:cNvPr>
          <p:cNvSpPr/>
          <p:nvPr userDrawn="1"/>
        </p:nvSpPr>
        <p:spPr>
          <a:xfrm>
            <a:off x="0" y="0"/>
            <a:ext cx="1846273" cy="15879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4" name="Text Placeholder 3">
            <a:extLst>
              <a:ext uri="{FF2B5EF4-FFF2-40B4-BE49-F238E27FC236}">
                <a16:creationId xmlns:a16="http://schemas.microsoft.com/office/drawing/2014/main" id="{B54032D9-7A9A-4D16-B0B2-71DB5C26405A}"/>
              </a:ext>
            </a:extLst>
          </p:cNvPr>
          <p:cNvSpPr>
            <a:spLocks noGrp="1"/>
          </p:cNvSpPr>
          <p:nvPr>
            <p:ph type="body" sz="quarter" idx="15" hasCustomPrompt="1"/>
          </p:nvPr>
        </p:nvSpPr>
        <p:spPr>
          <a:xfrm>
            <a:off x="1444960" y="1149342"/>
            <a:ext cx="615063" cy="190707"/>
          </a:xfrm>
          <a:prstGeom prst="rect">
            <a:avLst/>
          </a:prstGeom>
        </p:spPr>
        <p:txBody>
          <a:bodyPr/>
          <a:lstStyle>
            <a:lvl1pPr marL="0" indent="0" algn="l">
              <a:buNone/>
              <a:defRPr sz="1000" b="1">
                <a:solidFill>
                  <a:schemeClr val="tx1"/>
                </a:solidFill>
                <a:latin typeface="+mn-lt"/>
                <a:ea typeface="SF Pro Display" panose="00000500000000000000" pitchFamily="2" charset="0"/>
              </a:defRPr>
            </a:lvl1pPr>
          </a:lstStyle>
          <a:p>
            <a:pPr lvl="0"/>
            <a:r>
              <a:rPr lang="en-SG" dirty="0"/>
              <a:t>Year</a:t>
            </a:r>
          </a:p>
        </p:txBody>
      </p:sp>
      <p:sp>
        <p:nvSpPr>
          <p:cNvPr id="5" name="Text Placeholder 3">
            <a:extLst>
              <a:ext uri="{FF2B5EF4-FFF2-40B4-BE49-F238E27FC236}">
                <a16:creationId xmlns:a16="http://schemas.microsoft.com/office/drawing/2014/main" id="{3A3ACC0F-D3F6-4A6C-9792-5DC696ABCE23}"/>
              </a:ext>
            </a:extLst>
          </p:cNvPr>
          <p:cNvSpPr>
            <a:spLocks noGrp="1"/>
          </p:cNvSpPr>
          <p:nvPr>
            <p:ph type="body" sz="quarter" idx="14" hasCustomPrompt="1"/>
          </p:nvPr>
        </p:nvSpPr>
        <p:spPr>
          <a:xfrm>
            <a:off x="514168" y="1418844"/>
            <a:ext cx="802019" cy="636392"/>
          </a:xfrm>
          <a:prstGeom prst="rect">
            <a:avLst/>
          </a:prstGeom>
        </p:spPr>
        <p:txBody>
          <a:bodyPr/>
          <a:lstStyle>
            <a:lvl1pPr marL="0" indent="0" algn="r">
              <a:buNone/>
              <a:defRPr sz="2000" b="1">
                <a:solidFill>
                  <a:schemeClr val="tx1"/>
                </a:solidFill>
                <a:latin typeface="+mj-lt"/>
                <a:ea typeface="SF Pro Display" panose="00000500000000000000" pitchFamily="2" charset="0"/>
              </a:defRPr>
            </a:lvl1pPr>
          </a:lstStyle>
          <a:p>
            <a:pPr lvl="0"/>
            <a:r>
              <a:rPr lang="en-SG" dirty="0"/>
              <a:t>Title01</a:t>
            </a:r>
          </a:p>
        </p:txBody>
      </p:sp>
      <p:cxnSp>
        <p:nvCxnSpPr>
          <p:cNvPr id="6" name="Straight Connector 5">
            <a:extLst>
              <a:ext uri="{FF2B5EF4-FFF2-40B4-BE49-F238E27FC236}">
                <a16:creationId xmlns:a16="http://schemas.microsoft.com/office/drawing/2014/main" id="{5B400722-14D9-4508-9642-937269A0AD28}"/>
              </a:ext>
            </a:extLst>
          </p:cNvPr>
          <p:cNvCxnSpPr>
            <a:cxnSpLocks/>
          </p:cNvCxnSpPr>
          <p:nvPr userDrawn="1"/>
        </p:nvCxnSpPr>
        <p:spPr>
          <a:xfrm>
            <a:off x="209655" y="4946161"/>
            <a:ext cx="8724690" cy="0"/>
          </a:xfrm>
          <a:prstGeom prst="line">
            <a:avLst/>
          </a:prstGeom>
        </p:spPr>
        <p:style>
          <a:lnRef idx="1">
            <a:schemeClr val="dk1"/>
          </a:lnRef>
          <a:fillRef idx="0">
            <a:schemeClr val="dk1"/>
          </a:fillRef>
          <a:effectRef idx="0">
            <a:schemeClr val="dk1"/>
          </a:effectRef>
          <a:fontRef idx="minor">
            <a:schemeClr val="tx1"/>
          </a:fontRef>
        </p:style>
      </p:cxnSp>
      <p:sp>
        <p:nvSpPr>
          <p:cNvPr id="7" name="Slide Number Placeholder 1">
            <a:extLst>
              <a:ext uri="{FF2B5EF4-FFF2-40B4-BE49-F238E27FC236}">
                <a16:creationId xmlns:a16="http://schemas.microsoft.com/office/drawing/2014/main" id="{6FF54345-8C45-40A8-BB13-E47C9006E7D5}"/>
              </a:ext>
            </a:extLst>
          </p:cNvPr>
          <p:cNvSpPr>
            <a:spLocks noGrp="1"/>
          </p:cNvSpPr>
          <p:nvPr>
            <p:ph type="sldNum" sz="quarter" idx="35"/>
          </p:nvPr>
        </p:nvSpPr>
        <p:spPr>
          <a:xfrm>
            <a:off x="6982686" y="4903498"/>
            <a:ext cx="2057400" cy="274637"/>
          </a:xfrm>
        </p:spPr>
        <p:txBody>
          <a:bodyPr/>
          <a:lstStyle/>
          <a:p>
            <a:fld id="{C7120256-B2A0-445F-BB88-554FE8156F70}" type="slidenum">
              <a:rPr lang="en-GB" smtClean="0"/>
              <a:pPr/>
              <a:t>‹#›</a:t>
            </a:fld>
            <a:endParaRPr lang="en-GB" dirty="0"/>
          </a:p>
        </p:txBody>
      </p:sp>
      <p:grpSp>
        <p:nvGrpSpPr>
          <p:cNvPr id="8" name="Group 7">
            <a:extLst>
              <a:ext uri="{FF2B5EF4-FFF2-40B4-BE49-F238E27FC236}">
                <a16:creationId xmlns:a16="http://schemas.microsoft.com/office/drawing/2014/main" id="{DBA1F8AD-A839-4607-8C55-970B012B1DB0}"/>
              </a:ext>
            </a:extLst>
          </p:cNvPr>
          <p:cNvGrpSpPr/>
          <p:nvPr userDrawn="1"/>
        </p:nvGrpSpPr>
        <p:grpSpPr>
          <a:xfrm>
            <a:off x="0" y="0"/>
            <a:ext cx="9144000" cy="72571"/>
            <a:chOff x="0" y="1"/>
            <a:chExt cx="9144000" cy="50138"/>
          </a:xfrm>
        </p:grpSpPr>
        <p:sp>
          <p:nvSpPr>
            <p:cNvPr id="9" name="Rectangle 8">
              <a:extLst>
                <a:ext uri="{FF2B5EF4-FFF2-40B4-BE49-F238E27FC236}">
                  <a16:creationId xmlns:a16="http://schemas.microsoft.com/office/drawing/2014/main" id="{71A47915-9F29-4450-AD26-62CE0D404ECA}"/>
                </a:ext>
              </a:extLst>
            </p:cNvPr>
            <p:cNvSpPr/>
            <p:nvPr userDrawn="1"/>
          </p:nvSpPr>
          <p:spPr>
            <a:xfrm>
              <a:off x="0" y="1"/>
              <a:ext cx="4572000" cy="50138"/>
            </a:xfrm>
            <a:prstGeom prst="rect">
              <a:avLst/>
            </a:prstGeom>
            <a:solidFill>
              <a:srgbClr val="16419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10" name="Rectangle 9">
              <a:extLst>
                <a:ext uri="{FF2B5EF4-FFF2-40B4-BE49-F238E27FC236}">
                  <a16:creationId xmlns:a16="http://schemas.microsoft.com/office/drawing/2014/main" id="{198B8C89-DF5C-4A3D-BDC0-2723FF3257CB}"/>
                </a:ext>
              </a:extLst>
            </p:cNvPr>
            <p:cNvSpPr/>
            <p:nvPr userDrawn="1"/>
          </p:nvSpPr>
          <p:spPr>
            <a:xfrm>
              <a:off x="4572000" y="1"/>
              <a:ext cx="4572000" cy="50138"/>
            </a:xfrm>
            <a:prstGeom prst="rect">
              <a:avLst/>
            </a:prstGeom>
            <a:solidFill>
              <a:srgbClr val="E3061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grpSp>
      <p:sp>
        <p:nvSpPr>
          <p:cNvPr id="42" name="Title 8">
            <a:extLst>
              <a:ext uri="{FF2B5EF4-FFF2-40B4-BE49-F238E27FC236}">
                <a16:creationId xmlns:a16="http://schemas.microsoft.com/office/drawing/2014/main" id="{ACA6F173-FE7F-49CA-83F4-5483F3F55F62}"/>
              </a:ext>
            </a:extLst>
          </p:cNvPr>
          <p:cNvSpPr>
            <a:spLocks noGrp="1"/>
          </p:cNvSpPr>
          <p:nvPr>
            <p:ph type="title"/>
          </p:nvPr>
        </p:nvSpPr>
        <p:spPr>
          <a:xfrm>
            <a:off x="209655" y="208569"/>
            <a:ext cx="8281883" cy="809156"/>
          </a:xfrm>
          <a:prstGeom prst="rect">
            <a:avLst/>
          </a:prstGeom>
        </p:spPr>
        <p:txBody>
          <a:bodyPr/>
          <a:lstStyle>
            <a:lvl1pPr algn="l">
              <a:defRPr sz="2400" b="1">
                <a:solidFill>
                  <a:schemeClr val="tx1"/>
                </a:solidFill>
                <a:latin typeface="+mj-lt"/>
              </a:defRPr>
            </a:lvl1pPr>
          </a:lstStyle>
          <a:p>
            <a:endParaRPr lang="en-SG" dirty="0"/>
          </a:p>
        </p:txBody>
      </p:sp>
      <p:sp>
        <p:nvSpPr>
          <p:cNvPr id="43" name="Text Placeholder 2">
            <a:extLst>
              <a:ext uri="{FF2B5EF4-FFF2-40B4-BE49-F238E27FC236}">
                <a16:creationId xmlns:a16="http://schemas.microsoft.com/office/drawing/2014/main" id="{5F373D8D-B6A1-49C1-929B-68588017CFD3}"/>
              </a:ext>
            </a:extLst>
          </p:cNvPr>
          <p:cNvSpPr>
            <a:spLocks noGrp="1"/>
          </p:cNvSpPr>
          <p:nvPr>
            <p:ph type="body" sz="quarter" idx="37"/>
          </p:nvPr>
        </p:nvSpPr>
        <p:spPr>
          <a:xfrm>
            <a:off x="1444960" y="1422013"/>
            <a:ext cx="1351738" cy="1183122"/>
          </a:xfrm>
          <a:prstGeom prst="rect">
            <a:avLst/>
          </a:prstGeom>
        </p:spPr>
        <p:txBody>
          <a:bodyPr anchor="t"/>
          <a:lstStyle>
            <a:lvl1pPr marL="0" marR="0" indent="0" algn="l" defTabSz="914400" rtl="0" eaLnBrk="1" fontAlgn="auto" latinLnBrk="0" hangingPunct="1">
              <a:lnSpc>
                <a:spcPct val="115000"/>
              </a:lnSpc>
              <a:spcBef>
                <a:spcPts val="0"/>
              </a:spcBef>
              <a:spcAft>
                <a:spcPts val="0"/>
              </a:spcAft>
              <a:buClr>
                <a:srgbClr val="435D74"/>
              </a:buClr>
              <a:buSzPts val="1100"/>
              <a:buFont typeface="Proxima Nova"/>
              <a:buNone/>
              <a:tabLst/>
              <a:defRPr sz="800">
                <a:solidFill>
                  <a:schemeClr val="tx1"/>
                </a:solidFill>
                <a:latin typeface="+mn-lt"/>
              </a:defRPr>
            </a:lvl1pPr>
          </a:lstStyle>
          <a:p>
            <a:pPr lvl="0"/>
            <a:endParaRPr lang="en-SG" dirty="0"/>
          </a:p>
        </p:txBody>
      </p:sp>
      <p:sp>
        <p:nvSpPr>
          <p:cNvPr id="44" name="Text Placeholder 3">
            <a:extLst>
              <a:ext uri="{FF2B5EF4-FFF2-40B4-BE49-F238E27FC236}">
                <a16:creationId xmlns:a16="http://schemas.microsoft.com/office/drawing/2014/main" id="{B6BCD80D-94E0-40F9-8840-6989B4C80A21}"/>
              </a:ext>
            </a:extLst>
          </p:cNvPr>
          <p:cNvSpPr>
            <a:spLocks noGrp="1"/>
          </p:cNvSpPr>
          <p:nvPr>
            <p:ph type="body" sz="quarter" idx="38" hasCustomPrompt="1"/>
          </p:nvPr>
        </p:nvSpPr>
        <p:spPr>
          <a:xfrm>
            <a:off x="4297207" y="1149342"/>
            <a:ext cx="615063" cy="190707"/>
          </a:xfrm>
          <a:prstGeom prst="rect">
            <a:avLst/>
          </a:prstGeom>
        </p:spPr>
        <p:txBody>
          <a:bodyPr/>
          <a:lstStyle>
            <a:lvl1pPr marL="0" indent="0" algn="l">
              <a:buNone/>
              <a:defRPr sz="1000" b="1">
                <a:solidFill>
                  <a:schemeClr val="tx1"/>
                </a:solidFill>
                <a:latin typeface="+mn-lt"/>
                <a:ea typeface="SF Pro Display" panose="00000500000000000000" pitchFamily="2" charset="0"/>
              </a:defRPr>
            </a:lvl1pPr>
          </a:lstStyle>
          <a:p>
            <a:pPr lvl="0"/>
            <a:r>
              <a:rPr lang="en-SG" dirty="0"/>
              <a:t>Year</a:t>
            </a:r>
          </a:p>
        </p:txBody>
      </p:sp>
      <p:sp>
        <p:nvSpPr>
          <p:cNvPr id="45" name="Text Placeholder 3">
            <a:extLst>
              <a:ext uri="{FF2B5EF4-FFF2-40B4-BE49-F238E27FC236}">
                <a16:creationId xmlns:a16="http://schemas.microsoft.com/office/drawing/2014/main" id="{B3B7BC6F-C421-4496-A6BE-F730A73F3C87}"/>
              </a:ext>
            </a:extLst>
          </p:cNvPr>
          <p:cNvSpPr>
            <a:spLocks noGrp="1"/>
          </p:cNvSpPr>
          <p:nvPr>
            <p:ph type="body" sz="quarter" idx="39" hasCustomPrompt="1"/>
          </p:nvPr>
        </p:nvSpPr>
        <p:spPr>
          <a:xfrm>
            <a:off x="3352561" y="1418844"/>
            <a:ext cx="802019" cy="636392"/>
          </a:xfrm>
          <a:prstGeom prst="rect">
            <a:avLst/>
          </a:prstGeom>
        </p:spPr>
        <p:txBody>
          <a:bodyPr/>
          <a:lstStyle>
            <a:lvl1pPr marL="0" indent="0" algn="r">
              <a:buNone/>
              <a:defRPr sz="2000" b="1">
                <a:solidFill>
                  <a:schemeClr val="accent6"/>
                </a:solidFill>
                <a:latin typeface="+mj-lt"/>
                <a:ea typeface="SF Pro Display" panose="00000500000000000000" pitchFamily="2" charset="0"/>
              </a:defRPr>
            </a:lvl1pPr>
          </a:lstStyle>
          <a:p>
            <a:pPr lvl="0"/>
            <a:r>
              <a:rPr lang="en-SG" dirty="0"/>
              <a:t>Title01</a:t>
            </a:r>
          </a:p>
        </p:txBody>
      </p:sp>
      <p:sp>
        <p:nvSpPr>
          <p:cNvPr id="46" name="Text Placeholder 2">
            <a:extLst>
              <a:ext uri="{FF2B5EF4-FFF2-40B4-BE49-F238E27FC236}">
                <a16:creationId xmlns:a16="http://schemas.microsoft.com/office/drawing/2014/main" id="{F32B60F9-08D2-4699-9C30-958E38579E62}"/>
              </a:ext>
            </a:extLst>
          </p:cNvPr>
          <p:cNvSpPr>
            <a:spLocks noGrp="1"/>
          </p:cNvSpPr>
          <p:nvPr>
            <p:ph type="body" sz="quarter" idx="40"/>
          </p:nvPr>
        </p:nvSpPr>
        <p:spPr>
          <a:xfrm>
            <a:off x="4297207" y="1422013"/>
            <a:ext cx="1351738" cy="1183122"/>
          </a:xfrm>
          <a:prstGeom prst="rect">
            <a:avLst/>
          </a:prstGeom>
        </p:spPr>
        <p:txBody>
          <a:bodyPr anchor="t"/>
          <a:lstStyle>
            <a:lvl1pPr marL="0" marR="0" indent="0" algn="l" defTabSz="914400" rtl="0" eaLnBrk="1" fontAlgn="auto" latinLnBrk="0" hangingPunct="1">
              <a:lnSpc>
                <a:spcPct val="115000"/>
              </a:lnSpc>
              <a:spcBef>
                <a:spcPts val="0"/>
              </a:spcBef>
              <a:spcAft>
                <a:spcPts val="0"/>
              </a:spcAft>
              <a:buClr>
                <a:srgbClr val="435D74"/>
              </a:buClr>
              <a:buSzPts val="1100"/>
              <a:buFont typeface="Proxima Nova"/>
              <a:buNone/>
              <a:tabLst/>
              <a:defRPr sz="800">
                <a:solidFill>
                  <a:schemeClr val="tx1"/>
                </a:solidFill>
                <a:latin typeface="+mn-lt"/>
              </a:defRPr>
            </a:lvl1pPr>
          </a:lstStyle>
          <a:p>
            <a:pPr lvl="0"/>
            <a:endParaRPr lang="en-SG" dirty="0"/>
          </a:p>
        </p:txBody>
      </p:sp>
      <p:sp>
        <p:nvSpPr>
          <p:cNvPr id="47" name="Text Placeholder 3">
            <a:extLst>
              <a:ext uri="{FF2B5EF4-FFF2-40B4-BE49-F238E27FC236}">
                <a16:creationId xmlns:a16="http://schemas.microsoft.com/office/drawing/2014/main" id="{E177CC9C-27EE-4AD2-8B51-E4C1D4846F4B}"/>
              </a:ext>
            </a:extLst>
          </p:cNvPr>
          <p:cNvSpPr>
            <a:spLocks noGrp="1"/>
          </p:cNvSpPr>
          <p:nvPr>
            <p:ph type="body" sz="quarter" idx="41" hasCustomPrompt="1"/>
          </p:nvPr>
        </p:nvSpPr>
        <p:spPr>
          <a:xfrm>
            <a:off x="7125253" y="1149342"/>
            <a:ext cx="615063" cy="190707"/>
          </a:xfrm>
          <a:prstGeom prst="rect">
            <a:avLst/>
          </a:prstGeom>
        </p:spPr>
        <p:txBody>
          <a:bodyPr/>
          <a:lstStyle>
            <a:lvl1pPr marL="0" indent="0" algn="l">
              <a:buNone/>
              <a:defRPr sz="1000" b="1">
                <a:solidFill>
                  <a:schemeClr val="tx1"/>
                </a:solidFill>
                <a:latin typeface="+mn-lt"/>
                <a:ea typeface="SF Pro Display" panose="00000500000000000000" pitchFamily="2" charset="0"/>
              </a:defRPr>
            </a:lvl1pPr>
          </a:lstStyle>
          <a:p>
            <a:pPr lvl="0"/>
            <a:r>
              <a:rPr lang="en-SG" dirty="0"/>
              <a:t>Year</a:t>
            </a:r>
          </a:p>
        </p:txBody>
      </p:sp>
      <p:sp>
        <p:nvSpPr>
          <p:cNvPr id="48" name="Text Placeholder 3">
            <a:extLst>
              <a:ext uri="{FF2B5EF4-FFF2-40B4-BE49-F238E27FC236}">
                <a16:creationId xmlns:a16="http://schemas.microsoft.com/office/drawing/2014/main" id="{C135835E-E990-49BA-8820-9D3E87F21E29}"/>
              </a:ext>
            </a:extLst>
          </p:cNvPr>
          <p:cNvSpPr>
            <a:spLocks noGrp="1"/>
          </p:cNvSpPr>
          <p:nvPr>
            <p:ph type="body" sz="quarter" idx="42" hasCustomPrompt="1"/>
          </p:nvPr>
        </p:nvSpPr>
        <p:spPr>
          <a:xfrm>
            <a:off x="6180607" y="1418844"/>
            <a:ext cx="802019" cy="636392"/>
          </a:xfrm>
          <a:prstGeom prst="rect">
            <a:avLst/>
          </a:prstGeom>
        </p:spPr>
        <p:txBody>
          <a:bodyPr/>
          <a:lstStyle>
            <a:lvl1pPr marL="0" indent="0" algn="r">
              <a:buNone/>
              <a:defRPr sz="2000" b="1">
                <a:solidFill>
                  <a:schemeClr val="accent1"/>
                </a:solidFill>
                <a:latin typeface="+mj-lt"/>
                <a:ea typeface="SF Pro Display" panose="00000500000000000000" pitchFamily="2" charset="0"/>
              </a:defRPr>
            </a:lvl1pPr>
          </a:lstStyle>
          <a:p>
            <a:pPr lvl="0"/>
            <a:r>
              <a:rPr lang="en-SG" dirty="0"/>
              <a:t>Title01</a:t>
            </a:r>
          </a:p>
        </p:txBody>
      </p:sp>
      <p:sp>
        <p:nvSpPr>
          <p:cNvPr id="49" name="Text Placeholder 2">
            <a:extLst>
              <a:ext uri="{FF2B5EF4-FFF2-40B4-BE49-F238E27FC236}">
                <a16:creationId xmlns:a16="http://schemas.microsoft.com/office/drawing/2014/main" id="{1E8FD3AC-9096-4518-8FB6-2D657351C1F5}"/>
              </a:ext>
            </a:extLst>
          </p:cNvPr>
          <p:cNvSpPr>
            <a:spLocks noGrp="1"/>
          </p:cNvSpPr>
          <p:nvPr>
            <p:ph type="body" sz="quarter" idx="43"/>
          </p:nvPr>
        </p:nvSpPr>
        <p:spPr>
          <a:xfrm>
            <a:off x="7125253" y="1422013"/>
            <a:ext cx="1351738" cy="1183122"/>
          </a:xfrm>
          <a:prstGeom prst="rect">
            <a:avLst/>
          </a:prstGeom>
        </p:spPr>
        <p:txBody>
          <a:bodyPr anchor="t"/>
          <a:lstStyle>
            <a:lvl1pPr marL="0" marR="0" indent="0" algn="l" defTabSz="914400" rtl="0" eaLnBrk="1" fontAlgn="auto" latinLnBrk="0" hangingPunct="1">
              <a:lnSpc>
                <a:spcPct val="115000"/>
              </a:lnSpc>
              <a:spcBef>
                <a:spcPts val="0"/>
              </a:spcBef>
              <a:spcAft>
                <a:spcPts val="0"/>
              </a:spcAft>
              <a:buClr>
                <a:srgbClr val="435D74"/>
              </a:buClr>
              <a:buSzPts val="1100"/>
              <a:buFont typeface="Proxima Nova"/>
              <a:buNone/>
              <a:tabLst/>
              <a:defRPr sz="800">
                <a:solidFill>
                  <a:schemeClr val="tx1"/>
                </a:solidFill>
                <a:latin typeface="+mn-lt"/>
              </a:defRPr>
            </a:lvl1pPr>
          </a:lstStyle>
          <a:p>
            <a:pPr lvl="0"/>
            <a:endParaRPr lang="en-SG" dirty="0"/>
          </a:p>
        </p:txBody>
      </p:sp>
      <p:sp>
        <p:nvSpPr>
          <p:cNvPr id="50" name="Text Placeholder 3">
            <a:extLst>
              <a:ext uri="{FF2B5EF4-FFF2-40B4-BE49-F238E27FC236}">
                <a16:creationId xmlns:a16="http://schemas.microsoft.com/office/drawing/2014/main" id="{D5967018-A3BB-4399-8E38-71F527763C43}"/>
              </a:ext>
            </a:extLst>
          </p:cNvPr>
          <p:cNvSpPr>
            <a:spLocks noGrp="1"/>
          </p:cNvSpPr>
          <p:nvPr>
            <p:ph type="body" sz="quarter" idx="44" hasCustomPrompt="1"/>
          </p:nvPr>
        </p:nvSpPr>
        <p:spPr>
          <a:xfrm>
            <a:off x="2874841" y="3115302"/>
            <a:ext cx="615063" cy="190707"/>
          </a:xfrm>
          <a:prstGeom prst="rect">
            <a:avLst/>
          </a:prstGeom>
        </p:spPr>
        <p:txBody>
          <a:bodyPr/>
          <a:lstStyle>
            <a:lvl1pPr marL="0" indent="0" algn="l">
              <a:buNone/>
              <a:defRPr sz="1000" b="1">
                <a:solidFill>
                  <a:schemeClr val="tx1"/>
                </a:solidFill>
                <a:latin typeface="+mn-lt"/>
                <a:ea typeface="SF Pro Display" panose="00000500000000000000" pitchFamily="2" charset="0"/>
              </a:defRPr>
            </a:lvl1pPr>
          </a:lstStyle>
          <a:p>
            <a:pPr lvl="0"/>
            <a:r>
              <a:rPr lang="en-SG" dirty="0"/>
              <a:t>Year</a:t>
            </a:r>
          </a:p>
        </p:txBody>
      </p:sp>
      <p:sp>
        <p:nvSpPr>
          <p:cNvPr id="51" name="Text Placeholder 3">
            <a:extLst>
              <a:ext uri="{FF2B5EF4-FFF2-40B4-BE49-F238E27FC236}">
                <a16:creationId xmlns:a16="http://schemas.microsoft.com/office/drawing/2014/main" id="{899A7B7E-6D0C-459A-8B87-54EDDE6FE7F7}"/>
              </a:ext>
            </a:extLst>
          </p:cNvPr>
          <p:cNvSpPr>
            <a:spLocks noGrp="1"/>
          </p:cNvSpPr>
          <p:nvPr>
            <p:ph type="body" sz="quarter" idx="45" hasCustomPrompt="1"/>
          </p:nvPr>
        </p:nvSpPr>
        <p:spPr>
          <a:xfrm>
            <a:off x="1923268" y="3384804"/>
            <a:ext cx="802019" cy="636392"/>
          </a:xfrm>
          <a:prstGeom prst="rect">
            <a:avLst/>
          </a:prstGeom>
        </p:spPr>
        <p:txBody>
          <a:bodyPr/>
          <a:lstStyle>
            <a:lvl1pPr marL="0" indent="0" algn="r">
              <a:buNone/>
              <a:defRPr sz="2000" b="1">
                <a:solidFill>
                  <a:schemeClr val="accent1"/>
                </a:solidFill>
                <a:latin typeface="+mj-lt"/>
                <a:ea typeface="SF Pro Display" panose="00000500000000000000" pitchFamily="2" charset="0"/>
              </a:defRPr>
            </a:lvl1pPr>
          </a:lstStyle>
          <a:p>
            <a:pPr lvl="0"/>
            <a:r>
              <a:rPr lang="en-SG" dirty="0"/>
              <a:t>Title01</a:t>
            </a:r>
          </a:p>
        </p:txBody>
      </p:sp>
      <p:sp>
        <p:nvSpPr>
          <p:cNvPr id="52" name="Text Placeholder 2">
            <a:extLst>
              <a:ext uri="{FF2B5EF4-FFF2-40B4-BE49-F238E27FC236}">
                <a16:creationId xmlns:a16="http://schemas.microsoft.com/office/drawing/2014/main" id="{6131F6F4-2683-4222-B572-223E631FC555}"/>
              </a:ext>
            </a:extLst>
          </p:cNvPr>
          <p:cNvSpPr>
            <a:spLocks noGrp="1"/>
          </p:cNvSpPr>
          <p:nvPr>
            <p:ph type="body" sz="quarter" idx="46"/>
          </p:nvPr>
        </p:nvSpPr>
        <p:spPr>
          <a:xfrm>
            <a:off x="2874841" y="3387973"/>
            <a:ext cx="1351738" cy="1183122"/>
          </a:xfrm>
          <a:prstGeom prst="rect">
            <a:avLst/>
          </a:prstGeom>
        </p:spPr>
        <p:txBody>
          <a:bodyPr anchor="t"/>
          <a:lstStyle>
            <a:lvl1pPr marL="0" marR="0" indent="0" algn="l" defTabSz="914400" rtl="0" eaLnBrk="1" fontAlgn="auto" latinLnBrk="0" hangingPunct="1">
              <a:lnSpc>
                <a:spcPct val="115000"/>
              </a:lnSpc>
              <a:spcBef>
                <a:spcPts val="0"/>
              </a:spcBef>
              <a:spcAft>
                <a:spcPts val="0"/>
              </a:spcAft>
              <a:buClr>
                <a:srgbClr val="435D74"/>
              </a:buClr>
              <a:buSzPts val="1100"/>
              <a:buFont typeface="Proxima Nova"/>
              <a:buNone/>
              <a:tabLst/>
              <a:defRPr sz="800">
                <a:solidFill>
                  <a:schemeClr val="tx1"/>
                </a:solidFill>
                <a:latin typeface="+mn-lt"/>
              </a:defRPr>
            </a:lvl1pPr>
          </a:lstStyle>
          <a:p>
            <a:pPr lvl="0"/>
            <a:endParaRPr lang="en-SG" dirty="0"/>
          </a:p>
        </p:txBody>
      </p:sp>
      <p:sp>
        <p:nvSpPr>
          <p:cNvPr id="53" name="Text Placeholder 3">
            <a:extLst>
              <a:ext uri="{FF2B5EF4-FFF2-40B4-BE49-F238E27FC236}">
                <a16:creationId xmlns:a16="http://schemas.microsoft.com/office/drawing/2014/main" id="{CDFA5539-97C7-479A-87C8-4E02DBF57729}"/>
              </a:ext>
            </a:extLst>
          </p:cNvPr>
          <p:cNvSpPr>
            <a:spLocks noGrp="1"/>
          </p:cNvSpPr>
          <p:nvPr>
            <p:ph type="body" sz="quarter" idx="47" hasCustomPrompt="1"/>
          </p:nvPr>
        </p:nvSpPr>
        <p:spPr>
          <a:xfrm>
            <a:off x="5710358" y="3115302"/>
            <a:ext cx="615063" cy="190707"/>
          </a:xfrm>
          <a:prstGeom prst="rect">
            <a:avLst/>
          </a:prstGeom>
        </p:spPr>
        <p:txBody>
          <a:bodyPr/>
          <a:lstStyle>
            <a:lvl1pPr marL="0" indent="0" algn="l">
              <a:buNone/>
              <a:defRPr sz="1000" b="1">
                <a:solidFill>
                  <a:schemeClr val="tx1"/>
                </a:solidFill>
                <a:latin typeface="+mn-lt"/>
                <a:ea typeface="SF Pro Display" panose="00000500000000000000" pitchFamily="2" charset="0"/>
              </a:defRPr>
            </a:lvl1pPr>
          </a:lstStyle>
          <a:p>
            <a:pPr lvl="0"/>
            <a:r>
              <a:rPr lang="en-SG" dirty="0"/>
              <a:t>Year</a:t>
            </a:r>
          </a:p>
        </p:txBody>
      </p:sp>
      <p:sp>
        <p:nvSpPr>
          <p:cNvPr id="54" name="Text Placeholder 3">
            <a:extLst>
              <a:ext uri="{FF2B5EF4-FFF2-40B4-BE49-F238E27FC236}">
                <a16:creationId xmlns:a16="http://schemas.microsoft.com/office/drawing/2014/main" id="{46329304-883B-442D-8138-0E614C5D4608}"/>
              </a:ext>
            </a:extLst>
          </p:cNvPr>
          <p:cNvSpPr>
            <a:spLocks noGrp="1"/>
          </p:cNvSpPr>
          <p:nvPr>
            <p:ph type="body" sz="quarter" idx="48" hasCustomPrompt="1"/>
          </p:nvPr>
        </p:nvSpPr>
        <p:spPr>
          <a:xfrm>
            <a:off x="4765712" y="3384804"/>
            <a:ext cx="802019" cy="636392"/>
          </a:xfrm>
          <a:prstGeom prst="rect">
            <a:avLst/>
          </a:prstGeom>
        </p:spPr>
        <p:txBody>
          <a:bodyPr/>
          <a:lstStyle>
            <a:lvl1pPr marL="0" indent="0" algn="r">
              <a:buNone/>
              <a:defRPr sz="2000" b="1">
                <a:solidFill>
                  <a:schemeClr val="tx1"/>
                </a:solidFill>
                <a:latin typeface="+mj-lt"/>
                <a:ea typeface="SF Pro Display" panose="00000500000000000000" pitchFamily="2" charset="0"/>
              </a:defRPr>
            </a:lvl1pPr>
          </a:lstStyle>
          <a:p>
            <a:pPr lvl="0"/>
            <a:r>
              <a:rPr lang="en-SG" dirty="0"/>
              <a:t>Title01</a:t>
            </a:r>
          </a:p>
        </p:txBody>
      </p:sp>
      <p:sp>
        <p:nvSpPr>
          <p:cNvPr id="55" name="Text Placeholder 2">
            <a:extLst>
              <a:ext uri="{FF2B5EF4-FFF2-40B4-BE49-F238E27FC236}">
                <a16:creationId xmlns:a16="http://schemas.microsoft.com/office/drawing/2014/main" id="{5A563CCE-94CE-40BE-A85F-B871DC0A9C27}"/>
              </a:ext>
            </a:extLst>
          </p:cNvPr>
          <p:cNvSpPr>
            <a:spLocks noGrp="1"/>
          </p:cNvSpPr>
          <p:nvPr>
            <p:ph type="body" sz="quarter" idx="49"/>
          </p:nvPr>
        </p:nvSpPr>
        <p:spPr>
          <a:xfrm>
            <a:off x="5710358" y="3387973"/>
            <a:ext cx="1351738" cy="1183122"/>
          </a:xfrm>
          <a:prstGeom prst="rect">
            <a:avLst/>
          </a:prstGeom>
        </p:spPr>
        <p:txBody>
          <a:bodyPr anchor="t"/>
          <a:lstStyle>
            <a:lvl1pPr marL="0" marR="0" indent="0" algn="l" defTabSz="914400" rtl="0" eaLnBrk="1" fontAlgn="auto" latinLnBrk="0" hangingPunct="1">
              <a:lnSpc>
                <a:spcPct val="115000"/>
              </a:lnSpc>
              <a:spcBef>
                <a:spcPts val="0"/>
              </a:spcBef>
              <a:spcAft>
                <a:spcPts val="0"/>
              </a:spcAft>
              <a:buClr>
                <a:srgbClr val="435D74"/>
              </a:buClr>
              <a:buSzPts val="1100"/>
              <a:buFont typeface="Proxima Nova"/>
              <a:buNone/>
              <a:tabLst/>
              <a:defRPr sz="800">
                <a:solidFill>
                  <a:schemeClr val="tx1"/>
                </a:solidFill>
                <a:latin typeface="+mn-lt"/>
              </a:defRPr>
            </a:lvl1pPr>
          </a:lstStyle>
          <a:p>
            <a:pPr lvl="0"/>
            <a:endParaRPr lang="en-SG" dirty="0"/>
          </a:p>
        </p:txBody>
      </p:sp>
    </p:spTree>
    <p:extLst>
      <p:ext uri="{BB962C8B-B14F-4D97-AF65-F5344CB8AC3E}">
        <p14:creationId xmlns:p14="http://schemas.microsoft.com/office/powerpoint/2010/main" val="218132522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Ref idx="1001">
        <a:schemeClr val="bg1"/>
      </p:bgRef>
    </p:bg>
    <p:spTree>
      <p:nvGrpSpPr>
        <p:cNvPr id="1" name="Shape 120"/>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C8962BBE-B313-4EF4-99E1-68F37FAAC195}"/>
              </a:ext>
            </a:extLst>
          </p:cNvPr>
          <p:cNvSpPr>
            <a:spLocks noGrp="1"/>
          </p:cNvSpPr>
          <p:nvPr>
            <p:ph type="sldNum" sz="quarter" idx="4"/>
          </p:nvPr>
        </p:nvSpPr>
        <p:spPr>
          <a:xfrm>
            <a:off x="6982686" y="4903498"/>
            <a:ext cx="2057400" cy="274637"/>
          </a:xfrm>
          <a:prstGeom prst="rect">
            <a:avLst/>
          </a:prstGeom>
        </p:spPr>
        <p:txBody>
          <a:bodyPr vert="horz" lIns="91440" tIns="45720" rIns="91440" bIns="45720" rtlCol="0" anchor="ctr"/>
          <a:lstStyle>
            <a:lvl1pPr algn="r">
              <a:defRPr sz="900">
                <a:solidFill>
                  <a:schemeClr val="tx1">
                    <a:tint val="75000"/>
                  </a:schemeClr>
                </a:solidFill>
              </a:defRPr>
            </a:lvl1pPr>
          </a:lstStyle>
          <a:p>
            <a:fld id="{A71B3FCB-C735-413F-84AB-EA69B872E382}" type="slidenum">
              <a:rPr lang="en-GB" smtClean="0"/>
              <a:pPr/>
              <a:t>‹#›</a:t>
            </a:fld>
            <a:endParaRPr lang="en-GB" dirty="0"/>
          </a:p>
        </p:txBody>
      </p:sp>
      <p:sp>
        <p:nvSpPr>
          <p:cNvPr id="4" name="TextBox 3">
            <a:extLst>
              <a:ext uri="{FF2B5EF4-FFF2-40B4-BE49-F238E27FC236}">
                <a16:creationId xmlns:a16="http://schemas.microsoft.com/office/drawing/2014/main" id="{F9F8C8A9-2287-ED2B-6ED0-57F5DF20E1D1}"/>
              </a:ext>
            </a:extLst>
          </p:cNvPr>
          <p:cNvSpPr txBox="1"/>
          <p:nvPr userDrawn="1">
            <p:extLst>
              <p:ext uri="{1162E1C5-73C7-4A58-AE30-91384D911F3F}">
                <p184:classification xmlns:p184="http://schemas.microsoft.com/office/powerpoint/2018/4/main" val="hdr"/>
              </p:ext>
            </p:extLst>
          </p:nvPr>
        </p:nvSpPr>
        <p:spPr>
          <a:xfrm>
            <a:off x="0" y="0"/>
            <a:ext cx="1800225" cy="152400"/>
          </a:xfrm>
          <a:prstGeom prst="rect">
            <a:avLst/>
          </a:prstGeom>
        </p:spPr>
        <p:txBody>
          <a:bodyPr horzOverflow="overflow" lIns="0" tIns="0" rIns="0" bIns="0">
            <a:spAutoFit/>
          </a:bodyPr>
          <a:lstStyle/>
          <a:p>
            <a:pPr algn="l"/>
            <a:r>
              <a:rPr lang="en-SG" sz="1000">
                <a:solidFill>
                  <a:srgbClr val="000000"/>
                </a:solidFill>
                <a:latin typeface="Calibri" panose="020F0502020204030204" pitchFamily="34" charset="0"/>
                <a:cs typeface="Calibri" panose="020F0502020204030204" pitchFamily="34" charset="0"/>
              </a:rPr>
              <a:t>Official (Closed) and Non-Sensitive</a:t>
            </a:r>
          </a:p>
        </p:txBody>
      </p:sp>
      <p:sp>
        <p:nvSpPr>
          <p:cNvPr id="3" name="Rectangle 2">
            <a:extLst>
              <a:ext uri="{FF2B5EF4-FFF2-40B4-BE49-F238E27FC236}">
                <a16:creationId xmlns:a16="http://schemas.microsoft.com/office/drawing/2014/main" id="{AF66AAFC-D14A-B306-C2BC-351012E7CF76}"/>
              </a:ext>
            </a:extLst>
          </p:cNvPr>
          <p:cNvSpPr/>
          <p:nvPr userDrawn="1"/>
        </p:nvSpPr>
        <p:spPr>
          <a:xfrm>
            <a:off x="0" y="0"/>
            <a:ext cx="1846273" cy="15879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Tree>
  </p:cSld>
  <p:clrMap bg1="lt1" tx1="dk1" bg2="lt2" tx2="dk2" accent1="accent1" accent2="accent2" accent3="accent3" accent4="accent4" accent5="accent5" accent6="accent6" hlink="hlink" folHlink="folHlink"/>
  <p:sldLayoutIdLst>
    <p:sldLayoutId id="2147483710" r:id="rId1"/>
    <p:sldLayoutId id="2147483681" r:id="rId2"/>
    <p:sldLayoutId id="2147483670" r:id="rId3"/>
    <p:sldLayoutId id="2147483685" r:id="rId4"/>
    <p:sldLayoutId id="2147483698" r:id="rId5"/>
    <p:sldLayoutId id="2147483691" r:id="rId6"/>
    <p:sldLayoutId id="2147483688" r:id="rId7"/>
    <p:sldLayoutId id="2147483703" r:id="rId8"/>
    <p:sldLayoutId id="2147483704" r:id="rId9"/>
    <p:sldLayoutId id="2147483708" r:id="rId10"/>
    <p:sldLayoutId id="2147483705" r:id="rId11"/>
    <p:sldLayoutId id="2147483707" r:id="rId12"/>
    <p:sldLayoutId id="2147483706" r:id="rId13"/>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tx1"/>
          </a:solidFill>
          <a:latin typeface="+mj-lt"/>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L="158750" marR="0" lvl="0" indent="0" algn="l" rtl="0">
        <a:lnSpc>
          <a:spcPct val="100000"/>
        </a:lnSpc>
        <a:spcBef>
          <a:spcPts val="0"/>
        </a:spcBef>
        <a:spcAft>
          <a:spcPts val="0"/>
        </a:spcAft>
        <a:buClr>
          <a:srgbClr val="000000"/>
        </a:buClr>
        <a:buFont typeface="Arial"/>
        <a:buNone/>
        <a:defRPr sz="1400" b="0" i="0" u="none" strike="noStrike" cap="none">
          <a:solidFill>
            <a:schemeClr val="bg1"/>
          </a:solidFill>
          <a:latin typeface="+mj-lt"/>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slideLayout" Target="../slideLayouts/slideLayout3.xml"/><Relationship Id="rId1" Type="http://schemas.openxmlformats.org/officeDocument/2006/relationships/video" Target="https://www.youtube.com/embed/TWWsW1w-BVo?feature=oembed" TargetMode="External"/><Relationship Id="rId4" Type="http://schemas.openxmlformats.org/officeDocument/2006/relationships/hyperlink" Target="https://www.youtube.com/watch?v=TWWsW1w-BVo" TargetMode="External"/></Relationships>
</file>

<file path=ppt/slides/_rels/slide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3.xml"/><Relationship Id="rId4" Type="http://schemas.openxmlformats.org/officeDocument/2006/relationships/image" Target="../media/image10.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3" Type="http://schemas.openxmlformats.org/officeDocument/2006/relationships/hyperlink" Target="https://aiverifyfoundation.sg/project-moonshot/" TargetMode="External"/><Relationship Id="rId2" Type="http://schemas.openxmlformats.org/officeDocument/2006/relationships/image" Target="../media/image13.png"/><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Text Placeholder 21">
            <a:extLst>
              <a:ext uri="{FF2B5EF4-FFF2-40B4-BE49-F238E27FC236}">
                <a16:creationId xmlns:a16="http://schemas.microsoft.com/office/drawing/2014/main" id="{A231D7A8-241B-4005-A87A-EBAD331A846D}"/>
              </a:ext>
            </a:extLst>
          </p:cNvPr>
          <p:cNvSpPr>
            <a:spLocks noGrp="1"/>
          </p:cNvSpPr>
          <p:nvPr>
            <p:ph type="body" sz="quarter" idx="12"/>
          </p:nvPr>
        </p:nvSpPr>
        <p:spPr>
          <a:prstGeom prst="rect">
            <a:avLst/>
          </a:prstGeom>
        </p:spPr>
        <p:txBody>
          <a:bodyPr anchor="b"/>
          <a:lstStyle/>
          <a:p>
            <a:r>
              <a:rPr lang="en-SG" dirty="0"/>
              <a:t>AI Guardrails</a:t>
            </a:r>
          </a:p>
        </p:txBody>
      </p:sp>
      <p:sp>
        <p:nvSpPr>
          <p:cNvPr id="2" name="Text Placeholder 1">
            <a:extLst>
              <a:ext uri="{FF2B5EF4-FFF2-40B4-BE49-F238E27FC236}">
                <a16:creationId xmlns:a16="http://schemas.microsoft.com/office/drawing/2014/main" id="{62F51D9F-7133-E31C-70C8-C5B04737657A}"/>
              </a:ext>
            </a:extLst>
          </p:cNvPr>
          <p:cNvSpPr>
            <a:spLocks noGrp="1"/>
          </p:cNvSpPr>
          <p:nvPr>
            <p:ph type="body" sz="quarter" idx="13"/>
          </p:nvPr>
        </p:nvSpPr>
        <p:spPr/>
        <p:txBody>
          <a:bodyPr/>
          <a:lstStyle/>
          <a:p>
            <a:r>
              <a:rPr lang="en-SG" dirty="0"/>
              <a:t>INTRODUCTION</a:t>
            </a:r>
          </a:p>
        </p:txBody>
      </p:sp>
      <p:sp>
        <p:nvSpPr>
          <p:cNvPr id="11" name="Slide Number Placeholder 10">
            <a:extLst>
              <a:ext uri="{FF2B5EF4-FFF2-40B4-BE49-F238E27FC236}">
                <a16:creationId xmlns:a16="http://schemas.microsoft.com/office/drawing/2014/main" id="{C33DC0BA-79B0-449A-8A12-9B54BA40DE17}"/>
              </a:ext>
            </a:extLst>
          </p:cNvPr>
          <p:cNvSpPr>
            <a:spLocks noGrp="1"/>
          </p:cNvSpPr>
          <p:nvPr>
            <p:ph type="sldNum" sz="quarter" idx="4294967295"/>
          </p:nvPr>
        </p:nvSpPr>
        <p:spPr>
          <a:xfrm>
            <a:off x="7086600" y="4903788"/>
            <a:ext cx="2057400" cy="274637"/>
          </a:xfrm>
        </p:spPr>
        <p:txBody>
          <a:bodyPr/>
          <a:lstStyle/>
          <a:p>
            <a:fld id="{C7120256-B2A0-445F-BB88-554FE8156F70}" type="slidenum">
              <a:rPr lang="en-GB" smtClean="0"/>
              <a:pPr/>
              <a:t>1</a:t>
            </a:fld>
            <a:endParaRPr lang="en-GB" dirty="0"/>
          </a:p>
        </p:txBody>
      </p:sp>
    </p:spTree>
    <p:extLst>
      <p:ext uri="{BB962C8B-B14F-4D97-AF65-F5344CB8AC3E}">
        <p14:creationId xmlns:p14="http://schemas.microsoft.com/office/powerpoint/2010/main" val="349616815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B0B9DB3A-100C-1675-DAD9-037882C84999}"/>
              </a:ext>
            </a:extLst>
          </p:cNvPr>
          <p:cNvSpPr>
            <a:spLocks noGrp="1"/>
          </p:cNvSpPr>
          <p:nvPr>
            <p:ph type="sldNum" sz="quarter" idx="11"/>
          </p:nvPr>
        </p:nvSpPr>
        <p:spPr/>
        <p:txBody>
          <a:bodyPr/>
          <a:lstStyle/>
          <a:p>
            <a:fld id="{C7120256-B2A0-445F-BB88-554FE8156F70}" type="slidenum">
              <a:rPr lang="en-GB" smtClean="0"/>
              <a:pPr/>
              <a:t>2</a:t>
            </a:fld>
            <a:endParaRPr lang="en-GB" dirty="0"/>
          </a:p>
        </p:txBody>
      </p:sp>
      <p:sp>
        <p:nvSpPr>
          <p:cNvPr id="5" name="Title 4">
            <a:extLst>
              <a:ext uri="{FF2B5EF4-FFF2-40B4-BE49-F238E27FC236}">
                <a16:creationId xmlns:a16="http://schemas.microsoft.com/office/drawing/2014/main" id="{D4569C7B-3254-BD87-A306-A886B0C2D557}"/>
              </a:ext>
            </a:extLst>
          </p:cNvPr>
          <p:cNvSpPr>
            <a:spLocks noGrp="1"/>
          </p:cNvSpPr>
          <p:nvPr>
            <p:ph type="title"/>
          </p:nvPr>
        </p:nvSpPr>
        <p:spPr/>
        <p:txBody>
          <a:bodyPr/>
          <a:lstStyle/>
          <a:p>
            <a:r>
              <a:rPr lang="en-US" dirty="0"/>
              <a:t>Understanding AI Guardrails</a:t>
            </a:r>
          </a:p>
        </p:txBody>
      </p:sp>
      <p:sp>
        <p:nvSpPr>
          <p:cNvPr id="4" name="Text Placeholder 3">
            <a:extLst>
              <a:ext uri="{FF2B5EF4-FFF2-40B4-BE49-F238E27FC236}">
                <a16:creationId xmlns:a16="http://schemas.microsoft.com/office/drawing/2014/main" id="{7C831315-3A84-A80F-2774-58A460A8B5CE}"/>
              </a:ext>
            </a:extLst>
          </p:cNvPr>
          <p:cNvSpPr>
            <a:spLocks noGrp="1"/>
          </p:cNvSpPr>
          <p:nvPr>
            <p:ph type="body" sz="quarter" idx="12"/>
          </p:nvPr>
        </p:nvSpPr>
        <p:spPr/>
        <p:txBody>
          <a:bodyPr/>
          <a:lstStyle/>
          <a:p>
            <a:pPr marL="285750" indent="-285750">
              <a:buFont typeface="Arial" panose="020B0604020202020204" pitchFamily="34" charset="0"/>
              <a:buChar char="•"/>
            </a:pPr>
            <a:r>
              <a:rPr lang="en-US" dirty="0"/>
              <a:t>Artificial Intelligence is now permeated various facets of everyday life – voice assistant scheduling appointments, intelligent recommender systems populating entertainment queues.</a:t>
            </a:r>
          </a:p>
          <a:p>
            <a:pPr marL="285750" indent="-285750">
              <a:buFont typeface="Arial" panose="020B0604020202020204" pitchFamily="34" charset="0"/>
              <a:buChar char="•"/>
            </a:pPr>
            <a:r>
              <a:rPr lang="en-US" dirty="0"/>
              <a:t>With tremendous benefits of AI offers – efficiency, scalability and unprecedented insights, also come risks that can have serious ethical, social and economic implications.</a:t>
            </a:r>
          </a:p>
          <a:p>
            <a:pPr marL="285750" indent="-285750">
              <a:buFont typeface="Arial" panose="020B0604020202020204" pitchFamily="34" charset="0"/>
              <a:buChar char="•"/>
            </a:pPr>
            <a:r>
              <a:rPr lang="en-US" dirty="0"/>
              <a:t>Risks: </a:t>
            </a:r>
          </a:p>
          <a:p>
            <a:pPr marL="711200" lvl="2" indent="-444500">
              <a:buFont typeface="Courier New" panose="02070309020205020404" pitchFamily="49" charset="0"/>
              <a:buChar char="o"/>
            </a:pPr>
            <a:r>
              <a:rPr lang="en-US" dirty="0"/>
              <a:t>Exacerbating biases found in training data</a:t>
            </a:r>
          </a:p>
          <a:p>
            <a:pPr marL="711200" lvl="2" indent="-444500">
              <a:lnSpc>
                <a:spcPct val="150000"/>
              </a:lnSpc>
              <a:buFont typeface="Courier New" panose="02070309020205020404" pitchFamily="49" charset="0"/>
              <a:buChar char="o"/>
            </a:pPr>
            <a:r>
              <a:rPr lang="en-US" dirty="0"/>
              <a:t>“Black box” nature of many AI algorithms</a:t>
            </a:r>
          </a:p>
          <a:p>
            <a:pPr marL="711200" lvl="2" indent="-444500">
              <a:lnSpc>
                <a:spcPct val="150000"/>
              </a:lnSpc>
              <a:buFont typeface="Courier New" panose="02070309020205020404" pitchFamily="49" charset="0"/>
              <a:buChar char="o"/>
            </a:pPr>
            <a:r>
              <a:rPr lang="en-US" dirty="0"/>
              <a:t>Inadequate data protection leading to privacy breaches</a:t>
            </a:r>
          </a:p>
          <a:p>
            <a:pPr marL="711200" lvl="2" indent="-444500">
              <a:lnSpc>
                <a:spcPct val="150000"/>
              </a:lnSpc>
              <a:buFont typeface="Courier New" panose="02070309020205020404" pitchFamily="49" charset="0"/>
              <a:buChar char="o"/>
            </a:pPr>
            <a:r>
              <a:rPr lang="en-US" dirty="0"/>
              <a:t>Adversarial attacks manipulating AI systems to produce harmful or erroneous outputs </a:t>
            </a:r>
          </a:p>
          <a:p>
            <a:pPr marL="285750" indent="-285750">
              <a:buFont typeface="Arial" panose="020B0604020202020204" pitchFamily="34" charset="0"/>
              <a:buChar char="•"/>
            </a:pPr>
            <a:r>
              <a:rPr lang="en-US" dirty="0"/>
              <a:t>High-stake domains demand safeguards to protect individuals and society at large – healthcare, criminal justice, financial systems.</a:t>
            </a:r>
          </a:p>
        </p:txBody>
      </p:sp>
    </p:spTree>
    <p:extLst>
      <p:ext uri="{BB962C8B-B14F-4D97-AF65-F5344CB8AC3E}">
        <p14:creationId xmlns:p14="http://schemas.microsoft.com/office/powerpoint/2010/main" val="407468214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C218D69C-1091-2115-DA42-5AAD8EE0C7C6}"/>
              </a:ext>
            </a:extLst>
          </p:cNvPr>
          <p:cNvSpPr>
            <a:spLocks noGrp="1"/>
          </p:cNvSpPr>
          <p:nvPr>
            <p:ph type="sldNum" sz="quarter" idx="11"/>
          </p:nvPr>
        </p:nvSpPr>
        <p:spPr/>
        <p:txBody>
          <a:bodyPr/>
          <a:lstStyle/>
          <a:p>
            <a:fld id="{C7120256-B2A0-445F-BB88-554FE8156F70}" type="slidenum">
              <a:rPr lang="en-GB" smtClean="0"/>
              <a:pPr/>
              <a:t>3</a:t>
            </a:fld>
            <a:endParaRPr lang="en-GB" dirty="0"/>
          </a:p>
        </p:txBody>
      </p:sp>
      <p:sp>
        <p:nvSpPr>
          <p:cNvPr id="3" name="Title 2">
            <a:extLst>
              <a:ext uri="{FF2B5EF4-FFF2-40B4-BE49-F238E27FC236}">
                <a16:creationId xmlns:a16="http://schemas.microsoft.com/office/drawing/2014/main" id="{6E80B557-563F-7D35-01E6-FD912C96D205}"/>
              </a:ext>
            </a:extLst>
          </p:cNvPr>
          <p:cNvSpPr>
            <a:spLocks noGrp="1"/>
          </p:cNvSpPr>
          <p:nvPr>
            <p:ph type="title"/>
          </p:nvPr>
        </p:nvSpPr>
        <p:spPr/>
        <p:txBody>
          <a:bodyPr/>
          <a:lstStyle/>
          <a:p>
            <a:r>
              <a:rPr lang="en-SG" b="1" i="0" dirty="0">
                <a:solidFill>
                  <a:srgbClr val="0F0F0F"/>
                </a:solidFill>
                <a:effectLst/>
                <a:latin typeface="Roboto" panose="02000000000000000000" pitchFamily="2" charset="0"/>
              </a:rPr>
              <a:t>Gender Shades</a:t>
            </a:r>
            <a:r>
              <a:rPr lang="en-US" dirty="0"/>
              <a:t> </a:t>
            </a:r>
          </a:p>
        </p:txBody>
      </p:sp>
      <p:pic>
        <p:nvPicPr>
          <p:cNvPr id="5" name="Online Media 4" descr="Gender Shades">
            <a:hlinkClick r:id="" action="ppaction://media"/>
            <a:extLst>
              <a:ext uri="{FF2B5EF4-FFF2-40B4-BE49-F238E27FC236}">
                <a16:creationId xmlns:a16="http://schemas.microsoft.com/office/drawing/2014/main" id="{ADFC01B0-29C8-4F86-4286-A6D12F97CB2C}"/>
              </a:ext>
            </a:extLst>
          </p:cNvPr>
          <p:cNvPicPr>
            <a:picLocks noRot="1" noChangeAspect="1"/>
          </p:cNvPicPr>
          <p:nvPr>
            <a:videoFile r:link="rId1"/>
          </p:nvPr>
        </p:nvPicPr>
        <p:blipFill>
          <a:blip r:embed="rId3"/>
          <a:stretch>
            <a:fillRect/>
          </a:stretch>
        </p:blipFill>
        <p:spPr>
          <a:xfrm>
            <a:off x="1981268" y="1233080"/>
            <a:ext cx="4738655" cy="2677340"/>
          </a:xfrm>
          <a:prstGeom prst="rect">
            <a:avLst/>
          </a:prstGeom>
        </p:spPr>
      </p:pic>
      <p:sp>
        <p:nvSpPr>
          <p:cNvPr id="7" name="TextBox 6">
            <a:extLst>
              <a:ext uri="{FF2B5EF4-FFF2-40B4-BE49-F238E27FC236}">
                <a16:creationId xmlns:a16="http://schemas.microsoft.com/office/drawing/2014/main" id="{3B7D9E5E-8750-967B-17E6-E85DF8C56DF4}"/>
              </a:ext>
            </a:extLst>
          </p:cNvPr>
          <p:cNvSpPr txBox="1"/>
          <p:nvPr/>
        </p:nvSpPr>
        <p:spPr>
          <a:xfrm>
            <a:off x="695914" y="4125775"/>
            <a:ext cx="8067760" cy="307777"/>
          </a:xfrm>
          <a:prstGeom prst="rect">
            <a:avLst/>
          </a:prstGeom>
          <a:noFill/>
        </p:spPr>
        <p:txBody>
          <a:bodyPr wrap="square">
            <a:spAutoFit/>
          </a:bodyPr>
          <a:lstStyle/>
          <a:p>
            <a:r>
              <a:rPr lang="en-SG" b="0" i="0" dirty="0">
                <a:solidFill>
                  <a:srgbClr val="36160A"/>
                </a:solidFill>
                <a:effectLst/>
                <a:latin typeface="Roboto" panose="02000000000000000000" pitchFamily="2" charset="0"/>
              </a:rPr>
              <a:t>The Gender Shades Project pilots an intersectional approach to inclusive product testing for AI.</a:t>
            </a:r>
            <a:endParaRPr lang="en-US" dirty="0"/>
          </a:p>
        </p:txBody>
      </p:sp>
      <p:sp>
        <p:nvSpPr>
          <p:cNvPr id="9" name="TextBox 8">
            <a:extLst>
              <a:ext uri="{FF2B5EF4-FFF2-40B4-BE49-F238E27FC236}">
                <a16:creationId xmlns:a16="http://schemas.microsoft.com/office/drawing/2014/main" id="{3C89B52A-AB9B-EB0D-6801-E56C148A001E}"/>
              </a:ext>
            </a:extLst>
          </p:cNvPr>
          <p:cNvSpPr txBox="1"/>
          <p:nvPr/>
        </p:nvSpPr>
        <p:spPr>
          <a:xfrm>
            <a:off x="695913" y="4380278"/>
            <a:ext cx="6902507" cy="307777"/>
          </a:xfrm>
          <a:prstGeom prst="rect">
            <a:avLst/>
          </a:prstGeom>
          <a:noFill/>
        </p:spPr>
        <p:txBody>
          <a:bodyPr wrap="square">
            <a:spAutoFit/>
          </a:bodyPr>
          <a:lstStyle/>
          <a:p>
            <a:r>
              <a:rPr lang="en-US" dirty="0">
                <a:hlinkClick r:id="rId4"/>
              </a:rPr>
              <a:t>https://www.youtube.com/watch?v=TWWsW1w-BVo</a:t>
            </a:r>
            <a:r>
              <a:rPr lang="en-US" dirty="0"/>
              <a:t>   (5 min)</a:t>
            </a:r>
          </a:p>
        </p:txBody>
      </p:sp>
    </p:spTree>
    <p:extLst>
      <p:ext uri="{BB962C8B-B14F-4D97-AF65-F5344CB8AC3E}">
        <p14:creationId xmlns:p14="http://schemas.microsoft.com/office/powerpoint/2010/main" val="31188490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5"/>
                </p:tgtEl>
              </p:cMediaNode>
            </p:video>
            <p:seq concurrent="1" nextAc="seek">
              <p:cTn id="8" restart="whenNotActive" fill="hold" evtFilter="cancelBubble" nodeType="interactiveSeq">
                <p:stCondLst>
                  <p:cond evt="onClick" delay="0">
                    <p:tgtEl>
                      <p:spTgt spid="5"/>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5"/>
                                        </p:tgtEl>
                                      </p:cBhvr>
                                    </p:cmd>
                                  </p:childTnLst>
                                </p:cTn>
                              </p:par>
                            </p:childTnLst>
                          </p:cTn>
                        </p:par>
                      </p:childTnLst>
                    </p:cTn>
                  </p:par>
                </p:childTnLst>
              </p:cTn>
              <p:nextCondLst>
                <p:cond evt="onClick" delay="0">
                  <p:tgtEl>
                    <p:spTgt spid="5"/>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6B5CC4DA-5BA9-AFA5-74A0-AB34F71226F6}"/>
              </a:ext>
            </a:extLst>
          </p:cNvPr>
          <p:cNvSpPr>
            <a:spLocks noGrp="1"/>
          </p:cNvSpPr>
          <p:nvPr>
            <p:ph idx="12"/>
          </p:nvPr>
        </p:nvSpPr>
        <p:spPr>
          <a:xfrm>
            <a:off x="199611" y="1171222"/>
            <a:ext cx="3994728" cy="3582491"/>
          </a:xfrm>
        </p:spPr>
        <p:txBody>
          <a:bodyPr>
            <a:normAutofit/>
          </a:bodyPr>
          <a:lstStyle/>
          <a:p>
            <a:pPr marL="285750" indent="-285750">
              <a:lnSpc>
                <a:spcPct val="140000"/>
              </a:lnSpc>
              <a:spcAft>
                <a:spcPts val="600"/>
              </a:spcAft>
              <a:buFont typeface="Arial" panose="020B0604020202020204" pitchFamily="34" charset="0"/>
              <a:buChar char="•"/>
            </a:pPr>
            <a:r>
              <a:rPr lang="en-US" sz="1200" dirty="0">
                <a:solidFill>
                  <a:schemeClr val="tx1">
                    <a:lumMod val="75000"/>
                    <a:lumOff val="25000"/>
                  </a:schemeClr>
                </a:solidFill>
              </a:rPr>
              <a:t>To describe a structured approach to ensure AI systems remain aligned with ethical, legal and safety expectations.</a:t>
            </a:r>
          </a:p>
          <a:p>
            <a:pPr marL="285750" indent="-285750">
              <a:lnSpc>
                <a:spcPct val="140000"/>
              </a:lnSpc>
              <a:spcAft>
                <a:spcPts val="600"/>
              </a:spcAft>
              <a:buFont typeface="Arial" panose="020B0604020202020204" pitchFamily="34" charset="0"/>
              <a:buChar char="•"/>
            </a:pPr>
            <a:r>
              <a:rPr lang="en-US" sz="1200" dirty="0">
                <a:solidFill>
                  <a:schemeClr val="tx1">
                    <a:lumMod val="75000"/>
                    <a:lumOff val="25000"/>
                  </a:schemeClr>
                </a:solidFill>
              </a:rPr>
              <a:t>Different forms or dimensions:</a:t>
            </a:r>
          </a:p>
          <a:p>
            <a:pPr marL="552450" indent="-285750">
              <a:lnSpc>
                <a:spcPct val="140000"/>
              </a:lnSpc>
              <a:spcAft>
                <a:spcPts val="600"/>
              </a:spcAft>
              <a:buFont typeface="Courier New" panose="02070309020205020404" pitchFamily="49" charset="0"/>
              <a:buChar char="o"/>
            </a:pPr>
            <a:r>
              <a:rPr lang="en-US" sz="1200" dirty="0">
                <a:solidFill>
                  <a:schemeClr val="tx1">
                    <a:lumMod val="75000"/>
                    <a:lumOff val="25000"/>
                  </a:schemeClr>
                </a:solidFill>
              </a:rPr>
              <a:t>Legal frameworks – EU AI Act</a:t>
            </a:r>
          </a:p>
          <a:p>
            <a:pPr marL="552450" indent="-285750">
              <a:lnSpc>
                <a:spcPct val="140000"/>
              </a:lnSpc>
              <a:spcAft>
                <a:spcPts val="600"/>
              </a:spcAft>
              <a:buFont typeface="Courier New" panose="02070309020205020404" pitchFamily="49" charset="0"/>
              <a:buChar char="o"/>
            </a:pPr>
            <a:r>
              <a:rPr lang="en-US" sz="1200" dirty="0">
                <a:solidFill>
                  <a:schemeClr val="tx1">
                    <a:lumMod val="75000"/>
                    <a:lumOff val="25000"/>
                  </a:schemeClr>
                </a:solidFill>
              </a:rPr>
              <a:t>Internal governance within organizations – setting up ethics committee</a:t>
            </a:r>
          </a:p>
          <a:p>
            <a:pPr marL="552450" indent="-285750">
              <a:lnSpc>
                <a:spcPct val="140000"/>
              </a:lnSpc>
              <a:spcAft>
                <a:spcPts val="600"/>
              </a:spcAft>
              <a:buFont typeface="Courier New" panose="02070309020205020404" pitchFamily="49" charset="0"/>
              <a:buChar char="o"/>
            </a:pPr>
            <a:r>
              <a:rPr lang="en-US" sz="1200" dirty="0">
                <a:solidFill>
                  <a:schemeClr val="tx1">
                    <a:lumMod val="75000"/>
                    <a:lumOff val="25000"/>
                  </a:schemeClr>
                </a:solidFill>
              </a:rPr>
              <a:t>Technical interventions – content moderation, adversarial detection</a:t>
            </a:r>
          </a:p>
          <a:p>
            <a:pPr marL="552450" indent="-285750">
              <a:lnSpc>
                <a:spcPct val="140000"/>
              </a:lnSpc>
              <a:spcAft>
                <a:spcPts val="600"/>
              </a:spcAft>
              <a:buFont typeface="Courier New" panose="02070309020205020404" pitchFamily="49" charset="0"/>
              <a:buChar char="o"/>
            </a:pPr>
            <a:r>
              <a:rPr lang="en-US" sz="1200" dirty="0">
                <a:solidFill>
                  <a:schemeClr val="tx1">
                    <a:lumMod val="75000"/>
                    <a:lumOff val="25000"/>
                  </a:schemeClr>
                </a:solidFill>
              </a:rPr>
              <a:t>Cultural norms – organization values that emphasize transparency and fairness</a:t>
            </a:r>
          </a:p>
          <a:p>
            <a:pPr marL="7937">
              <a:lnSpc>
                <a:spcPct val="140000"/>
              </a:lnSpc>
              <a:spcAft>
                <a:spcPts val="600"/>
              </a:spcAft>
            </a:pPr>
            <a:endParaRPr lang="en-US" sz="1200" dirty="0">
              <a:solidFill>
                <a:schemeClr val="tx1">
                  <a:lumMod val="75000"/>
                  <a:lumOff val="25000"/>
                </a:schemeClr>
              </a:solidFill>
            </a:endParaRPr>
          </a:p>
          <a:p>
            <a:pPr marL="266700" indent="-258763">
              <a:lnSpc>
                <a:spcPct val="140000"/>
              </a:lnSpc>
              <a:spcAft>
                <a:spcPts val="600"/>
              </a:spcAft>
            </a:pPr>
            <a:endParaRPr lang="en-US" sz="1200" dirty="0">
              <a:solidFill>
                <a:schemeClr val="tx1">
                  <a:lumMod val="75000"/>
                  <a:lumOff val="25000"/>
                </a:schemeClr>
              </a:solidFill>
            </a:endParaRPr>
          </a:p>
        </p:txBody>
      </p:sp>
      <p:sp>
        <p:nvSpPr>
          <p:cNvPr id="2" name="Slide Number Placeholder 1">
            <a:extLst>
              <a:ext uri="{FF2B5EF4-FFF2-40B4-BE49-F238E27FC236}">
                <a16:creationId xmlns:a16="http://schemas.microsoft.com/office/drawing/2014/main" id="{E712D63C-E81A-9756-DD59-8F1935F11A1F}"/>
              </a:ext>
            </a:extLst>
          </p:cNvPr>
          <p:cNvSpPr>
            <a:spLocks noGrp="1"/>
          </p:cNvSpPr>
          <p:nvPr>
            <p:ph type="sldNum" sz="quarter" idx="10"/>
          </p:nvPr>
        </p:nvSpPr>
        <p:spPr>
          <a:xfrm>
            <a:off x="6982686" y="4903498"/>
            <a:ext cx="2057400" cy="274637"/>
          </a:xfrm>
        </p:spPr>
        <p:txBody>
          <a:bodyPr anchor="ctr">
            <a:normAutofit/>
          </a:bodyPr>
          <a:lstStyle/>
          <a:p>
            <a:pPr>
              <a:spcAft>
                <a:spcPts val="600"/>
              </a:spcAft>
            </a:pPr>
            <a:fld id="{C7120256-B2A0-445F-BB88-554FE8156F70}" type="slidenum">
              <a:rPr lang="en-GB" smtClean="0"/>
              <a:pPr>
                <a:spcAft>
                  <a:spcPts val="600"/>
                </a:spcAft>
              </a:pPr>
              <a:t>4</a:t>
            </a:fld>
            <a:endParaRPr lang="en-GB"/>
          </a:p>
        </p:txBody>
      </p:sp>
      <p:sp>
        <p:nvSpPr>
          <p:cNvPr id="3" name="Title 2">
            <a:extLst>
              <a:ext uri="{FF2B5EF4-FFF2-40B4-BE49-F238E27FC236}">
                <a16:creationId xmlns:a16="http://schemas.microsoft.com/office/drawing/2014/main" id="{283EDA86-F6E7-2E1E-DA8C-B7FFE35FCD9B}"/>
              </a:ext>
            </a:extLst>
          </p:cNvPr>
          <p:cNvSpPr>
            <a:spLocks noGrp="1"/>
          </p:cNvSpPr>
          <p:nvPr>
            <p:ph type="title"/>
          </p:nvPr>
        </p:nvSpPr>
        <p:spPr>
          <a:xfrm>
            <a:off x="209655" y="208569"/>
            <a:ext cx="8281883" cy="809156"/>
          </a:xfrm>
        </p:spPr>
        <p:txBody>
          <a:bodyPr anchor="b">
            <a:normAutofit/>
          </a:bodyPr>
          <a:lstStyle/>
          <a:p>
            <a:r>
              <a:rPr lang="en-US" dirty="0"/>
              <a:t>Understanding AI Guardrails </a:t>
            </a:r>
          </a:p>
        </p:txBody>
      </p:sp>
      <p:pic>
        <p:nvPicPr>
          <p:cNvPr id="5" name="Picture 4" descr="A close up of a metal railing&#10;&#10;AI-generated content may be incorrect.">
            <a:extLst>
              <a:ext uri="{FF2B5EF4-FFF2-40B4-BE49-F238E27FC236}">
                <a16:creationId xmlns:a16="http://schemas.microsoft.com/office/drawing/2014/main" id="{859B2DB5-2F68-6CAB-95E3-1678C743DA20}"/>
              </a:ext>
            </a:extLst>
          </p:cNvPr>
          <p:cNvPicPr>
            <a:picLocks noChangeAspect="1"/>
          </p:cNvPicPr>
          <p:nvPr/>
        </p:nvPicPr>
        <p:blipFill>
          <a:blip r:embed="rId2"/>
          <a:srcRect l="37835"/>
          <a:stretch>
            <a:fillRect/>
          </a:stretch>
        </p:blipFill>
        <p:spPr>
          <a:xfrm>
            <a:off x="4496810" y="1171222"/>
            <a:ext cx="3994728" cy="3582491"/>
          </a:xfrm>
          <a:prstGeom prst="rect">
            <a:avLst/>
          </a:prstGeom>
          <a:noFill/>
        </p:spPr>
      </p:pic>
    </p:spTree>
    <p:extLst>
      <p:ext uri="{BB962C8B-B14F-4D97-AF65-F5344CB8AC3E}">
        <p14:creationId xmlns:p14="http://schemas.microsoft.com/office/powerpoint/2010/main" val="179612943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0A0B4F0B-C6DD-8D46-F64A-180EA5883871}"/>
              </a:ext>
            </a:extLst>
          </p:cNvPr>
          <p:cNvSpPr>
            <a:spLocks noGrp="1"/>
          </p:cNvSpPr>
          <p:nvPr>
            <p:ph type="sldNum" sz="quarter" idx="11"/>
          </p:nvPr>
        </p:nvSpPr>
        <p:spPr/>
        <p:txBody>
          <a:bodyPr/>
          <a:lstStyle/>
          <a:p>
            <a:fld id="{C7120256-B2A0-445F-BB88-554FE8156F70}" type="slidenum">
              <a:rPr lang="en-GB" smtClean="0"/>
              <a:pPr/>
              <a:t>5</a:t>
            </a:fld>
            <a:endParaRPr lang="en-GB" dirty="0"/>
          </a:p>
        </p:txBody>
      </p:sp>
      <p:sp>
        <p:nvSpPr>
          <p:cNvPr id="3" name="Title 2">
            <a:extLst>
              <a:ext uri="{FF2B5EF4-FFF2-40B4-BE49-F238E27FC236}">
                <a16:creationId xmlns:a16="http://schemas.microsoft.com/office/drawing/2014/main" id="{79836ACC-5EA2-2CA2-B611-527B9382852A}"/>
              </a:ext>
            </a:extLst>
          </p:cNvPr>
          <p:cNvSpPr>
            <a:spLocks noGrp="1"/>
          </p:cNvSpPr>
          <p:nvPr>
            <p:ph type="title"/>
          </p:nvPr>
        </p:nvSpPr>
        <p:spPr/>
        <p:txBody>
          <a:bodyPr/>
          <a:lstStyle/>
          <a:p>
            <a:r>
              <a:rPr lang="en-US" dirty="0"/>
              <a:t>Understanding AI Guardrails </a:t>
            </a:r>
          </a:p>
        </p:txBody>
      </p:sp>
      <p:sp>
        <p:nvSpPr>
          <p:cNvPr id="4" name="Text Placeholder 3">
            <a:extLst>
              <a:ext uri="{FF2B5EF4-FFF2-40B4-BE49-F238E27FC236}">
                <a16:creationId xmlns:a16="http://schemas.microsoft.com/office/drawing/2014/main" id="{68D28CB2-E96C-EAE7-856B-CEEC9081C542}"/>
              </a:ext>
            </a:extLst>
          </p:cNvPr>
          <p:cNvSpPr>
            <a:spLocks noGrp="1"/>
          </p:cNvSpPr>
          <p:nvPr>
            <p:ph type="body" sz="quarter" idx="12"/>
          </p:nvPr>
        </p:nvSpPr>
        <p:spPr>
          <a:xfrm>
            <a:off x="202623" y="1171571"/>
            <a:ext cx="4086156" cy="3593705"/>
          </a:xfrm>
        </p:spPr>
        <p:txBody>
          <a:bodyPr/>
          <a:lstStyle/>
          <a:p>
            <a:r>
              <a:rPr lang="en-US" dirty="0"/>
              <a:t>Overarching Goal: </a:t>
            </a:r>
          </a:p>
          <a:p>
            <a:endParaRPr lang="en-US" dirty="0"/>
          </a:p>
          <a:p>
            <a:r>
              <a:rPr lang="en-US" dirty="0"/>
              <a:t>Addressing core considerations like fairness, transparency, accountability and data privacy, ensuring that AI’s benefits are realized without compromising individual rights, or public trust. </a:t>
            </a:r>
          </a:p>
          <a:p>
            <a:endParaRPr lang="en-US" dirty="0"/>
          </a:p>
        </p:txBody>
      </p:sp>
      <p:pic>
        <p:nvPicPr>
          <p:cNvPr id="6" name="Picture 5" descr="A car driving on a road&#10;&#10;AI-generated content may be incorrect.">
            <a:extLst>
              <a:ext uri="{FF2B5EF4-FFF2-40B4-BE49-F238E27FC236}">
                <a16:creationId xmlns:a16="http://schemas.microsoft.com/office/drawing/2014/main" id="{08E51B2B-E79F-DB9C-A446-E212816022F5}"/>
              </a:ext>
            </a:extLst>
          </p:cNvPr>
          <p:cNvPicPr>
            <a:picLocks noChangeAspect="1"/>
          </p:cNvPicPr>
          <p:nvPr/>
        </p:nvPicPr>
        <p:blipFill>
          <a:blip r:embed="rId2"/>
          <a:stretch>
            <a:fillRect/>
          </a:stretch>
        </p:blipFill>
        <p:spPr>
          <a:xfrm>
            <a:off x="4855223" y="1183488"/>
            <a:ext cx="3569869" cy="3569869"/>
          </a:xfrm>
          <a:prstGeom prst="rect">
            <a:avLst/>
          </a:prstGeom>
        </p:spPr>
      </p:pic>
    </p:spTree>
    <p:extLst>
      <p:ext uri="{BB962C8B-B14F-4D97-AF65-F5344CB8AC3E}">
        <p14:creationId xmlns:p14="http://schemas.microsoft.com/office/powerpoint/2010/main" val="48851397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075DE6F4-5568-F375-B753-6733F89A25DB}"/>
              </a:ext>
            </a:extLst>
          </p:cNvPr>
          <p:cNvSpPr>
            <a:spLocks noGrp="1"/>
          </p:cNvSpPr>
          <p:nvPr>
            <p:ph type="sldNum" sz="quarter" idx="11"/>
          </p:nvPr>
        </p:nvSpPr>
        <p:spPr/>
        <p:txBody>
          <a:bodyPr/>
          <a:lstStyle/>
          <a:p>
            <a:fld id="{C7120256-B2A0-445F-BB88-554FE8156F70}" type="slidenum">
              <a:rPr lang="en-GB" smtClean="0"/>
              <a:pPr/>
              <a:t>6</a:t>
            </a:fld>
            <a:endParaRPr lang="en-GB" dirty="0"/>
          </a:p>
        </p:txBody>
      </p:sp>
      <p:sp>
        <p:nvSpPr>
          <p:cNvPr id="3" name="Title 2">
            <a:extLst>
              <a:ext uri="{FF2B5EF4-FFF2-40B4-BE49-F238E27FC236}">
                <a16:creationId xmlns:a16="http://schemas.microsoft.com/office/drawing/2014/main" id="{A6B03C8C-F6E4-D77C-DA5C-1617486440A9}"/>
              </a:ext>
            </a:extLst>
          </p:cNvPr>
          <p:cNvSpPr>
            <a:spLocks noGrp="1"/>
          </p:cNvSpPr>
          <p:nvPr>
            <p:ph type="title"/>
          </p:nvPr>
        </p:nvSpPr>
        <p:spPr/>
        <p:txBody>
          <a:bodyPr/>
          <a:lstStyle/>
          <a:p>
            <a:r>
              <a:rPr lang="en-US" dirty="0"/>
              <a:t>LLM Risks</a:t>
            </a:r>
          </a:p>
        </p:txBody>
      </p:sp>
      <p:sp>
        <p:nvSpPr>
          <p:cNvPr id="4" name="Text Placeholder 3">
            <a:extLst>
              <a:ext uri="{FF2B5EF4-FFF2-40B4-BE49-F238E27FC236}">
                <a16:creationId xmlns:a16="http://schemas.microsoft.com/office/drawing/2014/main" id="{809FC16C-1D1B-BCC0-C691-FF45432C8604}"/>
              </a:ext>
            </a:extLst>
          </p:cNvPr>
          <p:cNvSpPr>
            <a:spLocks noGrp="1"/>
          </p:cNvSpPr>
          <p:nvPr>
            <p:ph type="body" sz="quarter" idx="12"/>
          </p:nvPr>
        </p:nvSpPr>
        <p:spPr/>
        <p:txBody>
          <a:bodyPr/>
          <a:lstStyle/>
          <a:p>
            <a:pPr marL="285750" indent="-285750">
              <a:buFont typeface="Arial" panose="020B0604020202020204" pitchFamily="34" charset="0"/>
              <a:buChar char="•"/>
            </a:pPr>
            <a:r>
              <a:rPr lang="en-US" dirty="0"/>
              <a:t>Bias – systematic errors that favor certain individuals or groups over others, often based on sensitive characteristics like race, gender or socioeconomic status. </a:t>
            </a:r>
          </a:p>
          <a:p>
            <a:pPr marL="285750" indent="-285750">
              <a:buFont typeface="Arial" panose="020B0604020202020204" pitchFamily="34" charset="0"/>
              <a:buChar char="•"/>
            </a:pPr>
            <a:r>
              <a:rPr lang="en-US" dirty="0"/>
              <a:t>Fairness – ensuring models make decisions without unjust discrimination. </a:t>
            </a:r>
          </a:p>
          <a:p>
            <a:pPr marL="285750" indent="-285750">
              <a:buFont typeface="Arial" panose="020B0604020202020204" pitchFamily="34" charset="0"/>
              <a:buChar char="•"/>
            </a:pPr>
            <a:r>
              <a:rPr lang="en-US" dirty="0"/>
              <a:t>Safety and Reliability – it’s pivotal when deploying LLMs that are able to have a real-world impact.</a:t>
            </a:r>
          </a:p>
          <a:p>
            <a:pPr marL="285750" indent="-285750">
              <a:buFont typeface="Arial" panose="020B0604020202020204" pitchFamily="34" charset="0"/>
              <a:buChar char="•"/>
            </a:pPr>
            <a:r>
              <a:rPr lang="en-US" dirty="0"/>
              <a:t>Testability – subjecting the LLMs to a wide range of simulated situations, including those that are unusual or extreme. </a:t>
            </a:r>
          </a:p>
          <a:p>
            <a:pPr marL="285750" indent="-285750">
              <a:buFont typeface="Arial" panose="020B0604020202020204" pitchFamily="34" charset="0"/>
              <a:buChar char="•"/>
            </a:pPr>
            <a:r>
              <a:rPr lang="en-US" dirty="0"/>
              <a:t>Fail Safes – might include manual human overrides or programmed instructions to automatically shut down certain processes to prevent the system from causing harm or damage. </a:t>
            </a:r>
          </a:p>
          <a:p>
            <a:pPr marL="285750" indent="-285750">
              <a:buFont typeface="Arial" panose="020B0604020202020204" pitchFamily="34" charset="0"/>
              <a:buChar char="•"/>
            </a:pPr>
            <a:r>
              <a:rPr lang="en-US" dirty="0"/>
              <a:t>Poisoned Datasets – occurs when training data intentionally includes malicious, misleading or harmful content. </a:t>
            </a:r>
          </a:p>
          <a:p>
            <a:pPr marL="285750" indent="-285750">
              <a:buFont typeface="Arial" panose="020B0604020202020204" pitchFamily="34" charset="0"/>
              <a:buChar char="•"/>
            </a:pPr>
            <a:r>
              <a:rPr lang="en-US" dirty="0"/>
              <a:t>Hallucinations – fabricated output can be surprisingly convincing. </a:t>
            </a:r>
          </a:p>
        </p:txBody>
      </p:sp>
    </p:spTree>
    <p:extLst>
      <p:ext uri="{BB962C8B-B14F-4D97-AF65-F5344CB8AC3E}">
        <p14:creationId xmlns:p14="http://schemas.microsoft.com/office/powerpoint/2010/main" val="68550000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A2AD1F06-D598-69FC-DB00-B3CA56AE7C0F}"/>
              </a:ext>
            </a:extLst>
          </p:cNvPr>
          <p:cNvSpPr>
            <a:spLocks noGrp="1"/>
          </p:cNvSpPr>
          <p:nvPr>
            <p:ph type="sldNum" sz="quarter" idx="11"/>
          </p:nvPr>
        </p:nvSpPr>
        <p:spPr/>
        <p:txBody>
          <a:bodyPr/>
          <a:lstStyle/>
          <a:p>
            <a:fld id="{C7120256-B2A0-445F-BB88-554FE8156F70}" type="slidenum">
              <a:rPr lang="en-GB" smtClean="0"/>
              <a:pPr/>
              <a:t>7</a:t>
            </a:fld>
            <a:endParaRPr lang="en-GB" dirty="0"/>
          </a:p>
        </p:txBody>
      </p:sp>
      <p:sp>
        <p:nvSpPr>
          <p:cNvPr id="3" name="Title 2">
            <a:extLst>
              <a:ext uri="{FF2B5EF4-FFF2-40B4-BE49-F238E27FC236}">
                <a16:creationId xmlns:a16="http://schemas.microsoft.com/office/drawing/2014/main" id="{2B180EE2-39AC-80E1-1320-1F2E8323CBFB}"/>
              </a:ext>
            </a:extLst>
          </p:cNvPr>
          <p:cNvSpPr>
            <a:spLocks noGrp="1"/>
          </p:cNvSpPr>
          <p:nvPr>
            <p:ph type="title"/>
          </p:nvPr>
        </p:nvSpPr>
        <p:spPr/>
        <p:txBody>
          <a:bodyPr/>
          <a:lstStyle/>
          <a:p>
            <a:r>
              <a:rPr lang="en-US" dirty="0"/>
              <a:t>Regulatory Dimension</a:t>
            </a:r>
          </a:p>
        </p:txBody>
      </p:sp>
      <p:sp>
        <p:nvSpPr>
          <p:cNvPr id="4" name="Text Placeholder 3">
            <a:extLst>
              <a:ext uri="{FF2B5EF4-FFF2-40B4-BE49-F238E27FC236}">
                <a16:creationId xmlns:a16="http://schemas.microsoft.com/office/drawing/2014/main" id="{F77A7EA4-211F-D7FD-42EE-D5B914C57D4E}"/>
              </a:ext>
            </a:extLst>
          </p:cNvPr>
          <p:cNvSpPr>
            <a:spLocks noGrp="1"/>
          </p:cNvSpPr>
          <p:nvPr>
            <p:ph type="body" sz="quarter" idx="12"/>
          </p:nvPr>
        </p:nvSpPr>
        <p:spPr/>
        <p:txBody>
          <a:bodyPr/>
          <a:lstStyle/>
          <a:p>
            <a:pPr marL="285750" indent="-285750">
              <a:buFont typeface="Arial" panose="020B0604020202020204" pitchFamily="34" charset="0"/>
              <a:buChar char="•"/>
            </a:pPr>
            <a:r>
              <a:rPr lang="en-US" dirty="0"/>
              <a:t>EU AI Act</a:t>
            </a:r>
          </a:p>
          <a:p>
            <a:pPr marL="285750" indent="-285750">
              <a:buFont typeface="Arial" panose="020B0604020202020204" pitchFamily="34" charset="0"/>
              <a:buChar char="•"/>
            </a:pPr>
            <a:r>
              <a:rPr lang="en-US" dirty="0"/>
              <a:t>EU GDPA – laid the groundwork for stricter data protection and introduced concepts like the ‘right to explanation”.</a:t>
            </a:r>
          </a:p>
          <a:p>
            <a:pPr marL="285750" indent="-285750">
              <a:buFont typeface="Arial" panose="020B0604020202020204" pitchFamily="34" charset="0"/>
              <a:buChar char="•"/>
            </a:pPr>
            <a:r>
              <a:rPr lang="en-US" dirty="0"/>
              <a:t>OECD AI Principles – proposed global principles for responsible AI</a:t>
            </a:r>
          </a:p>
          <a:p>
            <a:pPr marL="285750" indent="-285750">
              <a:buFont typeface="Arial" panose="020B0604020202020204" pitchFamily="34" charset="0"/>
              <a:buChar char="•"/>
            </a:pPr>
            <a:r>
              <a:rPr lang="en-US" dirty="0"/>
              <a:t>IEEE 7000</a:t>
            </a:r>
          </a:p>
          <a:p>
            <a:pPr marL="285750" indent="-285750">
              <a:buFont typeface="Arial" panose="020B0604020202020204" pitchFamily="34" charset="0"/>
              <a:buChar char="•"/>
            </a:pPr>
            <a:r>
              <a:rPr lang="en-US" dirty="0"/>
              <a:t>HIPAA</a:t>
            </a:r>
          </a:p>
        </p:txBody>
      </p:sp>
    </p:spTree>
    <p:extLst>
      <p:ext uri="{BB962C8B-B14F-4D97-AF65-F5344CB8AC3E}">
        <p14:creationId xmlns:p14="http://schemas.microsoft.com/office/powerpoint/2010/main" val="328836824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3B3E9529-6DBE-2426-3494-A4DE9C744C2D}"/>
              </a:ext>
            </a:extLst>
          </p:cNvPr>
          <p:cNvSpPr>
            <a:spLocks noGrp="1"/>
          </p:cNvSpPr>
          <p:nvPr>
            <p:ph type="sldNum" sz="quarter" idx="11"/>
          </p:nvPr>
        </p:nvSpPr>
        <p:spPr/>
        <p:txBody>
          <a:bodyPr/>
          <a:lstStyle/>
          <a:p>
            <a:fld id="{C7120256-B2A0-445F-BB88-554FE8156F70}" type="slidenum">
              <a:rPr lang="en-GB" smtClean="0"/>
              <a:pPr/>
              <a:t>8</a:t>
            </a:fld>
            <a:endParaRPr lang="en-GB" dirty="0"/>
          </a:p>
        </p:txBody>
      </p:sp>
      <p:sp>
        <p:nvSpPr>
          <p:cNvPr id="3" name="Title 2">
            <a:extLst>
              <a:ext uri="{FF2B5EF4-FFF2-40B4-BE49-F238E27FC236}">
                <a16:creationId xmlns:a16="http://schemas.microsoft.com/office/drawing/2014/main" id="{024A818D-6AFD-026C-564B-959BBF6842C1}"/>
              </a:ext>
            </a:extLst>
          </p:cNvPr>
          <p:cNvSpPr>
            <a:spLocks noGrp="1"/>
          </p:cNvSpPr>
          <p:nvPr>
            <p:ph type="title"/>
          </p:nvPr>
        </p:nvSpPr>
        <p:spPr/>
        <p:txBody>
          <a:bodyPr/>
          <a:lstStyle/>
          <a:p>
            <a:r>
              <a:rPr lang="en-US" dirty="0"/>
              <a:t>Internal Governance Dimension</a:t>
            </a:r>
          </a:p>
        </p:txBody>
      </p:sp>
      <p:sp>
        <p:nvSpPr>
          <p:cNvPr id="4" name="Text Placeholder 3">
            <a:extLst>
              <a:ext uri="{FF2B5EF4-FFF2-40B4-BE49-F238E27FC236}">
                <a16:creationId xmlns:a16="http://schemas.microsoft.com/office/drawing/2014/main" id="{9AD796A6-009A-C070-F898-F5863B0B8489}"/>
              </a:ext>
            </a:extLst>
          </p:cNvPr>
          <p:cNvSpPr>
            <a:spLocks noGrp="1"/>
          </p:cNvSpPr>
          <p:nvPr>
            <p:ph type="body" sz="quarter" idx="12"/>
          </p:nvPr>
        </p:nvSpPr>
        <p:spPr/>
        <p:txBody>
          <a:bodyPr/>
          <a:lstStyle/>
          <a:p>
            <a:pPr marL="285750" indent="-285750">
              <a:buFont typeface="Arial" panose="020B0604020202020204" pitchFamily="34" charset="0"/>
              <a:buChar char="•"/>
            </a:pPr>
            <a:r>
              <a:rPr lang="en-US" dirty="0"/>
              <a:t>Organizational policies – setting up ethics committees. </a:t>
            </a:r>
          </a:p>
        </p:txBody>
      </p:sp>
    </p:spTree>
    <p:extLst>
      <p:ext uri="{BB962C8B-B14F-4D97-AF65-F5344CB8AC3E}">
        <p14:creationId xmlns:p14="http://schemas.microsoft.com/office/powerpoint/2010/main" val="32722163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3373B7D1-D7A1-190A-BC08-CE0C089EF75D}"/>
              </a:ext>
            </a:extLst>
          </p:cNvPr>
          <p:cNvSpPr>
            <a:spLocks noGrp="1"/>
          </p:cNvSpPr>
          <p:nvPr>
            <p:ph type="sldNum" sz="quarter" idx="11"/>
          </p:nvPr>
        </p:nvSpPr>
        <p:spPr/>
        <p:txBody>
          <a:bodyPr/>
          <a:lstStyle/>
          <a:p>
            <a:fld id="{C7120256-B2A0-445F-BB88-554FE8156F70}" type="slidenum">
              <a:rPr lang="en-GB" smtClean="0"/>
              <a:pPr/>
              <a:t>9</a:t>
            </a:fld>
            <a:endParaRPr lang="en-GB" dirty="0"/>
          </a:p>
        </p:txBody>
      </p:sp>
      <p:sp>
        <p:nvSpPr>
          <p:cNvPr id="3" name="Title 2">
            <a:extLst>
              <a:ext uri="{FF2B5EF4-FFF2-40B4-BE49-F238E27FC236}">
                <a16:creationId xmlns:a16="http://schemas.microsoft.com/office/drawing/2014/main" id="{A98BD412-040B-689F-468A-C45272C40331}"/>
              </a:ext>
            </a:extLst>
          </p:cNvPr>
          <p:cNvSpPr>
            <a:spLocks noGrp="1"/>
          </p:cNvSpPr>
          <p:nvPr>
            <p:ph type="title"/>
          </p:nvPr>
        </p:nvSpPr>
        <p:spPr/>
        <p:txBody>
          <a:bodyPr/>
          <a:lstStyle/>
          <a:p>
            <a:r>
              <a:rPr lang="en-US" dirty="0"/>
              <a:t>Technical Dimension</a:t>
            </a:r>
          </a:p>
        </p:txBody>
      </p:sp>
      <p:sp>
        <p:nvSpPr>
          <p:cNvPr id="4" name="Text Placeholder 3">
            <a:extLst>
              <a:ext uri="{FF2B5EF4-FFF2-40B4-BE49-F238E27FC236}">
                <a16:creationId xmlns:a16="http://schemas.microsoft.com/office/drawing/2014/main" id="{31794F46-B7C8-A49C-F283-213CD1DAF234}"/>
              </a:ext>
            </a:extLst>
          </p:cNvPr>
          <p:cNvSpPr>
            <a:spLocks noGrp="1"/>
          </p:cNvSpPr>
          <p:nvPr>
            <p:ph type="body" sz="quarter" idx="12"/>
          </p:nvPr>
        </p:nvSpPr>
        <p:spPr>
          <a:xfrm>
            <a:off x="202623" y="1171571"/>
            <a:ext cx="8771444" cy="3593705"/>
          </a:xfrm>
        </p:spPr>
        <p:txBody>
          <a:bodyPr/>
          <a:lstStyle/>
          <a:p>
            <a:pPr marL="285750" indent="-285750">
              <a:buFont typeface="Arial" panose="020B0604020202020204" pitchFamily="34" charset="0"/>
              <a:buChar char="•"/>
            </a:pPr>
            <a:r>
              <a:rPr lang="en-US" dirty="0"/>
              <a:t>Bias detection and mitigation methods by Microsoft </a:t>
            </a:r>
            <a:r>
              <a:rPr lang="en-US" dirty="0" err="1"/>
              <a:t>Fairlearn</a:t>
            </a:r>
            <a:r>
              <a:rPr lang="en-US" dirty="0"/>
              <a:t>, IBM AI Fairness 360 – enable users to measure performance across demographic groups and employ tactics like reweighing, oversampling, threshold adjustments to address skewed outcomes.</a:t>
            </a:r>
          </a:p>
          <a:p>
            <a:pPr marL="285750" indent="-285750">
              <a:buFont typeface="Arial" panose="020B0604020202020204" pitchFamily="34" charset="0"/>
              <a:buChar char="•"/>
            </a:pPr>
            <a:r>
              <a:rPr lang="en-US" dirty="0"/>
              <a:t>Reinforcement Learning from Human Feedback (RLHF) – incorporates real-time human oversight into model training so that AI outputs adhere to ethical guidelines and policy constraints. </a:t>
            </a:r>
          </a:p>
          <a:p>
            <a:pPr marL="285750" indent="-285750">
              <a:buFont typeface="Arial" panose="020B0604020202020204" pitchFamily="34" charset="0"/>
              <a:buChar char="•"/>
            </a:pPr>
            <a:r>
              <a:rPr lang="en-US" dirty="0" err="1"/>
              <a:t>Defence</a:t>
            </a:r>
            <a:r>
              <a:rPr lang="en-US" dirty="0"/>
              <a:t> against adversarial attacks:</a:t>
            </a:r>
          </a:p>
          <a:p>
            <a:pPr marL="552450" lvl="1" indent="-285750">
              <a:lnSpc>
                <a:spcPct val="150000"/>
              </a:lnSpc>
              <a:buFont typeface="Courier New" panose="02070309020205020404" pitchFamily="49" charset="0"/>
              <a:buChar char="o"/>
            </a:pPr>
            <a:r>
              <a:rPr lang="en-US" dirty="0"/>
              <a:t>Adversarial training – adding malicious perturbed samples to training data</a:t>
            </a:r>
          </a:p>
          <a:p>
            <a:pPr marL="552450" lvl="1" indent="-285750">
              <a:lnSpc>
                <a:spcPct val="150000"/>
              </a:lnSpc>
              <a:buFont typeface="Courier New" panose="02070309020205020404" pitchFamily="49" charset="0"/>
              <a:buChar char="o"/>
            </a:pPr>
            <a:r>
              <a:rPr lang="en-US" dirty="0"/>
              <a:t>Certified defenses – providing mathematical performance guarantees</a:t>
            </a:r>
          </a:p>
          <a:p>
            <a:pPr marL="552450" lvl="1" indent="-285750">
              <a:lnSpc>
                <a:spcPct val="150000"/>
              </a:lnSpc>
              <a:buFont typeface="Courier New" panose="02070309020205020404" pitchFamily="49" charset="0"/>
              <a:buChar char="o"/>
            </a:pPr>
            <a:r>
              <a:rPr lang="en-US" dirty="0"/>
              <a:t>Runtime detection system – flagging anomalous inputs</a:t>
            </a:r>
          </a:p>
          <a:p>
            <a:pPr marL="293687" lvl="1" indent="-285750">
              <a:lnSpc>
                <a:spcPct val="150000"/>
              </a:lnSpc>
              <a:buFont typeface="Arial" panose="020B0604020202020204" pitchFamily="34" charset="0"/>
              <a:buChar char="•"/>
            </a:pPr>
            <a:r>
              <a:rPr lang="en-US" dirty="0"/>
              <a:t>Explainability and Interpretability toolkits – LIME, SHAP, FB </a:t>
            </a:r>
            <a:r>
              <a:rPr lang="en-US" dirty="0" err="1"/>
              <a:t>Captum</a:t>
            </a:r>
            <a:r>
              <a:rPr lang="en-US" dirty="0"/>
              <a:t> </a:t>
            </a:r>
            <a:r>
              <a:rPr lang="en-US" dirty="0" err="1"/>
              <a:t>etc</a:t>
            </a:r>
            <a:r>
              <a:rPr lang="en-US" dirty="0"/>
              <a:t> illustrate how a model arrives at certain outcomes</a:t>
            </a:r>
          </a:p>
        </p:txBody>
      </p:sp>
    </p:spTree>
    <p:extLst>
      <p:ext uri="{BB962C8B-B14F-4D97-AF65-F5344CB8AC3E}">
        <p14:creationId xmlns:p14="http://schemas.microsoft.com/office/powerpoint/2010/main" val="422347394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B7D0C2-62D5-DDE5-87F5-38DD9F47AD78}"/>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A15285BA-D958-4410-BFFB-E6A22FBF7AB8}"/>
              </a:ext>
            </a:extLst>
          </p:cNvPr>
          <p:cNvSpPr>
            <a:spLocks noGrp="1"/>
          </p:cNvSpPr>
          <p:nvPr>
            <p:ph type="sldNum" sz="quarter" idx="11"/>
          </p:nvPr>
        </p:nvSpPr>
        <p:spPr/>
        <p:txBody>
          <a:bodyPr/>
          <a:lstStyle/>
          <a:p>
            <a:fld id="{C7120256-B2A0-445F-BB88-554FE8156F70}" type="slidenum">
              <a:rPr lang="en-GB" smtClean="0"/>
              <a:pPr/>
              <a:t>10</a:t>
            </a:fld>
            <a:endParaRPr lang="en-GB" dirty="0"/>
          </a:p>
        </p:txBody>
      </p:sp>
      <p:sp>
        <p:nvSpPr>
          <p:cNvPr id="3" name="Title 2">
            <a:extLst>
              <a:ext uri="{FF2B5EF4-FFF2-40B4-BE49-F238E27FC236}">
                <a16:creationId xmlns:a16="http://schemas.microsoft.com/office/drawing/2014/main" id="{43A5265A-6124-4C58-7870-4C782FB2C7A1}"/>
              </a:ext>
            </a:extLst>
          </p:cNvPr>
          <p:cNvSpPr>
            <a:spLocks noGrp="1"/>
          </p:cNvSpPr>
          <p:nvPr>
            <p:ph type="title"/>
          </p:nvPr>
        </p:nvSpPr>
        <p:spPr/>
        <p:txBody>
          <a:bodyPr/>
          <a:lstStyle/>
          <a:p>
            <a:r>
              <a:rPr lang="en-US" dirty="0"/>
              <a:t>Technical Dimension</a:t>
            </a:r>
          </a:p>
        </p:txBody>
      </p:sp>
      <p:sp>
        <p:nvSpPr>
          <p:cNvPr id="4" name="Text Placeholder 3">
            <a:extLst>
              <a:ext uri="{FF2B5EF4-FFF2-40B4-BE49-F238E27FC236}">
                <a16:creationId xmlns:a16="http://schemas.microsoft.com/office/drawing/2014/main" id="{783CE765-5776-2DC7-AE7C-6B34F29BFBA9}"/>
              </a:ext>
            </a:extLst>
          </p:cNvPr>
          <p:cNvSpPr>
            <a:spLocks noGrp="1"/>
          </p:cNvSpPr>
          <p:nvPr>
            <p:ph type="body" sz="quarter" idx="12"/>
          </p:nvPr>
        </p:nvSpPr>
        <p:spPr>
          <a:xfrm>
            <a:off x="202623" y="1171571"/>
            <a:ext cx="8771444" cy="3593705"/>
          </a:xfrm>
        </p:spPr>
        <p:txBody>
          <a:bodyPr/>
          <a:lstStyle/>
          <a:p>
            <a:pPr marL="293687" lvl="1" indent="-285750">
              <a:lnSpc>
                <a:spcPct val="150000"/>
              </a:lnSpc>
              <a:buFont typeface="Arial" panose="020B0604020202020204" pitchFamily="34" charset="0"/>
              <a:buChar char="•"/>
            </a:pPr>
            <a:r>
              <a:rPr lang="en-US" dirty="0"/>
              <a:t>Privacy-preserving techniques:</a:t>
            </a:r>
          </a:p>
          <a:p>
            <a:pPr marL="552450" lvl="1" indent="-285750">
              <a:lnSpc>
                <a:spcPct val="150000"/>
              </a:lnSpc>
              <a:buFont typeface="Courier New" panose="02070309020205020404" pitchFamily="49" charset="0"/>
              <a:buChar char="o"/>
            </a:pPr>
            <a:r>
              <a:rPr lang="en-US" dirty="0"/>
              <a:t>Differential privacy – injecting calibrated noise into datasets or model outputs to protect individuals </a:t>
            </a:r>
          </a:p>
          <a:p>
            <a:pPr marL="552450" lvl="1" indent="-285750">
              <a:lnSpc>
                <a:spcPct val="150000"/>
              </a:lnSpc>
              <a:buFont typeface="Courier New" panose="02070309020205020404" pitchFamily="49" charset="0"/>
              <a:buChar char="o"/>
            </a:pPr>
            <a:r>
              <a:rPr lang="en-US" dirty="0"/>
              <a:t>Federated learning – keeping raw data decentralized and shares only aggregated updates, reducing exposures to privacy breaches. </a:t>
            </a:r>
          </a:p>
          <a:p>
            <a:pPr marL="266700" lvl="1">
              <a:lnSpc>
                <a:spcPct val="150000"/>
              </a:lnSpc>
            </a:pPr>
            <a:endParaRPr lang="en-US" dirty="0"/>
          </a:p>
        </p:txBody>
      </p:sp>
    </p:spTree>
    <p:extLst>
      <p:ext uri="{BB962C8B-B14F-4D97-AF65-F5344CB8AC3E}">
        <p14:creationId xmlns:p14="http://schemas.microsoft.com/office/powerpoint/2010/main" val="24135257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08204753-95A8-A69C-D406-F8FE6A981251}"/>
              </a:ext>
            </a:extLst>
          </p:cNvPr>
          <p:cNvSpPr>
            <a:spLocks noGrp="1"/>
          </p:cNvSpPr>
          <p:nvPr>
            <p:ph type="sldNum" sz="quarter" idx="11"/>
          </p:nvPr>
        </p:nvSpPr>
        <p:spPr/>
        <p:txBody>
          <a:bodyPr/>
          <a:lstStyle/>
          <a:p>
            <a:fld id="{C7120256-B2A0-445F-BB88-554FE8156F70}" type="slidenum">
              <a:rPr lang="en-GB" smtClean="0"/>
              <a:pPr/>
              <a:t>11</a:t>
            </a:fld>
            <a:endParaRPr lang="en-GB" dirty="0"/>
          </a:p>
        </p:txBody>
      </p:sp>
      <p:sp>
        <p:nvSpPr>
          <p:cNvPr id="3" name="Title 2">
            <a:extLst>
              <a:ext uri="{FF2B5EF4-FFF2-40B4-BE49-F238E27FC236}">
                <a16:creationId xmlns:a16="http://schemas.microsoft.com/office/drawing/2014/main" id="{0F86CF41-2299-812F-9BA0-019057D37123}"/>
              </a:ext>
            </a:extLst>
          </p:cNvPr>
          <p:cNvSpPr>
            <a:spLocks noGrp="1"/>
          </p:cNvSpPr>
          <p:nvPr>
            <p:ph type="title"/>
          </p:nvPr>
        </p:nvSpPr>
        <p:spPr/>
        <p:txBody>
          <a:bodyPr/>
          <a:lstStyle/>
          <a:p>
            <a:r>
              <a:rPr lang="en-US" dirty="0"/>
              <a:t>Stages of Generative AI</a:t>
            </a:r>
          </a:p>
        </p:txBody>
      </p:sp>
      <p:pic>
        <p:nvPicPr>
          <p:cNvPr id="6" name="Picture 5">
            <a:extLst>
              <a:ext uri="{FF2B5EF4-FFF2-40B4-BE49-F238E27FC236}">
                <a16:creationId xmlns:a16="http://schemas.microsoft.com/office/drawing/2014/main" id="{946BDCB3-39E2-36BE-B301-4317DE4A892D}"/>
              </a:ext>
            </a:extLst>
          </p:cNvPr>
          <p:cNvPicPr>
            <a:picLocks noChangeAspect="1"/>
          </p:cNvPicPr>
          <p:nvPr/>
        </p:nvPicPr>
        <p:blipFill>
          <a:blip r:embed="rId2"/>
          <a:srcRect t="2142"/>
          <a:stretch>
            <a:fillRect/>
          </a:stretch>
        </p:blipFill>
        <p:spPr>
          <a:xfrm>
            <a:off x="749300" y="1030425"/>
            <a:ext cx="7454900" cy="3703575"/>
          </a:xfrm>
          <a:prstGeom prst="rect">
            <a:avLst/>
          </a:prstGeom>
        </p:spPr>
      </p:pic>
    </p:spTree>
    <p:extLst>
      <p:ext uri="{BB962C8B-B14F-4D97-AF65-F5344CB8AC3E}">
        <p14:creationId xmlns:p14="http://schemas.microsoft.com/office/powerpoint/2010/main" val="196293433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1F440C59-AB24-AF76-0A3C-577EAF4079F5}"/>
              </a:ext>
            </a:extLst>
          </p:cNvPr>
          <p:cNvSpPr>
            <a:spLocks noGrp="1"/>
          </p:cNvSpPr>
          <p:nvPr>
            <p:ph type="sldNum" sz="quarter" idx="11"/>
          </p:nvPr>
        </p:nvSpPr>
        <p:spPr/>
        <p:txBody>
          <a:bodyPr/>
          <a:lstStyle/>
          <a:p>
            <a:fld id="{C7120256-B2A0-445F-BB88-554FE8156F70}" type="slidenum">
              <a:rPr lang="en-GB" smtClean="0"/>
              <a:pPr/>
              <a:t>12</a:t>
            </a:fld>
            <a:endParaRPr lang="en-GB" dirty="0"/>
          </a:p>
        </p:txBody>
      </p:sp>
      <p:sp>
        <p:nvSpPr>
          <p:cNvPr id="3" name="Title 2">
            <a:extLst>
              <a:ext uri="{FF2B5EF4-FFF2-40B4-BE49-F238E27FC236}">
                <a16:creationId xmlns:a16="http://schemas.microsoft.com/office/drawing/2014/main" id="{C8A976B6-C6EA-3E7D-8001-5399C6E43614}"/>
              </a:ext>
            </a:extLst>
          </p:cNvPr>
          <p:cNvSpPr>
            <a:spLocks noGrp="1"/>
          </p:cNvSpPr>
          <p:nvPr>
            <p:ph type="title"/>
          </p:nvPr>
        </p:nvSpPr>
        <p:spPr/>
        <p:txBody>
          <a:bodyPr/>
          <a:lstStyle/>
          <a:p>
            <a:r>
              <a:rPr lang="en-US" dirty="0"/>
              <a:t>AI Guardrails</a:t>
            </a:r>
          </a:p>
        </p:txBody>
      </p:sp>
      <p:sp>
        <p:nvSpPr>
          <p:cNvPr id="4" name="Text Placeholder 3">
            <a:extLst>
              <a:ext uri="{FF2B5EF4-FFF2-40B4-BE49-F238E27FC236}">
                <a16:creationId xmlns:a16="http://schemas.microsoft.com/office/drawing/2014/main" id="{C5404CEA-BA4E-E92B-A5D6-F05B5145B2CB}"/>
              </a:ext>
            </a:extLst>
          </p:cNvPr>
          <p:cNvSpPr>
            <a:spLocks noGrp="1"/>
          </p:cNvSpPr>
          <p:nvPr>
            <p:ph type="body" sz="quarter" idx="12"/>
          </p:nvPr>
        </p:nvSpPr>
        <p:spPr>
          <a:xfrm>
            <a:off x="202623" y="1171571"/>
            <a:ext cx="4134427" cy="3593705"/>
          </a:xfrm>
        </p:spPr>
        <p:txBody>
          <a:bodyPr/>
          <a:lstStyle/>
          <a:p>
            <a:pPr marL="285750" indent="-285750">
              <a:buFont typeface="Arial" panose="020B0604020202020204" pitchFamily="34" charset="0"/>
              <a:buChar char="•"/>
            </a:pPr>
            <a:r>
              <a:rPr lang="en-US" dirty="0"/>
              <a:t>Specific filters on LLM input and output</a:t>
            </a:r>
          </a:p>
          <a:p>
            <a:pPr marL="285750" indent="-285750">
              <a:buFont typeface="Arial" panose="020B0604020202020204" pitchFamily="34" charset="0"/>
              <a:buChar char="•"/>
            </a:pPr>
            <a:r>
              <a:rPr lang="en-US" dirty="0"/>
              <a:t>Extensible with new guardrails</a:t>
            </a:r>
          </a:p>
        </p:txBody>
      </p:sp>
      <p:pic>
        <p:nvPicPr>
          <p:cNvPr id="8" name="Picture 7">
            <a:extLst>
              <a:ext uri="{FF2B5EF4-FFF2-40B4-BE49-F238E27FC236}">
                <a16:creationId xmlns:a16="http://schemas.microsoft.com/office/drawing/2014/main" id="{7145FA16-1FFB-5306-7929-E077496D0E0D}"/>
              </a:ext>
            </a:extLst>
          </p:cNvPr>
          <p:cNvPicPr>
            <a:picLocks noChangeAspect="1"/>
          </p:cNvPicPr>
          <p:nvPr/>
        </p:nvPicPr>
        <p:blipFill>
          <a:blip r:embed="rId2"/>
          <a:stretch>
            <a:fillRect/>
          </a:stretch>
        </p:blipFill>
        <p:spPr>
          <a:xfrm>
            <a:off x="4337050" y="505228"/>
            <a:ext cx="4369377" cy="4177082"/>
          </a:xfrm>
          <a:prstGeom prst="rect">
            <a:avLst/>
          </a:prstGeom>
        </p:spPr>
      </p:pic>
      <p:pic>
        <p:nvPicPr>
          <p:cNvPr id="10" name="Picture 9">
            <a:extLst>
              <a:ext uri="{FF2B5EF4-FFF2-40B4-BE49-F238E27FC236}">
                <a16:creationId xmlns:a16="http://schemas.microsoft.com/office/drawing/2014/main" id="{4C71D515-BF81-41F9-C863-3A57DBCB8EAB}"/>
              </a:ext>
            </a:extLst>
          </p:cNvPr>
          <p:cNvPicPr>
            <a:picLocks noChangeAspect="1"/>
          </p:cNvPicPr>
          <p:nvPr/>
        </p:nvPicPr>
        <p:blipFill>
          <a:blip r:embed="rId3"/>
          <a:stretch>
            <a:fillRect/>
          </a:stretch>
        </p:blipFill>
        <p:spPr>
          <a:xfrm>
            <a:off x="202623" y="2244687"/>
            <a:ext cx="1683327" cy="288002"/>
          </a:xfrm>
          <a:prstGeom prst="rect">
            <a:avLst/>
          </a:prstGeom>
        </p:spPr>
      </p:pic>
      <p:pic>
        <p:nvPicPr>
          <p:cNvPr id="12" name="Picture 11">
            <a:extLst>
              <a:ext uri="{FF2B5EF4-FFF2-40B4-BE49-F238E27FC236}">
                <a16:creationId xmlns:a16="http://schemas.microsoft.com/office/drawing/2014/main" id="{F30E8281-ADE0-6293-C638-2C1BFFABEE06}"/>
              </a:ext>
            </a:extLst>
          </p:cNvPr>
          <p:cNvPicPr>
            <a:picLocks noChangeAspect="1"/>
          </p:cNvPicPr>
          <p:nvPr/>
        </p:nvPicPr>
        <p:blipFill>
          <a:blip r:embed="rId4"/>
          <a:stretch>
            <a:fillRect/>
          </a:stretch>
        </p:blipFill>
        <p:spPr>
          <a:xfrm>
            <a:off x="202623" y="2667462"/>
            <a:ext cx="4176265" cy="1085388"/>
          </a:xfrm>
          <a:prstGeom prst="rect">
            <a:avLst/>
          </a:prstGeom>
        </p:spPr>
      </p:pic>
    </p:spTree>
    <p:extLst>
      <p:ext uri="{BB962C8B-B14F-4D97-AF65-F5344CB8AC3E}">
        <p14:creationId xmlns:p14="http://schemas.microsoft.com/office/powerpoint/2010/main" val="37593986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90003E6F-18DE-C6D0-C58A-F20B0F23ED42}"/>
              </a:ext>
            </a:extLst>
          </p:cNvPr>
          <p:cNvSpPr>
            <a:spLocks noGrp="1"/>
          </p:cNvSpPr>
          <p:nvPr>
            <p:ph type="sldNum" sz="quarter" idx="11"/>
          </p:nvPr>
        </p:nvSpPr>
        <p:spPr/>
        <p:txBody>
          <a:bodyPr/>
          <a:lstStyle/>
          <a:p>
            <a:fld id="{C7120256-B2A0-445F-BB88-554FE8156F70}" type="slidenum">
              <a:rPr lang="en-GB" smtClean="0"/>
              <a:pPr/>
              <a:t>13</a:t>
            </a:fld>
            <a:endParaRPr lang="en-GB" dirty="0"/>
          </a:p>
        </p:txBody>
      </p:sp>
      <p:sp>
        <p:nvSpPr>
          <p:cNvPr id="3" name="Title 2">
            <a:extLst>
              <a:ext uri="{FF2B5EF4-FFF2-40B4-BE49-F238E27FC236}">
                <a16:creationId xmlns:a16="http://schemas.microsoft.com/office/drawing/2014/main" id="{ECCAFC3C-1B92-1BFF-326E-7E2510855A98}"/>
              </a:ext>
            </a:extLst>
          </p:cNvPr>
          <p:cNvSpPr>
            <a:spLocks noGrp="1"/>
          </p:cNvSpPr>
          <p:nvPr>
            <p:ph type="title"/>
          </p:nvPr>
        </p:nvSpPr>
        <p:spPr/>
        <p:txBody>
          <a:bodyPr/>
          <a:lstStyle/>
          <a:p>
            <a:r>
              <a:rPr lang="en-US" dirty="0"/>
              <a:t>Challenges in Implementing Guardrails</a:t>
            </a:r>
          </a:p>
        </p:txBody>
      </p:sp>
      <p:sp>
        <p:nvSpPr>
          <p:cNvPr id="4" name="Text Placeholder 3">
            <a:extLst>
              <a:ext uri="{FF2B5EF4-FFF2-40B4-BE49-F238E27FC236}">
                <a16:creationId xmlns:a16="http://schemas.microsoft.com/office/drawing/2014/main" id="{B8E10F5F-D345-F7FD-1D2E-F1ABCCC57991}"/>
              </a:ext>
            </a:extLst>
          </p:cNvPr>
          <p:cNvSpPr>
            <a:spLocks noGrp="1"/>
          </p:cNvSpPr>
          <p:nvPr>
            <p:ph type="body" sz="quarter" idx="12"/>
          </p:nvPr>
        </p:nvSpPr>
        <p:spPr/>
        <p:txBody>
          <a:bodyPr/>
          <a:lstStyle/>
          <a:p>
            <a:pPr marL="285750" indent="-285750">
              <a:buFont typeface="Arial" panose="020B0604020202020204" pitchFamily="34" charset="0"/>
              <a:buChar char="•"/>
            </a:pPr>
            <a:r>
              <a:rPr lang="en-US" dirty="0"/>
              <a:t>Flexibility vs Stability – Overly rigid guardrails limits the potential benefits of AI, while insufficient safeguards expose systems to risks.</a:t>
            </a:r>
          </a:p>
          <a:p>
            <a:pPr marL="285750" indent="-285750">
              <a:buFont typeface="Arial" panose="020B0604020202020204" pitchFamily="34" charset="0"/>
              <a:buChar char="•"/>
            </a:pPr>
            <a:r>
              <a:rPr lang="en-US" dirty="0"/>
              <a:t>Emergent Complexity – creating a deterministic system when the underlying systems are non-deterministic is an ongoing challenge.</a:t>
            </a:r>
          </a:p>
          <a:p>
            <a:pPr marL="285750" indent="-285750">
              <a:buFont typeface="Arial" panose="020B0604020202020204" pitchFamily="34" charset="0"/>
              <a:buChar char="•"/>
            </a:pPr>
            <a:r>
              <a:rPr lang="en-US" dirty="0"/>
              <a:t>System Testability and Evolvability – hard to prove that the system will function as designed and not go beyond the conditional assumptions of the developers. </a:t>
            </a:r>
          </a:p>
          <a:p>
            <a:pPr marL="285750" indent="-285750">
              <a:buFont typeface="Arial" panose="020B0604020202020204" pitchFamily="34" charset="0"/>
              <a:buChar char="•"/>
            </a:pPr>
            <a:r>
              <a:rPr lang="en-US" dirty="0"/>
              <a:t>Cost – a common technique in detecting and preventing malicious input or biased response, is to use a ‘Judge LLM’. This could be costly and have an impact to the response time. </a:t>
            </a:r>
          </a:p>
          <a:p>
            <a:endParaRPr lang="en-US" dirty="0"/>
          </a:p>
        </p:txBody>
      </p:sp>
    </p:spTree>
    <p:extLst>
      <p:ext uri="{BB962C8B-B14F-4D97-AF65-F5344CB8AC3E}">
        <p14:creationId xmlns:p14="http://schemas.microsoft.com/office/powerpoint/2010/main" val="9537710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8A38FB11-92B0-A1DB-B0C4-A862E9043AB2}"/>
              </a:ext>
            </a:extLst>
          </p:cNvPr>
          <p:cNvSpPr>
            <a:spLocks noGrp="1"/>
          </p:cNvSpPr>
          <p:nvPr>
            <p:ph type="sldNum" sz="quarter" idx="11"/>
          </p:nvPr>
        </p:nvSpPr>
        <p:spPr/>
        <p:txBody>
          <a:bodyPr/>
          <a:lstStyle/>
          <a:p>
            <a:fld id="{C7120256-B2A0-445F-BB88-554FE8156F70}" type="slidenum">
              <a:rPr lang="en-GB" smtClean="0"/>
              <a:pPr/>
              <a:t>14</a:t>
            </a:fld>
            <a:endParaRPr lang="en-GB" dirty="0"/>
          </a:p>
        </p:txBody>
      </p:sp>
      <p:sp>
        <p:nvSpPr>
          <p:cNvPr id="3" name="Title 2">
            <a:extLst>
              <a:ext uri="{FF2B5EF4-FFF2-40B4-BE49-F238E27FC236}">
                <a16:creationId xmlns:a16="http://schemas.microsoft.com/office/drawing/2014/main" id="{A6F21FFF-B524-7FCB-60C5-B3F082DDB16E}"/>
              </a:ext>
            </a:extLst>
          </p:cNvPr>
          <p:cNvSpPr>
            <a:spLocks noGrp="1"/>
          </p:cNvSpPr>
          <p:nvPr>
            <p:ph type="title"/>
          </p:nvPr>
        </p:nvSpPr>
        <p:spPr/>
        <p:txBody>
          <a:bodyPr/>
          <a:lstStyle/>
          <a:p>
            <a:r>
              <a:rPr lang="en-US" dirty="0"/>
              <a:t>Open Source Tools</a:t>
            </a:r>
          </a:p>
        </p:txBody>
      </p:sp>
      <p:sp>
        <p:nvSpPr>
          <p:cNvPr id="4" name="Text Placeholder 3">
            <a:extLst>
              <a:ext uri="{FF2B5EF4-FFF2-40B4-BE49-F238E27FC236}">
                <a16:creationId xmlns:a16="http://schemas.microsoft.com/office/drawing/2014/main" id="{A8B7C943-3492-304C-FA9B-D36C5DCA3E27}"/>
              </a:ext>
            </a:extLst>
          </p:cNvPr>
          <p:cNvSpPr>
            <a:spLocks noGrp="1"/>
          </p:cNvSpPr>
          <p:nvPr>
            <p:ph type="body" sz="quarter" idx="12"/>
          </p:nvPr>
        </p:nvSpPr>
        <p:spPr/>
        <p:txBody>
          <a:bodyPr/>
          <a:lstStyle/>
          <a:p>
            <a:pPr marL="285750" indent="-285750">
              <a:buFont typeface="Arial" panose="020B0604020202020204" pitchFamily="34" charset="0"/>
              <a:buChar char="•"/>
            </a:pPr>
            <a:r>
              <a:rPr lang="en-US" dirty="0"/>
              <a:t>Nemo-Guardrails – uses Domain Specific Language called </a:t>
            </a:r>
            <a:r>
              <a:rPr lang="en-US" dirty="0" err="1"/>
              <a:t>Colang</a:t>
            </a:r>
            <a:r>
              <a:rPr lang="en-US" dirty="0"/>
              <a:t>. It’s possible to define new and reuse predefined guardrails in the library. </a:t>
            </a:r>
          </a:p>
          <a:p>
            <a:pPr marL="285750" indent="-285750">
              <a:buFont typeface="Arial" panose="020B0604020202020204" pitchFamily="34" charset="0"/>
              <a:buChar char="•"/>
            </a:pPr>
            <a:r>
              <a:rPr lang="en-US" dirty="0"/>
              <a:t>Llama Guard – created by Meta based on llama2-7b model for classifying Input, Output pairs into categories such as sensitivity. It was built by creating a dataset of ideal input/output pairs for certain case and then fine-tunning a foundational Llama-7B.</a:t>
            </a:r>
          </a:p>
          <a:p>
            <a:pPr marL="285750" indent="-285750">
              <a:buFont typeface="Arial" panose="020B0604020202020204" pitchFamily="34" charset="0"/>
              <a:buChar char="•"/>
            </a:pPr>
            <a:r>
              <a:rPr lang="en-US" dirty="0"/>
              <a:t>Guardrails AI – similar to Nemo-Guardrails where it uses a Domain Specific Language called RAILS (customized XML format). It’s able to do fuzzy matching for output semantic correctness.  </a:t>
            </a:r>
          </a:p>
        </p:txBody>
      </p:sp>
    </p:spTree>
    <p:extLst>
      <p:ext uri="{BB962C8B-B14F-4D97-AF65-F5344CB8AC3E}">
        <p14:creationId xmlns:p14="http://schemas.microsoft.com/office/powerpoint/2010/main" val="252670350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0AD7C9E3-F4C5-CF76-B15D-1C3CFCB6B091}"/>
              </a:ext>
            </a:extLst>
          </p:cNvPr>
          <p:cNvSpPr>
            <a:spLocks noGrp="1"/>
          </p:cNvSpPr>
          <p:nvPr>
            <p:ph type="sldNum" sz="quarter" idx="11"/>
          </p:nvPr>
        </p:nvSpPr>
        <p:spPr/>
        <p:txBody>
          <a:bodyPr/>
          <a:lstStyle/>
          <a:p>
            <a:fld id="{C7120256-B2A0-445F-BB88-554FE8156F70}" type="slidenum">
              <a:rPr lang="en-GB" smtClean="0"/>
              <a:pPr/>
              <a:t>15</a:t>
            </a:fld>
            <a:endParaRPr lang="en-GB" dirty="0"/>
          </a:p>
        </p:txBody>
      </p:sp>
      <p:sp>
        <p:nvSpPr>
          <p:cNvPr id="3" name="Title 2">
            <a:extLst>
              <a:ext uri="{FF2B5EF4-FFF2-40B4-BE49-F238E27FC236}">
                <a16:creationId xmlns:a16="http://schemas.microsoft.com/office/drawing/2014/main" id="{947C01BA-67BB-D42F-6343-1E5D958B404E}"/>
              </a:ext>
            </a:extLst>
          </p:cNvPr>
          <p:cNvSpPr>
            <a:spLocks noGrp="1"/>
          </p:cNvSpPr>
          <p:nvPr>
            <p:ph type="title"/>
          </p:nvPr>
        </p:nvSpPr>
        <p:spPr/>
        <p:txBody>
          <a:bodyPr/>
          <a:lstStyle/>
          <a:p>
            <a:r>
              <a:rPr lang="en-US" dirty="0" err="1"/>
              <a:t>IMDA</a:t>
            </a:r>
            <a:r>
              <a:rPr lang="en-US" dirty="0"/>
              <a:t> Project Moonshot</a:t>
            </a:r>
          </a:p>
        </p:txBody>
      </p:sp>
      <p:sp>
        <p:nvSpPr>
          <p:cNvPr id="4" name="Text Placeholder 3">
            <a:extLst>
              <a:ext uri="{FF2B5EF4-FFF2-40B4-BE49-F238E27FC236}">
                <a16:creationId xmlns:a16="http://schemas.microsoft.com/office/drawing/2014/main" id="{429077E7-8799-3108-BCCF-D56B83E02595}"/>
              </a:ext>
            </a:extLst>
          </p:cNvPr>
          <p:cNvSpPr>
            <a:spLocks noGrp="1"/>
          </p:cNvSpPr>
          <p:nvPr>
            <p:ph type="body" sz="quarter" idx="12"/>
          </p:nvPr>
        </p:nvSpPr>
        <p:spPr>
          <a:xfrm>
            <a:off x="202623" y="1171571"/>
            <a:ext cx="8281988" cy="2987679"/>
          </a:xfrm>
        </p:spPr>
        <p:txBody>
          <a:bodyPr/>
          <a:lstStyle/>
          <a:p>
            <a:pPr marL="285750" indent="-285750">
              <a:buFont typeface="Arial" panose="020B0604020202020204" pitchFamily="34" charset="0"/>
              <a:buChar char="•"/>
            </a:pPr>
            <a:r>
              <a:rPr lang="en-US" dirty="0"/>
              <a:t>Under the National AI Strategy 2.0, one of the key enablers to support the goals of excellence and empowerment in achieving AI for the public good, for Singapore and the world, is building a trusted environment for AI.</a:t>
            </a:r>
          </a:p>
          <a:p>
            <a:pPr marL="285750" indent="-285750">
              <a:buFont typeface="Arial" panose="020B0604020202020204" pitchFamily="34" charset="0"/>
              <a:buChar char="•"/>
            </a:pPr>
            <a:r>
              <a:rPr lang="en-US" dirty="0"/>
              <a:t>As AI evolves rapidly, it brings about significant opportunities and risks. To harness the capabilities of AI, </a:t>
            </a:r>
            <a:r>
              <a:rPr lang="en-US" dirty="0" err="1"/>
              <a:t>IMDA</a:t>
            </a:r>
            <a:r>
              <a:rPr lang="en-US" dirty="0"/>
              <a:t> is seeking to establish guardrails to manage the risks, while enabling space for innovation. It is important to adopt an agile, test-and-iterate approach to address key risks in model development and use.</a:t>
            </a:r>
          </a:p>
          <a:p>
            <a:pPr marL="285750" indent="-285750">
              <a:buFont typeface="Arial" panose="020B0604020202020204" pitchFamily="34" charset="0"/>
              <a:buChar char="•"/>
            </a:pPr>
            <a:r>
              <a:rPr lang="en-US" dirty="0"/>
              <a:t>Large Language Models (LLMs) without guardrails can reinforce biases and create harmful content, with unintended consequences. </a:t>
            </a:r>
          </a:p>
        </p:txBody>
      </p:sp>
      <p:pic>
        <p:nvPicPr>
          <p:cNvPr id="6" name="Picture 5">
            <a:extLst>
              <a:ext uri="{FF2B5EF4-FFF2-40B4-BE49-F238E27FC236}">
                <a16:creationId xmlns:a16="http://schemas.microsoft.com/office/drawing/2014/main" id="{0189D96B-1C9C-88A7-446E-F51F4223F54D}"/>
              </a:ext>
            </a:extLst>
          </p:cNvPr>
          <p:cNvPicPr>
            <a:picLocks noChangeAspect="1"/>
          </p:cNvPicPr>
          <p:nvPr/>
        </p:nvPicPr>
        <p:blipFill>
          <a:blip r:embed="rId2"/>
          <a:stretch>
            <a:fillRect/>
          </a:stretch>
        </p:blipFill>
        <p:spPr>
          <a:xfrm>
            <a:off x="6982686" y="3781655"/>
            <a:ext cx="1743984" cy="1052732"/>
          </a:xfrm>
          <a:prstGeom prst="rect">
            <a:avLst/>
          </a:prstGeom>
        </p:spPr>
      </p:pic>
    </p:spTree>
    <p:extLst>
      <p:ext uri="{BB962C8B-B14F-4D97-AF65-F5344CB8AC3E}">
        <p14:creationId xmlns:p14="http://schemas.microsoft.com/office/powerpoint/2010/main" val="100292907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BCDA1BAF-CD57-7E56-DD89-56F40836DDF3}"/>
              </a:ext>
            </a:extLst>
          </p:cNvPr>
          <p:cNvSpPr>
            <a:spLocks noGrp="1"/>
          </p:cNvSpPr>
          <p:nvPr>
            <p:ph type="sldNum" sz="quarter" idx="11"/>
          </p:nvPr>
        </p:nvSpPr>
        <p:spPr/>
        <p:txBody>
          <a:bodyPr/>
          <a:lstStyle/>
          <a:p>
            <a:fld id="{C7120256-B2A0-445F-BB88-554FE8156F70}" type="slidenum">
              <a:rPr lang="en-GB" smtClean="0"/>
              <a:pPr/>
              <a:t>16</a:t>
            </a:fld>
            <a:endParaRPr lang="en-GB" dirty="0"/>
          </a:p>
        </p:txBody>
      </p:sp>
      <p:sp>
        <p:nvSpPr>
          <p:cNvPr id="3" name="Title 2">
            <a:extLst>
              <a:ext uri="{FF2B5EF4-FFF2-40B4-BE49-F238E27FC236}">
                <a16:creationId xmlns:a16="http://schemas.microsoft.com/office/drawing/2014/main" id="{C3E8FA7B-400C-1F44-48A3-AD9B9D8713C7}"/>
              </a:ext>
            </a:extLst>
          </p:cNvPr>
          <p:cNvSpPr>
            <a:spLocks noGrp="1"/>
          </p:cNvSpPr>
          <p:nvPr>
            <p:ph type="title"/>
          </p:nvPr>
        </p:nvSpPr>
        <p:spPr/>
        <p:txBody>
          <a:bodyPr/>
          <a:lstStyle/>
          <a:p>
            <a:r>
              <a:rPr lang="en-US" dirty="0" err="1"/>
              <a:t>IMDA</a:t>
            </a:r>
            <a:r>
              <a:rPr lang="en-US" dirty="0"/>
              <a:t> Project Moonshot</a:t>
            </a:r>
          </a:p>
        </p:txBody>
      </p:sp>
      <p:sp>
        <p:nvSpPr>
          <p:cNvPr id="4" name="Text Placeholder 3">
            <a:extLst>
              <a:ext uri="{FF2B5EF4-FFF2-40B4-BE49-F238E27FC236}">
                <a16:creationId xmlns:a16="http://schemas.microsoft.com/office/drawing/2014/main" id="{522E4BD0-2C8B-E644-79FB-6E6774B8918F}"/>
              </a:ext>
            </a:extLst>
          </p:cNvPr>
          <p:cNvSpPr>
            <a:spLocks noGrp="1"/>
          </p:cNvSpPr>
          <p:nvPr>
            <p:ph type="body" sz="quarter" idx="12"/>
          </p:nvPr>
        </p:nvSpPr>
        <p:spPr/>
        <p:txBody>
          <a:bodyPr/>
          <a:lstStyle/>
          <a:p>
            <a:r>
              <a:rPr lang="en-US" dirty="0"/>
              <a:t>Project Moonshot is one of the first tools in the world to bring benchmarking, red- teaming, and testing baselines together - so developers can focus on what's important to them.</a:t>
            </a:r>
          </a:p>
          <a:p>
            <a:endParaRPr lang="en-US" dirty="0"/>
          </a:p>
          <a:p>
            <a:endParaRPr lang="en-US" dirty="0"/>
          </a:p>
          <a:p>
            <a:endParaRPr lang="en-US" dirty="0"/>
          </a:p>
          <a:p>
            <a:endParaRPr lang="en-US" dirty="0"/>
          </a:p>
          <a:p>
            <a:endParaRPr lang="en-US" dirty="0"/>
          </a:p>
          <a:p>
            <a:endParaRPr lang="en-US" dirty="0"/>
          </a:p>
          <a:p>
            <a:endParaRPr lang="en-US" dirty="0"/>
          </a:p>
          <a:p>
            <a:r>
              <a:rPr lang="en-US" dirty="0"/>
              <a:t>Project Moonshot provides intuitive results, so testing unveils the quality and safety of a model or application in an easily understood manner, even for a non-technical user.</a:t>
            </a:r>
          </a:p>
        </p:txBody>
      </p:sp>
      <p:pic>
        <p:nvPicPr>
          <p:cNvPr id="6" name="Picture 5">
            <a:extLst>
              <a:ext uri="{FF2B5EF4-FFF2-40B4-BE49-F238E27FC236}">
                <a16:creationId xmlns:a16="http://schemas.microsoft.com/office/drawing/2014/main" id="{26E40E3E-0807-D8DE-8928-884217D2E76B}"/>
              </a:ext>
            </a:extLst>
          </p:cNvPr>
          <p:cNvPicPr>
            <a:picLocks noChangeAspect="1"/>
          </p:cNvPicPr>
          <p:nvPr/>
        </p:nvPicPr>
        <p:blipFill>
          <a:blip r:embed="rId2"/>
          <a:stretch>
            <a:fillRect/>
          </a:stretch>
        </p:blipFill>
        <p:spPr>
          <a:xfrm>
            <a:off x="489961" y="1953634"/>
            <a:ext cx="7994650" cy="1920502"/>
          </a:xfrm>
          <a:prstGeom prst="rect">
            <a:avLst/>
          </a:prstGeom>
        </p:spPr>
      </p:pic>
    </p:spTree>
    <p:extLst>
      <p:ext uri="{BB962C8B-B14F-4D97-AF65-F5344CB8AC3E}">
        <p14:creationId xmlns:p14="http://schemas.microsoft.com/office/powerpoint/2010/main" val="295130611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9A09FEE4-B3A2-6429-7264-E89C182084E1}"/>
              </a:ext>
            </a:extLst>
          </p:cNvPr>
          <p:cNvSpPr>
            <a:spLocks noGrp="1"/>
          </p:cNvSpPr>
          <p:nvPr>
            <p:ph type="sldNum" sz="quarter" idx="11"/>
          </p:nvPr>
        </p:nvSpPr>
        <p:spPr/>
        <p:txBody>
          <a:bodyPr/>
          <a:lstStyle/>
          <a:p>
            <a:fld id="{C7120256-B2A0-445F-BB88-554FE8156F70}" type="slidenum">
              <a:rPr lang="en-GB" smtClean="0"/>
              <a:pPr/>
              <a:t>17</a:t>
            </a:fld>
            <a:endParaRPr lang="en-GB" dirty="0"/>
          </a:p>
        </p:txBody>
      </p:sp>
      <p:sp>
        <p:nvSpPr>
          <p:cNvPr id="3" name="Title 2">
            <a:extLst>
              <a:ext uri="{FF2B5EF4-FFF2-40B4-BE49-F238E27FC236}">
                <a16:creationId xmlns:a16="http://schemas.microsoft.com/office/drawing/2014/main" id="{FE3DC00E-13C4-2230-3B40-12F459DB6522}"/>
              </a:ext>
            </a:extLst>
          </p:cNvPr>
          <p:cNvSpPr>
            <a:spLocks noGrp="1"/>
          </p:cNvSpPr>
          <p:nvPr>
            <p:ph type="title"/>
          </p:nvPr>
        </p:nvSpPr>
        <p:spPr/>
        <p:txBody>
          <a:bodyPr/>
          <a:lstStyle/>
          <a:p>
            <a:r>
              <a:rPr lang="en-US" dirty="0"/>
              <a:t>IMDA Project Moonshot </a:t>
            </a:r>
          </a:p>
        </p:txBody>
      </p:sp>
      <p:sp>
        <p:nvSpPr>
          <p:cNvPr id="4" name="Text Placeholder 3">
            <a:extLst>
              <a:ext uri="{FF2B5EF4-FFF2-40B4-BE49-F238E27FC236}">
                <a16:creationId xmlns:a16="http://schemas.microsoft.com/office/drawing/2014/main" id="{A03A376F-B726-9C44-E8CC-8920516B9AD3}"/>
              </a:ext>
            </a:extLst>
          </p:cNvPr>
          <p:cNvSpPr>
            <a:spLocks noGrp="1"/>
          </p:cNvSpPr>
          <p:nvPr>
            <p:ph type="body" sz="quarter" idx="12"/>
          </p:nvPr>
        </p:nvSpPr>
        <p:spPr>
          <a:xfrm>
            <a:off x="202623" y="1171571"/>
            <a:ext cx="8281988" cy="1050929"/>
          </a:xfrm>
        </p:spPr>
        <p:txBody>
          <a:bodyPr/>
          <a:lstStyle/>
          <a:p>
            <a:r>
              <a:rPr lang="en-US" dirty="0"/>
              <a:t>Transforming LLM testing with Project Moonshot - It is an open-source tool to bring benchmarking and red teaming together to help LLM App developers and compliance teams to test and evaluate their LLMs and LLM applications. </a:t>
            </a:r>
          </a:p>
        </p:txBody>
      </p:sp>
      <p:pic>
        <p:nvPicPr>
          <p:cNvPr id="6" name="Picture 5">
            <a:extLst>
              <a:ext uri="{FF2B5EF4-FFF2-40B4-BE49-F238E27FC236}">
                <a16:creationId xmlns:a16="http://schemas.microsoft.com/office/drawing/2014/main" id="{D86C6B3E-F1A1-3253-1A83-130DCED76AAA}"/>
              </a:ext>
            </a:extLst>
          </p:cNvPr>
          <p:cNvPicPr>
            <a:picLocks noChangeAspect="1"/>
          </p:cNvPicPr>
          <p:nvPr/>
        </p:nvPicPr>
        <p:blipFill>
          <a:blip r:embed="rId2"/>
          <a:stretch>
            <a:fillRect/>
          </a:stretch>
        </p:blipFill>
        <p:spPr>
          <a:xfrm>
            <a:off x="4281671" y="1893943"/>
            <a:ext cx="4659706" cy="3040988"/>
          </a:xfrm>
          <a:prstGeom prst="rect">
            <a:avLst/>
          </a:prstGeom>
        </p:spPr>
      </p:pic>
      <p:sp>
        <p:nvSpPr>
          <p:cNvPr id="7" name="Text Placeholder 3">
            <a:extLst>
              <a:ext uri="{FF2B5EF4-FFF2-40B4-BE49-F238E27FC236}">
                <a16:creationId xmlns:a16="http://schemas.microsoft.com/office/drawing/2014/main" id="{DFC6571D-972B-6A68-EA90-44EBBF9C4312}"/>
              </a:ext>
            </a:extLst>
          </p:cNvPr>
          <p:cNvSpPr txBox="1">
            <a:spLocks/>
          </p:cNvSpPr>
          <p:nvPr/>
        </p:nvSpPr>
        <p:spPr>
          <a:xfrm>
            <a:off x="488950" y="2222500"/>
            <a:ext cx="3335956" cy="2680998"/>
          </a:xfrm>
          <a:prstGeom prst="rect">
            <a:avLst/>
          </a:prstGeom>
        </p:spPr>
        <p:txBody>
          <a:bodyPr/>
          <a:lstStyle>
            <a:defPPr marR="0" lvl="0" algn="l" rtl="0">
              <a:lnSpc>
                <a:spcPct val="100000"/>
              </a:lnSpc>
              <a:spcBef>
                <a:spcPts val="0"/>
              </a:spcBef>
              <a:spcAft>
                <a:spcPts val="0"/>
              </a:spcAft>
            </a:defPPr>
            <a:lvl1pPr marL="0" marR="0" lvl="0" indent="0" algn="l" rtl="0">
              <a:lnSpc>
                <a:spcPct val="150000"/>
              </a:lnSpc>
              <a:spcBef>
                <a:spcPts val="0"/>
              </a:spcBef>
              <a:spcAft>
                <a:spcPts val="0"/>
              </a:spcAft>
              <a:buClr>
                <a:srgbClr val="000000"/>
              </a:buClr>
              <a:buFont typeface="Arial" panose="020B0604020202020204" pitchFamily="34" charset="0"/>
              <a:buNone/>
              <a:defRPr sz="1400" b="0" i="0" u="none" strike="noStrike" cap="none">
                <a:solidFill>
                  <a:schemeClr val="tx1"/>
                </a:solidFill>
                <a:latin typeface="+mn-lt"/>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mj-lt"/>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mj-lt"/>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mj-lt"/>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mj-lt"/>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342900" indent="-342900">
              <a:buAutoNum type="arabicPeriod"/>
            </a:pPr>
            <a:r>
              <a:rPr lang="en-US" sz="1200" dirty="0"/>
              <a:t>Benchmark to Measure Model Safety and Performance</a:t>
            </a:r>
          </a:p>
          <a:p>
            <a:pPr marL="342900" indent="-342900">
              <a:buAutoNum type="arabicPeriod"/>
            </a:pPr>
            <a:r>
              <a:rPr lang="en-US" sz="1200" dirty="0"/>
              <a:t>Setting Testing Baselines &amp; Simple Rating Systems</a:t>
            </a:r>
          </a:p>
          <a:p>
            <a:pPr marL="342900" indent="-342900">
              <a:buAutoNum type="arabicPeriod"/>
            </a:pPr>
            <a:r>
              <a:rPr lang="en-US" sz="1200" dirty="0"/>
              <a:t>Enabling Manual and Automated Red-Teaming</a:t>
            </a:r>
          </a:p>
          <a:p>
            <a:pPr marL="342900" indent="-342900">
              <a:buAutoNum type="arabicPeriod"/>
            </a:pPr>
            <a:r>
              <a:rPr lang="en-US" sz="1200" dirty="0"/>
              <a:t>Reduce Testing &amp; Reporting Complexity</a:t>
            </a:r>
          </a:p>
          <a:p>
            <a:pPr marL="342900" indent="-342900">
              <a:buAutoNum type="arabicPeriod"/>
            </a:pPr>
            <a:r>
              <a:rPr lang="en-US" sz="1200" dirty="0" err="1"/>
              <a:t>Customisation</a:t>
            </a:r>
            <a:r>
              <a:rPr lang="en-US" sz="1200" dirty="0"/>
              <a:t> for your unique application needs</a:t>
            </a:r>
          </a:p>
        </p:txBody>
      </p:sp>
      <p:sp>
        <p:nvSpPr>
          <p:cNvPr id="9" name="TextBox 8">
            <a:extLst>
              <a:ext uri="{FF2B5EF4-FFF2-40B4-BE49-F238E27FC236}">
                <a16:creationId xmlns:a16="http://schemas.microsoft.com/office/drawing/2014/main" id="{70C1E4B9-A815-5D63-C439-FED5F1745BD0}"/>
              </a:ext>
            </a:extLst>
          </p:cNvPr>
          <p:cNvSpPr txBox="1"/>
          <p:nvPr/>
        </p:nvSpPr>
        <p:spPr>
          <a:xfrm>
            <a:off x="6324600" y="145069"/>
            <a:ext cx="2819400" cy="246221"/>
          </a:xfrm>
          <a:prstGeom prst="rect">
            <a:avLst/>
          </a:prstGeom>
          <a:noFill/>
        </p:spPr>
        <p:txBody>
          <a:bodyPr wrap="square">
            <a:spAutoFit/>
          </a:bodyPr>
          <a:lstStyle/>
          <a:p>
            <a:r>
              <a:rPr lang="en-US" sz="1000" dirty="0">
                <a:hlinkClick r:id="rId3"/>
              </a:rPr>
              <a:t>https://</a:t>
            </a:r>
            <a:r>
              <a:rPr lang="en-US" sz="1000" dirty="0" err="1">
                <a:hlinkClick r:id="rId3"/>
              </a:rPr>
              <a:t>aiverifyfoundation.sg</a:t>
            </a:r>
            <a:r>
              <a:rPr lang="en-US" sz="1000" dirty="0">
                <a:hlinkClick r:id="rId3"/>
              </a:rPr>
              <a:t>/project-moonshot/</a:t>
            </a:r>
            <a:r>
              <a:rPr lang="en-US" sz="1000" dirty="0"/>
              <a:t> </a:t>
            </a:r>
          </a:p>
        </p:txBody>
      </p:sp>
    </p:spTree>
    <p:extLst>
      <p:ext uri="{BB962C8B-B14F-4D97-AF65-F5344CB8AC3E}">
        <p14:creationId xmlns:p14="http://schemas.microsoft.com/office/powerpoint/2010/main" val="115851726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6C945908-97EF-0B35-4685-E2708DDD9418}"/>
              </a:ext>
            </a:extLst>
          </p:cNvPr>
          <p:cNvSpPr>
            <a:spLocks noGrp="1"/>
          </p:cNvSpPr>
          <p:nvPr>
            <p:ph type="sldNum" sz="quarter" idx="11"/>
          </p:nvPr>
        </p:nvSpPr>
        <p:spPr/>
        <p:txBody>
          <a:bodyPr/>
          <a:lstStyle/>
          <a:p>
            <a:fld id="{C7120256-B2A0-445F-BB88-554FE8156F70}" type="slidenum">
              <a:rPr lang="en-GB" smtClean="0"/>
              <a:pPr/>
              <a:t>18</a:t>
            </a:fld>
            <a:endParaRPr lang="en-GB" dirty="0"/>
          </a:p>
        </p:txBody>
      </p:sp>
      <p:sp>
        <p:nvSpPr>
          <p:cNvPr id="3" name="Title 2">
            <a:extLst>
              <a:ext uri="{FF2B5EF4-FFF2-40B4-BE49-F238E27FC236}">
                <a16:creationId xmlns:a16="http://schemas.microsoft.com/office/drawing/2014/main" id="{B2366875-8F54-90E3-F1C7-ECAE2CE401B5}"/>
              </a:ext>
            </a:extLst>
          </p:cNvPr>
          <p:cNvSpPr>
            <a:spLocks noGrp="1"/>
          </p:cNvSpPr>
          <p:nvPr>
            <p:ph type="title"/>
          </p:nvPr>
        </p:nvSpPr>
        <p:spPr/>
        <p:txBody>
          <a:bodyPr/>
          <a:lstStyle/>
          <a:p>
            <a:r>
              <a:rPr lang="en-US" dirty="0"/>
              <a:t>Conclusion</a:t>
            </a:r>
          </a:p>
        </p:txBody>
      </p:sp>
      <p:sp>
        <p:nvSpPr>
          <p:cNvPr id="4" name="Text Placeholder 3">
            <a:extLst>
              <a:ext uri="{FF2B5EF4-FFF2-40B4-BE49-F238E27FC236}">
                <a16:creationId xmlns:a16="http://schemas.microsoft.com/office/drawing/2014/main" id="{7D253761-F4A5-079F-499B-27E5653C815E}"/>
              </a:ext>
            </a:extLst>
          </p:cNvPr>
          <p:cNvSpPr>
            <a:spLocks noGrp="1"/>
          </p:cNvSpPr>
          <p:nvPr>
            <p:ph type="body" sz="quarter" idx="12"/>
          </p:nvPr>
        </p:nvSpPr>
        <p:spPr/>
        <p:txBody>
          <a:bodyPr/>
          <a:lstStyle/>
          <a:p>
            <a:pPr marL="285750" indent="-285750">
              <a:buFont typeface="Arial" panose="020B0604020202020204" pitchFamily="34" charset="0"/>
              <a:buChar char="•"/>
            </a:pPr>
            <a:r>
              <a:rPr lang="en-US" dirty="0"/>
              <a:t>LLMs offer exceptional potential for transformation across various industries. However, their inherent biases, safety concerns and potential for misuse necessitate the development of robust guardrails. </a:t>
            </a:r>
          </a:p>
          <a:p>
            <a:pPr marL="285750" indent="-285750">
              <a:buFont typeface="Arial" panose="020B0604020202020204" pitchFamily="34" charset="0"/>
              <a:buChar char="•"/>
            </a:pPr>
            <a:r>
              <a:rPr lang="en-US" dirty="0"/>
              <a:t>AI guardrails serve a dual role: they enable the continued growth and integration of AI into various sectors while ensuring that this technological progress does not compromise ethical principles, individual rights or public safety.</a:t>
            </a:r>
          </a:p>
          <a:p>
            <a:pPr marL="285750" indent="-285750">
              <a:buFont typeface="Arial" panose="020B0604020202020204" pitchFamily="34" charset="0"/>
              <a:buChar char="•"/>
            </a:pPr>
            <a:r>
              <a:rPr lang="en-US" dirty="0"/>
              <a:t>Core concepts underlying AI guardrails – fairness, accountability, transparency, safety and security. </a:t>
            </a:r>
          </a:p>
          <a:p>
            <a:pPr marL="285750" indent="-285750">
              <a:buFont typeface="Arial" panose="020B0604020202020204" pitchFamily="34" charset="0"/>
              <a:buChar char="•"/>
            </a:pPr>
            <a:r>
              <a:rPr lang="en-US" dirty="0"/>
              <a:t>Still, the field is evolving rapidly, with new challenges, regulations and technological advancements emerging at a pace that tests existing guardrails. </a:t>
            </a:r>
          </a:p>
        </p:txBody>
      </p:sp>
    </p:spTree>
    <p:extLst>
      <p:ext uri="{BB962C8B-B14F-4D97-AF65-F5344CB8AC3E}">
        <p14:creationId xmlns:p14="http://schemas.microsoft.com/office/powerpoint/2010/main" val="2067918974"/>
      </p:ext>
    </p:extLst>
  </p:cSld>
  <p:clrMapOvr>
    <a:masterClrMapping/>
  </p:clrMapOvr>
</p:sld>
</file>

<file path=ppt/theme/theme1.xml><?xml version="1.0" encoding="utf-8"?>
<a:theme xmlns:a="http://schemas.openxmlformats.org/drawingml/2006/main" name="NYP Corporate Deck">
  <a:themeElements>
    <a:clrScheme name="Corporate">
      <a:dk1>
        <a:srgbClr val="282828"/>
      </a:dk1>
      <a:lt1>
        <a:srgbClr val="FFFFFF"/>
      </a:lt1>
      <a:dk2>
        <a:srgbClr val="7F7F7F"/>
      </a:dk2>
      <a:lt2>
        <a:srgbClr val="C9C9C9"/>
      </a:lt2>
      <a:accent1>
        <a:srgbClr val="0A4F9E"/>
      </a:accent1>
      <a:accent2>
        <a:srgbClr val="FF0000"/>
      </a:accent2>
      <a:accent3>
        <a:srgbClr val="454545"/>
      </a:accent3>
      <a:accent4>
        <a:srgbClr val="FFFFFF"/>
      </a:accent4>
      <a:accent5>
        <a:srgbClr val="0A4F9E"/>
      </a:accent5>
      <a:accent6>
        <a:srgbClr val="FF0000"/>
      </a:accent6>
      <a:hlink>
        <a:srgbClr val="0070C0"/>
      </a:hlink>
      <a:folHlink>
        <a:srgbClr val="BFDAF9"/>
      </a:folHlink>
    </a:clrScheme>
    <a:fontScheme name="NYP Corporate Deck- Font">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9FE6AFF6A4F3FF49931B55B041F99EFA" ma:contentTypeVersion="22" ma:contentTypeDescription="Create a new document." ma:contentTypeScope="" ma:versionID="882dc62d8e3fb60349643df6494140b0">
  <xsd:schema xmlns:xsd="http://www.w3.org/2001/XMLSchema" xmlns:xs="http://www.w3.org/2001/XMLSchema" xmlns:p="http://schemas.microsoft.com/office/2006/metadata/properties" xmlns:ns2="f64e7450-eb76-4305-9aaa-c7c2fda4733e" xmlns:ns3="1483bdb4-0a8f-43d2-a24f-e17275a3121b" xmlns:ns4="cdc4170c-4545-48f7-871b-33920ecd5df3" targetNamespace="http://schemas.microsoft.com/office/2006/metadata/properties" ma:root="true" ma:fieldsID="53d3332abda10c39ce19aa460558794c" ns2:_="" ns3:_="" ns4:_="">
    <xsd:import namespace="f64e7450-eb76-4305-9aaa-c7c2fda4733e"/>
    <xsd:import namespace="1483bdb4-0a8f-43d2-a24f-e17275a3121b"/>
    <xsd:import namespace="cdc4170c-4545-48f7-871b-33920ecd5df3"/>
    <xsd:element name="properties">
      <xsd:complexType>
        <xsd:sequence>
          <xsd:element name="documentManagement">
            <xsd:complexType>
              <xsd:all>
                <xsd:element ref="ns2:MediaServiceMetadata" minOccurs="0"/>
                <xsd:element ref="ns2:MediaServiceFastMetadata" minOccurs="0"/>
                <xsd:element ref="ns2:lcf76f155ced4ddcb4097134ff3c332f" minOccurs="0"/>
                <xsd:element ref="ns3:TaxCatchAll" minOccurs="0"/>
                <xsd:element ref="ns2:MediaServiceGenerationTime" minOccurs="0"/>
                <xsd:element ref="ns2:MediaServiceEventHashCode" minOccurs="0"/>
                <xsd:element ref="ns2:MediaServiceOCR" minOccurs="0"/>
                <xsd:element ref="ns2:MediaServiceDateTaken" minOccurs="0"/>
                <xsd:element ref="ns2:MediaServiceLocation" minOccurs="0"/>
                <xsd:element ref="ns2:MediaLengthInSeconds" minOccurs="0"/>
                <xsd:element ref="ns2:SharedWithUsers" minOccurs="0"/>
                <xsd:element ref="ns2:Owner" minOccurs="0"/>
                <xsd:element ref="ns4:SharedWithDetails" minOccurs="0"/>
                <xsd:element ref="ns2:MediaServiceObjectDetectorVersion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f64e7450-eb76-4305-9aaa-c7c2fda4733e"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lcf76f155ced4ddcb4097134ff3c332f" ma:index="11" nillable="true" ma:taxonomy="true" ma:internalName="lcf76f155ced4ddcb4097134ff3c332f" ma:taxonomyFieldName="MediaServiceImageTags" ma:displayName="Image Tags" ma:readOnly="false" ma:fieldId="{5cf76f15-5ced-4ddc-b409-7134ff3c332f}" ma:taxonomyMulti="true" ma:sspId="f58e8660-d7f0-40dc-9355-39c17cfe3e0a" ma:termSetId="09814cd3-568e-fe90-9814-8d621ff8fb84" ma:anchorId="fba54fb3-c3e1-fe81-a776-ca4b69148c4d" ma:open="true" ma:isKeyword="false">
      <xsd:complexType>
        <xsd:sequence>
          <xsd:element ref="pc:Terms" minOccurs="0" maxOccurs="1"/>
        </xsd:sequence>
      </xsd:complex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ServiceOCR" ma:index="15" nillable="true" ma:displayName="Extracted Text" ma:internalName="MediaServiceOCR" ma:readOnly="true">
      <xsd:simpleType>
        <xsd:restriction base="dms:Note">
          <xsd:maxLength value="255"/>
        </xsd:restriction>
      </xsd:simpleType>
    </xsd:element>
    <xsd:element name="MediaServiceDateTaken" ma:index="16" nillable="true" ma:displayName="MediaServiceDateTaken" ma:hidden="true" ma:indexed="true" ma:internalName="MediaServiceDateTaken" ma:readOnly="true">
      <xsd:simpleType>
        <xsd:restriction base="dms:Text"/>
      </xsd:simpleType>
    </xsd:element>
    <xsd:element name="MediaServiceLocation" ma:index="17" nillable="true" ma:displayName="Location" ma:indexed="true" ma:internalName="MediaServiceLocation" ma:readOnly="true">
      <xsd:simpleType>
        <xsd:restriction base="dms:Text"/>
      </xsd:simpleType>
    </xsd:element>
    <xsd:element name="MediaLengthInSeconds" ma:index="18" nillable="true" ma:displayName="MediaLengthInSeconds" ma:hidden="true" ma:internalName="MediaLengthInSeconds" ma:readOnly="true">
      <xsd:simpleType>
        <xsd:restriction base="dms:Unknown"/>
      </xsd:simpleType>
    </xsd:element>
    <xsd:element name="SharedWithUsers" ma:index="19" nillable="true" ma:displayName="Shared With" ma:list="UserInfo" ma:SearchPeopleOnly="false" ma:internalName="SharedWithUsers" ma:readOnly="fals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Owner" ma:index="20" nillable="true" ma:displayName="Owner" ma:internalName="Owner" ma:readOnly="false">
      <xsd:simpleType>
        <xsd:restriction base="dms:Text">
          <xsd:maxLength value="255"/>
        </xsd:restriction>
      </xsd:simpleType>
    </xsd:element>
    <xsd:element name="MediaServiceObjectDetectorVersions" ma:index="22" nillable="true" ma:displayName="MediaServiceObjectDetectorVersions" ma:description="" ma:hidden="true" ma:indexed="true" ma:internalName="MediaServiceObjectDetectorVersions" ma:readOnly="true">
      <xsd:simpleType>
        <xsd:restriction base="dms:Text"/>
      </xsd:simpleType>
    </xsd:element>
    <xsd:element name="MediaServiceSearchProperties" ma:index="23"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483bdb4-0a8f-43d2-a24f-e17275a3121b" elementFormDefault="qualified">
    <xsd:import namespace="http://schemas.microsoft.com/office/2006/documentManagement/types"/>
    <xsd:import namespace="http://schemas.microsoft.com/office/infopath/2007/PartnerControls"/>
    <xsd:element name="TaxCatchAll" ma:index="12" nillable="true" ma:displayName="Taxonomy Catch All Column" ma:hidden="true" ma:list="{07bdc7dd-b19c-4daa-ac60-4cc2365c7a3f}" ma:internalName="TaxCatchAll" ma:showField="CatchAllData" ma:web="1483bdb4-0a8f-43d2-a24f-e17275a3121b">
      <xsd:complexType>
        <xsd:complexContent>
          <xsd:extension base="dms:MultiChoiceLookup">
            <xsd:sequence>
              <xsd:element name="Value" type="dms:Lookup" maxOccurs="unbounded" minOccurs="0" nillable="true"/>
            </xsd:sequence>
          </xsd:extension>
        </xsd:complexContent>
      </xsd:complexType>
    </xsd:element>
  </xsd:schema>
  <xsd:schema xmlns:xsd="http://www.w3.org/2001/XMLSchema" xmlns:xs="http://www.w3.org/2001/XMLSchema" xmlns:dms="http://schemas.microsoft.com/office/2006/documentManagement/types" xmlns:pc="http://schemas.microsoft.com/office/infopath/2007/PartnerControls" targetNamespace="cdc4170c-4545-48f7-871b-33920ecd5df3" elementFormDefault="qualified">
    <xsd:import namespace="http://schemas.microsoft.com/office/2006/documentManagement/types"/>
    <xsd:import namespace="http://schemas.microsoft.com/office/infopath/2007/PartnerControls"/>
    <xsd:element name="SharedWithDetails" ma:index="21"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SharedWithUsers xmlns="f64e7450-eb76-4305-9aaa-c7c2fda4733e">
      <UserInfo>
        <DisplayName>Jaslyn LIM (NYP)</DisplayName>
        <AccountId>294</AccountId>
        <AccountType/>
      </UserInfo>
    </SharedWithUsers>
    <TaxCatchAll xmlns="1483bdb4-0a8f-43d2-a24f-e17275a3121b" xsi:nil="true"/>
    <lcf76f155ced4ddcb4097134ff3c332f xmlns="f64e7450-eb76-4305-9aaa-c7c2fda4733e">
      <Terms xmlns="http://schemas.microsoft.com/office/infopath/2007/PartnerControls"/>
    </lcf76f155ced4ddcb4097134ff3c332f>
    <Owner xmlns="f64e7450-eb76-4305-9aaa-c7c2fda4733e"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F27B1AF0-1042-4766-8FAE-814D42F57CE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f64e7450-eb76-4305-9aaa-c7c2fda4733e"/>
    <ds:schemaRef ds:uri="1483bdb4-0a8f-43d2-a24f-e17275a3121b"/>
    <ds:schemaRef ds:uri="cdc4170c-4545-48f7-871b-33920ecd5df3"/>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94D93E16-E1BA-47C6-969D-FDCE963BB760}">
  <ds:schemaRefs>
    <ds:schemaRef ds:uri="http://schemas.microsoft.com/office/2006/metadata/properties"/>
    <ds:schemaRef ds:uri="http://schemas.microsoft.com/office/infopath/2007/PartnerControls"/>
    <ds:schemaRef ds:uri="05ac93c3-b26d-490b-913c-772a25f33c96"/>
    <ds:schemaRef ds:uri="030db939-f0aa-43af-9f20-71ee440461db"/>
    <ds:schemaRef ds:uri="f64e7450-eb76-4305-9aaa-c7c2fda4733e"/>
    <ds:schemaRef ds:uri="1483bdb4-0a8f-43d2-a24f-e17275a3121b"/>
  </ds:schemaRefs>
</ds:datastoreItem>
</file>

<file path=customXml/itemProps3.xml><?xml version="1.0" encoding="utf-8"?>
<ds:datastoreItem xmlns:ds="http://schemas.openxmlformats.org/officeDocument/2006/customXml" ds:itemID="{8B61CF26-4BF2-4670-A82F-1C9B1EE9F41A}">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
  <TotalTime>26532</TotalTime>
  <Words>1188</Words>
  <Application>Microsoft Office PowerPoint</Application>
  <PresentationFormat>On-screen Show (16:9)</PresentationFormat>
  <Paragraphs>111</Paragraphs>
  <Slides>18</Slides>
  <Notes>0</Notes>
  <HiddenSlides>0</HiddenSlides>
  <MMClips>1</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18</vt:i4>
      </vt:variant>
    </vt:vector>
  </HeadingPairs>
  <TitlesOfParts>
    <vt:vector size="26" baseType="lpstr">
      <vt:lpstr>Arial</vt:lpstr>
      <vt:lpstr>Calibri</vt:lpstr>
      <vt:lpstr>Courier New</vt:lpstr>
      <vt:lpstr>Proxima Nova</vt:lpstr>
      <vt:lpstr>Raleway</vt:lpstr>
      <vt:lpstr>Roboto</vt:lpstr>
      <vt:lpstr>SF Pro Text</vt:lpstr>
      <vt:lpstr>NYP Corporate Deck</vt:lpstr>
      <vt:lpstr>PowerPoint Presentation</vt:lpstr>
      <vt:lpstr>Understanding AI Guardrails</vt:lpstr>
      <vt:lpstr>Gender Shades </vt:lpstr>
      <vt:lpstr>Understanding AI Guardrails </vt:lpstr>
      <vt:lpstr>Understanding AI Guardrails </vt:lpstr>
      <vt:lpstr>LLM Risks</vt:lpstr>
      <vt:lpstr>Regulatory Dimension</vt:lpstr>
      <vt:lpstr>Internal Governance Dimension</vt:lpstr>
      <vt:lpstr>Technical Dimension</vt:lpstr>
      <vt:lpstr>Technical Dimension</vt:lpstr>
      <vt:lpstr>Stages of Generative AI</vt:lpstr>
      <vt:lpstr>AI Guardrails</vt:lpstr>
      <vt:lpstr>Challenges in Implementing Guardrails</vt:lpstr>
      <vt:lpstr>Open Source Tools</vt:lpstr>
      <vt:lpstr>IMDA Project Moonshot</vt:lpstr>
      <vt:lpstr>IMDA Project Moonshot</vt:lpstr>
      <vt:lpstr>IMDA Project Moonshot </vt:lpstr>
      <vt:lpstr>Conclusion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Jaslyn LIM (NYP)</dc:creator>
  <cp:lastModifiedBy>Steven NG (NYP)</cp:lastModifiedBy>
  <cp:revision>760</cp:revision>
  <dcterms:modified xsi:type="dcterms:W3CDTF">2026-01-19T09:37:21Z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0x0101009FE6AFF6A4F3FF49931B55B041F99EFA</vt:lpwstr>
  </property>
  <property fmtid="{D5CDD505-2E9C-101B-9397-08002B2CF9AE}" pid="3" name="MSIP_Label_7e6409ce-c70d-4644-9357-1651095b1ac1_Enabled">
    <vt:lpwstr>true</vt:lpwstr>
  </property>
  <property fmtid="{D5CDD505-2E9C-101B-9397-08002B2CF9AE}" pid="4" name="MSIP_Label_7e6409ce-c70d-4644-9357-1651095b1ac1_SetDate">
    <vt:lpwstr>2023-07-26T02:04:10Z</vt:lpwstr>
  </property>
  <property fmtid="{D5CDD505-2E9C-101B-9397-08002B2CF9AE}" pid="5" name="MSIP_Label_7e6409ce-c70d-4644-9357-1651095b1ac1_Method">
    <vt:lpwstr>Privileged</vt:lpwstr>
  </property>
  <property fmtid="{D5CDD505-2E9C-101B-9397-08002B2CF9AE}" pid="6" name="MSIP_Label_7e6409ce-c70d-4644-9357-1651095b1ac1_Name">
    <vt:lpwstr>NON SENSITIVE</vt:lpwstr>
  </property>
  <property fmtid="{D5CDD505-2E9C-101B-9397-08002B2CF9AE}" pid="7" name="MSIP_Label_7e6409ce-c70d-4644-9357-1651095b1ac1_SiteId">
    <vt:lpwstr>243ebaed-00d0-4690-a7dc-75893b0d9f98</vt:lpwstr>
  </property>
  <property fmtid="{D5CDD505-2E9C-101B-9397-08002B2CF9AE}" pid="8" name="MSIP_Label_7e6409ce-c70d-4644-9357-1651095b1ac1_ActionId">
    <vt:lpwstr>95a57ebd-212f-4617-a331-c7aedbd06262</vt:lpwstr>
  </property>
  <property fmtid="{D5CDD505-2E9C-101B-9397-08002B2CF9AE}" pid="9" name="MSIP_Label_7e6409ce-c70d-4644-9357-1651095b1ac1_ContentBits">
    <vt:lpwstr>1</vt:lpwstr>
  </property>
  <property fmtid="{D5CDD505-2E9C-101B-9397-08002B2CF9AE}" pid="10" name="ClassificationContentMarkingHeaderLocations">
    <vt:lpwstr>NYP Corporate Deck:4</vt:lpwstr>
  </property>
  <property fmtid="{D5CDD505-2E9C-101B-9397-08002B2CF9AE}" pid="11" name="ClassificationContentMarkingHeaderText">
    <vt:lpwstr>Official (Closed) and Non-Sensitive</vt:lpwstr>
  </property>
</Properties>
</file>