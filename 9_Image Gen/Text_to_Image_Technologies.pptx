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Core Technologies Behind Text-to-Image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Stable Diffusion and Modern AI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Transformers (CLIP) → Encode text prompts</a:t>
            </a:r>
          </a:p>
          <a:p>
            <a:r>
              <a:t>2. Diffusion Models → Iterative denoising from noise</a:t>
            </a:r>
          </a:p>
          <a:p>
            <a:r>
              <a:t>3. Variational Autoencoders (VAE) → Latent space representation</a:t>
            </a:r>
          </a:p>
          <a:p>
            <a:r>
              <a:t>4. Cross-Attention → Aligns words with image regions</a:t>
            </a:r>
          </a:p>
          <a:p>
            <a:r>
              <a:t>5. U-Net Architecture → Backbone for denoising</a:t>
            </a:r>
          </a:p>
          <a:p>
            <a:r>
              <a:t>6. Classifier-Free Guidance (CFG) → Prompt adherence control</a:t>
            </a:r>
          </a:p>
          <a:p>
            <a:r>
              <a:t>7. Large-Scale Training Data → Foundation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Text-to-Image Workflow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Text Encoder (CLIP)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Latent Noise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Diffusion U-Net</a:t>
            </a:r>
          </a:p>
          <a:p>
            <a:r>
              <a:t>+ Cross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VAE Decoder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Final Image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8288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18288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18288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