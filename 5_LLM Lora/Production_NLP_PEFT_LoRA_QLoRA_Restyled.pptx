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41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08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137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learners. Frame the session: they already know Transformer architecture from prior DL modules — today is 100% production engineering. By the end of this hour they will have fine-tuned a model with LoRA, compared it against full fine-tuning and QLoRA, tracked everything in W&amp;B, and registered a reproducible model. Preview the Colab notebook they'll run alongside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 — signal the pacing so students track where they are. Emphasize slide 4 maps 1:1 to the Colab notebook sections, so they should have it open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this in numbers students can feel: full fine-tuning of even a 350M-parameter encoder needs optimizer state for every weight (Adam stores 2 extra values per parameter). Ask: 'if you had to fine-tune a separate model for every one of 20 client contracts, what happens to your storage bill?' This motivates PEFT.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bridge slide. Note prompt/prefix tuning exists but is out of scope today — we focus on LoRA and QLoRA because they dominate industry usage for encoder and decoder fine-tuning alike.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attention to the equation: only B and A get gradients; W never moves. Ask students to estimate the parameter count for r=8 on a 768-dim BERT attention matrix versus the full 768x768 matrix — this makes the '&lt;1% trainable' claim concrete. Mention target_modules in the PEFT LoraConfig maps directly to which projection matrices get adapters.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the pedagogical caveat that also appears in the Colab: quantizing a 110M-parameter BERT model doesn't save much memory in absolute terms because the model is already small. We do it anyway so students see the exact API pattern (BitsAndBytesConfig + prepare_model_for_kbit_training) they'd apply to a 7B+ model in a real production setting.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'the six tools that appear in almost every production NLP repo you'll encounter.' All six show up in the Colab notebook's import cell — point that out directly so students see the mapping between slide and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most students will only touch TrainingArguments(fp16=True) in the notebook. Mention that in real multi-GPU jobs, `accelerate launch` and a config file replace the need to write manual DDP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'model versioning discipline' theme for the session: nothing gets run without being logged. In the Colab, students will run three W&amp;B runs (full FT, LoRA, QLoRA) inside the same project so the comparison dashboard is built for them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a template, not fixed numbers — students populate it from their own W&amp;B dashboard after running all three notebook sections. Walk around during the Colab exercise and sanity-check that F1 for LoRA lands within a couple of points of full fine-tuning; if not, it's almost always a learning-rate or epoch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both paths appear as optional cells in the Colab notebook — HF Hub requires a (free) account and token; MLflow can run fully local for the demo. Emphasize the underlying discipline is identical: no model ships without a recorded lineage back to its training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back to LoRA specifically: because adapters are small, a single served backbone can hot-swap between many task-specific adapters in memory — a pattern impossible with full fine-tuning where each task needs its own full model copy. This is a strong industry selling point for LoRA in multi-tenant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activity slide — give students 5 minutes to pick one scenario, choose full FT/LoRA/QLoRA, and justify with one sentence tying back to GPU budget, latency, or compliance. There is no single 'correct' answer; grade on justification quality. Cold-call 2-3 pairs to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pointing students directly back to the Colab. Remind them the graded deliverable is the registered model plus a one-paragraph justification of their chosen strategy for the design-challenge scenario they picked.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E90C6C-FDE3-C662-2486-197F1D3B3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C56D8D-12A6-4A5A-B92D-575EE1DEE3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6323" y="1528131"/>
            <a:ext cx="5337923" cy="1866872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 sz="6667" b="1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F1328D7-7673-4614-9EEB-F014CD4879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6323" y="3549449"/>
            <a:ext cx="4813671" cy="999104"/>
          </a:xfrm>
          <a:prstGeom prst="rect">
            <a:avLst/>
          </a:prstGeom>
        </p:spPr>
        <p:txBody>
          <a:bodyPr/>
          <a:lstStyle>
            <a:lvl1pPr>
              <a:defRPr sz="1867" b="0">
                <a:solidFill>
                  <a:schemeClr val="tx1"/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B0011CE1-EDBF-46B7-9599-4FD9FCE16C51}"/>
              </a:ext>
            </a:extLst>
          </p:cNvPr>
          <p:cNvSpPr/>
          <p:nvPr userDrawn="1"/>
        </p:nvSpPr>
        <p:spPr>
          <a:xfrm rot="2871830">
            <a:off x="6936865" y="138470"/>
            <a:ext cx="257671" cy="2397084"/>
          </a:xfrm>
          <a:custGeom>
            <a:avLst/>
            <a:gdLst>
              <a:gd name="connsiteX0" fmla="*/ 0 w 193253"/>
              <a:gd name="connsiteY0" fmla="*/ 0 h 1820147"/>
              <a:gd name="connsiteX1" fmla="*/ 193253 w 193253"/>
              <a:gd name="connsiteY1" fmla="*/ 0 h 1820147"/>
              <a:gd name="connsiteX2" fmla="*/ 193253 w 193253"/>
              <a:gd name="connsiteY2" fmla="*/ 1820147 h 1820147"/>
              <a:gd name="connsiteX3" fmla="*/ 0 w 193253"/>
              <a:gd name="connsiteY3" fmla="*/ 1820147 h 1820147"/>
              <a:gd name="connsiteX4" fmla="*/ 0 w 193253"/>
              <a:gd name="connsiteY4" fmla="*/ 0 h 1820147"/>
              <a:gd name="connsiteX0" fmla="*/ 0 w 197852"/>
              <a:gd name="connsiteY0" fmla="*/ 0 h 1820147"/>
              <a:gd name="connsiteX1" fmla="*/ 197852 w 197852"/>
              <a:gd name="connsiteY1" fmla="*/ 4378 h 1820147"/>
              <a:gd name="connsiteX2" fmla="*/ 193253 w 197852"/>
              <a:gd name="connsiteY2" fmla="*/ 1820147 h 1820147"/>
              <a:gd name="connsiteX3" fmla="*/ 0 w 197852"/>
              <a:gd name="connsiteY3" fmla="*/ 1820147 h 1820147"/>
              <a:gd name="connsiteX4" fmla="*/ 0 w 197852"/>
              <a:gd name="connsiteY4" fmla="*/ 0 h 1820147"/>
              <a:gd name="connsiteX0" fmla="*/ 5041 w 197852"/>
              <a:gd name="connsiteY0" fmla="*/ 17956 h 1815769"/>
              <a:gd name="connsiteX1" fmla="*/ 197852 w 197852"/>
              <a:gd name="connsiteY1" fmla="*/ 0 h 1815769"/>
              <a:gd name="connsiteX2" fmla="*/ 193253 w 197852"/>
              <a:gd name="connsiteY2" fmla="*/ 1815769 h 1815769"/>
              <a:gd name="connsiteX3" fmla="*/ 0 w 197852"/>
              <a:gd name="connsiteY3" fmla="*/ 1815769 h 1815769"/>
              <a:gd name="connsiteX4" fmla="*/ 5041 w 197852"/>
              <a:gd name="connsiteY4" fmla="*/ 17956 h 1815769"/>
              <a:gd name="connsiteX0" fmla="*/ 5041 w 193253"/>
              <a:gd name="connsiteY0" fmla="*/ 0 h 1797813"/>
              <a:gd name="connsiteX1" fmla="*/ 189316 w 193253"/>
              <a:gd name="connsiteY1" fmla="*/ 220 h 1797813"/>
              <a:gd name="connsiteX2" fmla="*/ 193253 w 193253"/>
              <a:gd name="connsiteY2" fmla="*/ 1797813 h 1797813"/>
              <a:gd name="connsiteX3" fmla="*/ 0 w 193253"/>
              <a:gd name="connsiteY3" fmla="*/ 1797813 h 1797813"/>
              <a:gd name="connsiteX4" fmla="*/ 5041 w 193253"/>
              <a:gd name="connsiteY4" fmla="*/ 0 h 1797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3253" h="1797813">
                <a:moveTo>
                  <a:pt x="5041" y="0"/>
                </a:moveTo>
                <a:lnTo>
                  <a:pt x="189316" y="220"/>
                </a:lnTo>
                <a:cubicBezTo>
                  <a:pt x="190628" y="599418"/>
                  <a:pt x="191941" y="1198615"/>
                  <a:pt x="193253" y="1797813"/>
                </a:cubicBezTo>
                <a:lnTo>
                  <a:pt x="0" y="1797813"/>
                </a:lnTo>
                <a:cubicBezTo>
                  <a:pt x="1680" y="1198542"/>
                  <a:pt x="3361" y="599271"/>
                  <a:pt x="5041" y="0"/>
                </a:cubicBezTo>
                <a:close/>
              </a:path>
            </a:pathLst>
          </a:custGeom>
          <a:solidFill>
            <a:srgbClr val="164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C043153B-9164-4B7D-8967-9232760F773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547" y="393707"/>
            <a:ext cx="2822077" cy="584956"/>
          </a:xfrm>
          <a:prstGeom prst="rect">
            <a:avLst/>
          </a:prstGeom>
        </p:spPr>
      </p:pic>
      <p:sp>
        <p:nvSpPr>
          <p:cNvPr id="2" name="Isosceles Triangle 2">
            <a:extLst>
              <a:ext uri="{FF2B5EF4-FFF2-40B4-BE49-F238E27FC236}">
                <a16:creationId xmlns:a16="http://schemas.microsoft.com/office/drawing/2014/main" id="{A15BFF93-6482-1724-38DE-4828529F78E7}"/>
              </a:ext>
            </a:extLst>
          </p:cNvPr>
          <p:cNvSpPr/>
          <p:nvPr userDrawn="1"/>
        </p:nvSpPr>
        <p:spPr>
          <a:xfrm rot="16200000">
            <a:off x="10798933" y="5465604"/>
            <a:ext cx="1375097" cy="1413193"/>
          </a:xfrm>
          <a:custGeom>
            <a:avLst/>
            <a:gdLst>
              <a:gd name="connsiteX0" fmla="*/ 0 w 906866"/>
              <a:gd name="connsiteY0" fmla="*/ 754622 h 754622"/>
              <a:gd name="connsiteX1" fmla="*/ 453433 w 906866"/>
              <a:gd name="connsiteY1" fmla="*/ 0 h 754622"/>
              <a:gd name="connsiteX2" fmla="*/ 906866 w 906866"/>
              <a:gd name="connsiteY2" fmla="*/ 754622 h 754622"/>
              <a:gd name="connsiteX3" fmla="*/ 0 w 906866"/>
              <a:gd name="connsiteY3" fmla="*/ 754622 h 754622"/>
              <a:gd name="connsiteX0" fmla="*/ 0 w 1143086"/>
              <a:gd name="connsiteY0" fmla="*/ 754622 h 754622"/>
              <a:gd name="connsiteX1" fmla="*/ 453433 w 1143086"/>
              <a:gd name="connsiteY1" fmla="*/ 0 h 754622"/>
              <a:gd name="connsiteX2" fmla="*/ 1143086 w 1143086"/>
              <a:gd name="connsiteY2" fmla="*/ 747002 h 754622"/>
              <a:gd name="connsiteX3" fmla="*/ 0 w 1143086"/>
              <a:gd name="connsiteY3" fmla="*/ 754622 h 754622"/>
              <a:gd name="connsiteX0" fmla="*/ 0 w 1143086"/>
              <a:gd name="connsiteY0" fmla="*/ 1227062 h 1227062"/>
              <a:gd name="connsiteX1" fmla="*/ 3853 w 1143086"/>
              <a:gd name="connsiteY1" fmla="*/ 0 h 1227062"/>
              <a:gd name="connsiteX2" fmla="*/ 1143086 w 1143086"/>
              <a:gd name="connsiteY2" fmla="*/ 1219442 h 1227062"/>
              <a:gd name="connsiteX3" fmla="*/ 0 w 1143086"/>
              <a:gd name="connsiteY3" fmla="*/ 1227062 h 1227062"/>
              <a:gd name="connsiteX0" fmla="*/ 0 w 1143086"/>
              <a:gd name="connsiteY0" fmla="*/ 1219442 h 1219442"/>
              <a:gd name="connsiteX1" fmla="*/ 3853 w 1143086"/>
              <a:gd name="connsiteY1" fmla="*/ 0 h 1219442"/>
              <a:gd name="connsiteX2" fmla="*/ 1143086 w 1143086"/>
              <a:gd name="connsiteY2" fmla="*/ 1219442 h 1219442"/>
              <a:gd name="connsiteX3" fmla="*/ 0 w 1143086"/>
              <a:gd name="connsiteY3" fmla="*/ 1219442 h 1219442"/>
              <a:gd name="connsiteX0" fmla="*/ 0 w 1062123"/>
              <a:gd name="connsiteY0" fmla="*/ 1219442 h 1219442"/>
              <a:gd name="connsiteX1" fmla="*/ 3853 w 1062123"/>
              <a:gd name="connsiteY1" fmla="*/ 0 h 1219442"/>
              <a:gd name="connsiteX2" fmla="*/ 1062123 w 1062123"/>
              <a:gd name="connsiteY2" fmla="*/ 1131336 h 1219442"/>
              <a:gd name="connsiteX3" fmla="*/ 0 w 106212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0 w 1062273"/>
              <a:gd name="connsiteY0" fmla="*/ 1219442 h 1219442"/>
              <a:gd name="connsiteX1" fmla="*/ 3853 w 1062273"/>
              <a:gd name="connsiteY1" fmla="*/ 0 h 1219442"/>
              <a:gd name="connsiteX2" fmla="*/ 1062123 w 1062273"/>
              <a:gd name="connsiteY2" fmla="*/ 1131336 h 1219442"/>
              <a:gd name="connsiteX3" fmla="*/ 0 w 1062273"/>
              <a:gd name="connsiteY3" fmla="*/ 1219442 h 1219442"/>
              <a:gd name="connsiteX0" fmla="*/ 31902 w 1058464"/>
              <a:gd name="connsiteY0" fmla="*/ 1131335 h 1132395"/>
              <a:gd name="connsiteX1" fmla="*/ 36 w 1058464"/>
              <a:gd name="connsiteY1" fmla="*/ 0 h 1132395"/>
              <a:gd name="connsiteX2" fmla="*/ 1058306 w 1058464"/>
              <a:gd name="connsiteY2" fmla="*/ 1131336 h 1132395"/>
              <a:gd name="connsiteX3" fmla="*/ 31902 w 1058464"/>
              <a:gd name="connsiteY3" fmla="*/ 1131335 h 1132395"/>
              <a:gd name="connsiteX0" fmla="*/ 5810 w 1032372"/>
              <a:gd name="connsiteY0" fmla="*/ 1074182 h 1075242"/>
              <a:gd name="connsiteX1" fmla="*/ 137 w 1032372"/>
              <a:gd name="connsiteY1" fmla="*/ 0 h 1075242"/>
              <a:gd name="connsiteX2" fmla="*/ 1032214 w 1032372"/>
              <a:gd name="connsiteY2" fmla="*/ 1074183 h 1075242"/>
              <a:gd name="connsiteX3" fmla="*/ 5810 w 1032372"/>
              <a:gd name="connsiteY3" fmla="*/ 1074182 h 1075242"/>
              <a:gd name="connsiteX0" fmla="*/ 1200 w 1032523"/>
              <a:gd name="connsiteY0" fmla="*/ 1078945 h 1078945"/>
              <a:gd name="connsiteX1" fmla="*/ 289 w 1032523"/>
              <a:gd name="connsiteY1" fmla="*/ 0 h 1078945"/>
              <a:gd name="connsiteX2" fmla="*/ 1032366 w 1032523"/>
              <a:gd name="connsiteY2" fmla="*/ 1074183 h 1078945"/>
              <a:gd name="connsiteX3" fmla="*/ 1200 w 1032523"/>
              <a:gd name="connsiteY3" fmla="*/ 1078945 h 1078945"/>
              <a:gd name="connsiteX0" fmla="*/ 0 w 1031323"/>
              <a:gd name="connsiteY0" fmla="*/ 1059895 h 1059895"/>
              <a:gd name="connsiteX1" fmla="*/ 1470 w 1031323"/>
              <a:gd name="connsiteY1" fmla="*/ 0 h 1059895"/>
              <a:gd name="connsiteX2" fmla="*/ 1031166 w 1031323"/>
              <a:gd name="connsiteY2" fmla="*/ 1055133 h 1059895"/>
              <a:gd name="connsiteX3" fmla="*/ 0 w 1031323"/>
              <a:gd name="connsiteY3" fmla="*/ 1059895 h 105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1323" h="1059895">
                <a:moveTo>
                  <a:pt x="0" y="1059895"/>
                </a:moveTo>
                <a:cubicBezTo>
                  <a:pt x="1284" y="650874"/>
                  <a:pt x="186" y="409021"/>
                  <a:pt x="1470" y="0"/>
                </a:cubicBezTo>
                <a:cubicBezTo>
                  <a:pt x="354227" y="377112"/>
                  <a:pt x="1042740" y="1051880"/>
                  <a:pt x="1031166" y="1055133"/>
                </a:cubicBezTo>
                <a:cubicBezTo>
                  <a:pt x="1043043" y="1057517"/>
                  <a:pt x="381029" y="1059895"/>
                  <a:pt x="0" y="1059895"/>
                </a:cubicBezTo>
                <a:close/>
              </a:path>
            </a:pathLst>
          </a:cu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51460D6-F294-9FEC-8A11-8E4DE73D906F}"/>
              </a:ext>
            </a:extLst>
          </p:cNvPr>
          <p:cNvSpPr/>
          <p:nvPr userDrawn="1"/>
        </p:nvSpPr>
        <p:spPr>
          <a:xfrm rot="13500000">
            <a:off x="11360201" y="5062314"/>
            <a:ext cx="311071" cy="2220841"/>
          </a:xfrm>
          <a:custGeom>
            <a:avLst/>
            <a:gdLst>
              <a:gd name="connsiteX0" fmla="*/ 0 w 185368"/>
              <a:gd name="connsiteY0" fmla="*/ 0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0 w 185368"/>
              <a:gd name="connsiteY4" fmla="*/ 0 h 1259721"/>
              <a:gd name="connsiteX0" fmla="*/ 11136 w 185368"/>
              <a:gd name="connsiteY0" fmla="*/ 134862 h 1259721"/>
              <a:gd name="connsiteX1" fmla="*/ 185368 w 185368"/>
              <a:gd name="connsiteY1" fmla="*/ 0 h 1259721"/>
              <a:gd name="connsiteX2" fmla="*/ 185368 w 185368"/>
              <a:gd name="connsiteY2" fmla="*/ 1259721 h 1259721"/>
              <a:gd name="connsiteX3" fmla="*/ 0 w 185368"/>
              <a:gd name="connsiteY3" fmla="*/ 1259721 h 1259721"/>
              <a:gd name="connsiteX4" fmla="*/ 11136 w 185368"/>
              <a:gd name="connsiteY4" fmla="*/ 134862 h 1259721"/>
              <a:gd name="connsiteX0" fmla="*/ 11136 w 185368"/>
              <a:gd name="connsiteY0" fmla="*/ 221597 h 1346456"/>
              <a:gd name="connsiteX1" fmla="*/ 168470 w 185368"/>
              <a:gd name="connsiteY1" fmla="*/ 0 h 1346456"/>
              <a:gd name="connsiteX2" fmla="*/ 185368 w 185368"/>
              <a:gd name="connsiteY2" fmla="*/ 1346456 h 1346456"/>
              <a:gd name="connsiteX3" fmla="*/ 0 w 185368"/>
              <a:gd name="connsiteY3" fmla="*/ 1346456 h 1346456"/>
              <a:gd name="connsiteX4" fmla="*/ 11136 w 185368"/>
              <a:gd name="connsiteY4" fmla="*/ 221597 h 1346456"/>
              <a:gd name="connsiteX0" fmla="*/ 0 w 174232"/>
              <a:gd name="connsiteY0" fmla="*/ 221597 h 1368722"/>
              <a:gd name="connsiteX1" fmla="*/ 157334 w 174232"/>
              <a:gd name="connsiteY1" fmla="*/ 0 h 1368722"/>
              <a:gd name="connsiteX2" fmla="*/ 174232 w 174232"/>
              <a:gd name="connsiteY2" fmla="*/ 1346456 h 1368722"/>
              <a:gd name="connsiteX3" fmla="*/ 366 w 174232"/>
              <a:gd name="connsiteY3" fmla="*/ 1368722 h 1368722"/>
              <a:gd name="connsiteX4" fmla="*/ 0 w 174232"/>
              <a:gd name="connsiteY4" fmla="*/ 221597 h 1368722"/>
              <a:gd name="connsiteX0" fmla="*/ 28972 w 173866"/>
              <a:gd name="connsiteY0" fmla="*/ 283202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28972 w 173866"/>
              <a:gd name="connsiteY4" fmla="*/ 283202 h 1368722"/>
              <a:gd name="connsiteX0" fmla="*/ 13460 w 173866"/>
              <a:gd name="connsiteY0" fmla="*/ 267631 h 1368722"/>
              <a:gd name="connsiteX1" fmla="*/ 156968 w 173866"/>
              <a:gd name="connsiteY1" fmla="*/ 0 h 1368722"/>
              <a:gd name="connsiteX2" fmla="*/ 173866 w 173866"/>
              <a:gd name="connsiteY2" fmla="*/ 1346456 h 1368722"/>
              <a:gd name="connsiteX3" fmla="*/ 0 w 173866"/>
              <a:gd name="connsiteY3" fmla="*/ 1368722 h 1368722"/>
              <a:gd name="connsiteX4" fmla="*/ 13460 w 173866"/>
              <a:gd name="connsiteY4" fmla="*/ 267631 h 1368722"/>
              <a:gd name="connsiteX0" fmla="*/ 13460 w 173866"/>
              <a:gd name="connsiteY0" fmla="*/ 257249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13460 w 173866"/>
              <a:gd name="connsiteY4" fmla="*/ 257249 h 1358340"/>
              <a:gd name="connsiteX0" fmla="*/ 32818 w 173866"/>
              <a:gd name="connsiteY0" fmla="*/ 279771 h 1358340"/>
              <a:gd name="connsiteX1" fmla="*/ 167308 w 173866"/>
              <a:gd name="connsiteY1" fmla="*/ 0 h 1358340"/>
              <a:gd name="connsiteX2" fmla="*/ 173866 w 173866"/>
              <a:gd name="connsiteY2" fmla="*/ 1336074 h 1358340"/>
              <a:gd name="connsiteX3" fmla="*/ 0 w 173866"/>
              <a:gd name="connsiteY3" fmla="*/ 1358340 h 1358340"/>
              <a:gd name="connsiteX4" fmla="*/ 32818 w 173866"/>
              <a:gd name="connsiteY4" fmla="*/ 279771 h 1358340"/>
              <a:gd name="connsiteX0" fmla="*/ 32818 w 173866"/>
              <a:gd name="connsiteY0" fmla="*/ 269656 h 1348225"/>
              <a:gd name="connsiteX1" fmla="*/ 162520 w 173866"/>
              <a:gd name="connsiteY1" fmla="*/ -1 h 1348225"/>
              <a:gd name="connsiteX2" fmla="*/ 173866 w 173866"/>
              <a:gd name="connsiteY2" fmla="*/ 1325959 h 1348225"/>
              <a:gd name="connsiteX3" fmla="*/ 0 w 173866"/>
              <a:gd name="connsiteY3" fmla="*/ 1348225 h 1348225"/>
              <a:gd name="connsiteX4" fmla="*/ 32818 w 173866"/>
              <a:gd name="connsiteY4" fmla="*/ 269656 h 1348225"/>
              <a:gd name="connsiteX0" fmla="*/ 23240 w 164288"/>
              <a:gd name="connsiteY0" fmla="*/ 269657 h 1327995"/>
              <a:gd name="connsiteX1" fmla="*/ 152942 w 164288"/>
              <a:gd name="connsiteY1" fmla="*/ 0 h 1327995"/>
              <a:gd name="connsiteX2" fmla="*/ 164288 w 164288"/>
              <a:gd name="connsiteY2" fmla="*/ 1325960 h 1327995"/>
              <a:gd name="connsiteX3" fmla="*/ 0 w 164288"/>
              <a:gd name="connsiteY3" fmla="*/ 1327995 h 1327995"/>
              <a:gd name="connsiteX4" fmla="*/ 23240 w 164288"/>
              <a:gd name="connsiteY4" fmla="*/ 269657 h 1327995"/>
              <a:gd name="connsiteX0" fmla="*/ 23240 w 170070"/>
              <a:gd name="connsiteY0" fmla="*/ 261634 h 1319972"/>
              <a:gd name="connsiteX1" fmla="*/ 170070 w 170070"/>
              <a:gd name="connsiteY1" fmla="*/ 0 h 1319972"/>
              <a:gd name="connsiteX2" fmla="*/ 164288 w 170070"/>
              <a:gd name="connsiteY2" fmla="*/ 1317937 h 1319972"/>
              <a:gd name="connsiteX3" fmla="*/ 0 w 170070"/>
              <a:gd name="connsiteY3" fmla="*/ 1319972 h 1319972"/>
              <a:gd name="connsiteX4" fmla="*/ 23240 w 170070"/>
              <a:gd name="connsiteY4" fmla="*/ 261634 h 1319972"/>
              <a:gd name="connsiteX0" fmla="*/ 23240 w 170070"/>
              <a:gd name="connsiteY0" fmla="*/ 261634 h 1368726"/>
              <a:gd name="connsiteX1" fmla="*/ 170070 w 170070"/>
              <a:gd name="connsiteY1" fmla="*/ 0 h 1368726"/>
              <a:gd name="connsiteX2" fmla="*/ 167819 w 170070"/>
              <a:gd name="connsiteY2" fmla="*/ 1368726 h 1368726"/>
              <a:gd name="connsiteX3" fmla="*/ 0 w 170070"/>
              <a:gd name="connsiteY3" fmla="*/ 1319972 h 1368726"/>
              <a:gd name="connsiteX4" fmla="*/ 23240 w 170070"/>
              <a:gd name="connsiteY4" fmla="*/ 261634 h 1368726"/>
              <a:gd name="connsiteX0" fmla="*/ 23240 w 184789"/>
              <a:gd name="connsiteY0" fmla="*/ 26163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3240 w 184789"/>
              <a:gd name="connsiteY4" fmla="*/ 261634 h 1396262"/>
              <a:gd name="connsiteX0" fmla="*/ 14074 w 184789"/>
              <a:gd name="connsiteY0" fmla="*/ 296650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14074 w 184789"/>
              <a:gd name="connsiteY4" fmla="*/ 296650 h 1396262"/>
              <a:gd name="connsiteX0" fmla="*/ 22940 w 184789"/>
              <a:gd name="connsiteY0" fmla="*/ 281148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2940 w 184789"/>
              <a:gd name="connsiteY4" fmla="*/ 281148 h 1396262"/>
              <a:gd name="connsiteX0" fmla="*/ 27672 w 184789"/>
              <a:gd name="connsiteY0" fmla="*/ 253884 h 1396262"/>
              <a:gd name="connsiteX1" fmla="*/ 170070 w 184789"/>
              <a:gd name="connsiteY1" fmla="*/ 0 h 1396262"/>
              <a:gd name="connsiteX2" fmla="*/ 184648 w 184789"/>
              <a:gd name="connsiteY2" fmla="*/ 1396262 h 1396262"/>
              <a:gd name="connsiteX3" fmla="*/ 0 w 184789"/>
              <a:gd name="connsiteY3" fmla="*/ 1319972 h 1396262"/>
              <a:gd name="connsiteX4" fmla="*/ 27672 w 184789"/>
              <a:gd name="connsiteY4" fmla="*/ 253884 h 1396262"/>
              <a:gd name="connsiteX0" fmla="*/ 0 w 190766"/>
              <a:gd name="connsiteY0" fmla="*/ 250212 h 1396262"/>
              <a:gd name="connsiteX1" fmla="*/ 176047 w 190766"/>
              <a:gd name="connsiteY1" fmla="*/ 0 h 1396262"/>
              <a:gd name="connsiteX2" fmla="*/ 190625 w 190766"/>
              <a:gd name="connsiteY2" fmla="*/ 1396262 h 1396262"/>
              <a:gd name="connsiteX3" fmla="*/ 5977 w 190766"/>
              <a:gd name="connsiteY3" fmla="*/ 1319972 h 1396262"/>
              <a:gd name="connsiteX4" fmla="*/ 0 w 190766"/>
              <a:gd name="connsiteY4" fmla="*/ 250212 h 1396262"/>
              <a:gd name="connsiteX0" fmla="*/ 0 w 197591"/>
              <a:gd name="connsiteY0" fmla="*/ 232644 h 1378694"/>
              <a:gd name="connsiteX1" fmla="*/ 197591 w 197591"/>
              <a:gd name="connsiteY1" fmla="*/ 0 h 1378694"/>
              <a:gd name="connsiteX2" fmla="*/ 190625 w 197591"/>
              <a:gd name="connsiteY2" fmla="*/ 1378694 h 1378694"/>
              <a:gd name="connsiteX3" fmla="*/ 5977 w 197591"/>
              <a:gd name="connsiteY3" fmla="*/ 1302404 h 1378694"/>
              <a:gd name="connsiteX4" fmla="*/ 0 w 197591"/>
              <a:gd name="connsiteY4" fmla="*/ 232644 h 1378694"/>
              <a:gd name="connsiteX0" fmla="*/ 24386 w 191715"/>
              <a:gd name="connsiteY0" fmla="*/ 197901 h 1378694"/>
              <a:gd name="connsiteX1" fmla="*/ 191715 w 191715"/>
              <a:gd name="connsiteY1" fmla="*/ 0 h 1378694"/>
              <a:gd name="connsiteX2" fmla="*/ 184749 w 191715"/>
              <a:gd name="connsiteY2" fmla="*/ 1378694 h 1378694"/>
              <a:gd name="connsiteX3" fmla="*/ 101 w 191715"/>
              <a:gd name="connsiteY3" fmla="*/ 1302404 h 1378694"/>
              <a:gd name="connsiteX4" fmla="*/ 24386 w 191715"/>
              <a:gd name="connsiteY4" fmla="*/ 197901 h 1378694"/>
              <a:gd name="connsiteX0" fmla="*/ 0 w 167329"/>
              <a:gd name="connsiteY0" fmla="*/ 197901 h 1378694"/>
              <a:gd name="connsiteX1" fmla="*/ 167329 w 167329"/>
              <a:gd name="connsiteY1" fmla="*/ 0 h 1378694"/>
              <a:gd name="connsiteX2" fmla="*/ 160363 w 167329"/>
              <a:gd name="connsiteY2" fmla="*/ 1378694 h 1378694"/>
              <a:gd name="connsiteX3" fmla="*/ 4847 w 167329"/>
              <a:gd name="connsiteY3" fmla="*/ 1254857 h 1378694"/>
              <a:gd name="connsiteX4" fmla="*/ 0 w 167329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19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2856 w 190185"/>
              <a:gd name="connsiteY0" fmla="*/ 197901 h 1378694"/>
              <a:gd name="connsiteX1" fmla="*/ 190185 w 190185"/>
              <a:gd name="connsiteY1" fmla="*/ 0 h 1378694"/>
              <a:gd name="connsiteX2" fmla="*/ 183220 w 190185"/>
              <a:gd name="connsiteY2" fmla="*/ 1378694 h 1378694"/>
              <a:gd name="connsiteX3" fmla="*/ 106 w 190185"/>
              <a:gd name="connsiteY3" fmla="*/ 1244237 h 1378694"/>
              <a:gd name="connsiteX4" fmla="*/ 22856 w 190185"/>
              <a:gd name="connsiteY4" fmla="*/ 197901 h 1378694"/>
              <a:gd name="connsiteX0" fmla="*/ 20607 w 190194"/>
              <a:gd name="connsiteY0" fmla="*/ 172292 h 1378694"/>
              <a:gd name="connsiteX1" fmla="*/ 190194 w 190194"/>
              <a:gd name="connsiteY1" fmla="*/ 0 h 1378694"/>
              <a:gd name="connsiteX2" fmla="*/ 183229 w 190194"/>
              <a:gd name="connsiteY2" fmla="*/ 1378694 h 1378694"/>
              <a:gd name="connsiteX3" fmla="*/ 115 w 190194"/>
              <a:gd name="connsiteY3" fmla="*/ 1244237 h 1378694"/>
              <a:gd name="connsiteX4" fmla="*/ 20607 w 190194"/>
              <a:gd name="connsiteY4" fmla="*/ 172292 h 1378694"/>
              <a:gd name="connsiteX0" fmla="*/ 20607 w 195117"/>
              <a:gd name="connsiteY0" fmla="*/ 192045 h 1398447"/>
              <a:gd name="connsiteX1" fmla="*/ 195117 w 195117"/>
              <a:gd name="connsiteY1" fmla="*/ 0 h 1398447"/>
              <a:gd name="connsiteX2" fmla="*/ 183229 w 195117"/>
              <a:gd name="connsiteY2" fmla="*/ 1398447 h 1398447"/>
              <a:gd name="connsiteX3" fmla="*/ 115 w 195117"/>
              <a:gd name="connsiteY3" fmla="*/ 1263990 h 1398447"/>
              <a:gd name="connsiteX4" fmla="*/ 20607 w 195117"/>
              <a:gd name="connsiteY4" fmla="*/ 192045 h 1398447"/>
              <a:gd name="connsiteX0" fmla="*/ 14590 w 195152"/>
              <a:gd name="connsiteY0" fmla="*/ 198994 h 1398447"/>
              <a:gd name="connsiteX1" fmla="*/ 195152 w 195152"/>
              <a:gd name="connsiteY1" fmla="*/ 0 h 1398447"/>
              <a:gd name="connsiteX2" fmla="*/ 183264 w 195152"/>
              <a:gd name="connsiteY2" fmla="*/ 1398447 h 1398447"/>
              <a:gd name="connsiteX3" fmla="*/ 150 w 195152"/>
              <a:gd name="connsiteY3" fmla="*/ 1263990 h 1398447"/>
              <a:gd name="connsiteX4" fmla="*/ 14590 w 195152"/>
              <a:gd name="connsiteY4" fmla="*/ 198994 h 1398447"/>
              <a:gd name="connsiteX0" fmla="*/ 14590 w 183796"/>
              <a:gd name="connsiteY0" fmla="*/ 185097 h 1384550"/>
              <a:gd name="connsiteX1" fmla="*/ 183048 w 183796"/>
              <a:gd name="connsiteY1" fmla="*/ 0 h 1384550"/>
              <a:gd name="connsiteX2" fmla="*/ 183264 w 183796"/>
              <a:gd name="connsiteY2" fmla="*/ 1384550 h 1384550"/>
              <a:gd name="connsiteX3" fmla="*/ 150 w 183796"/>
              <a:gd name="connsiteY3" fmla="*/ 1250093 h 1384550"/>
              <a:gd name="connsiteX4" fmla="*/ 14590 w 183796"/>
              <a:gd name="connsiteY4" fmla="*/ 185097 h 1384550"/>
              <a:gd name="connsiteX0" fmla="*/ 14590 w 184829"/>
              <a:gd name="connsiteY0" fmla="*/ 185097 h 1397354"/>
              <a:gd name="connsiteX1" fmla="*/ 183048 w 184829"/>
              <a:gd name="connsiteY1" fmla="*/ 0 h 1397354"/>
              <a:gd name="connsiteX2" fmla="*/ 184393 w 184829"/>
              <a:gd name="connsiteY2" fmla="*/ 1397354 h 1397354"/>
              <a:gd name="connsiteX3" fmla="*/ 150 w 184829"/>
              <a:gd name="connsiteY3" fmla="*/ 1250093 h 1397354"/>
              <a:gd name="connsiteX4" fmla="*/ 14590 w 184829"/>
              <a:gd name="connsiteY4" fmla="*/ 185097 h 1397354"/>
              <a:gd name="connsiteX0" fmla="*/ 14590 w 184492"/>
              <a:gd name="connsiteY0" fmla="*/ 202666 h 1414923"/>
              <a:gd name="connsiteX1" fmla="*/ 161504 w 184492"/>
              <a:gd name="connsiteY1" fmla="*/ 0 h 1414923"/>
              <a:gd name="connsiteX2" fmla="*/ 184393 w 184492"/>
              <a:gd name="connsiteY2" fmla="*/ 1414923 h 1414923"/>
              <a:gd name="connsiteX3" fmla="*/ 150 w 184492"/>
              <a:gd name="connsiteY3" fmla="*/ 1267662 h 1414923"/>
              <a:gd name="connsiteX4" fmla="*/ 14590 w 184492"/>
              <a:gd name="connsiteY4" fmla="*/ 202666 h 1414923"/>
              <a:gd name="connsiteX0" fmla="*/ 14590 w 184526"/>
              <a:gd name="connsiteY0" fmla="*/ 196810 h 1409067"/>
              <a:gd name="connsiteX1" fmla="*/ 168685 w 184526"/>
              <a:gd name="connsiteY1" fmla="*/ 0 h 1409067"/>
              <a:gd name="connsiteX2" fmla="*/ 184393 w 184526"/>
              <a:gd name="connsiteY2" fmla="*/ 1409067 h 1409067"/>
              <a:gd name="connsiteX3" fmla="*/ 150 w 184526"/>
              <a:gd name="connsiteY3" fmla="*/ 1261806 h 1409067"/>
              <a:gd name="connsiteX4" fmla="*/ 14590 w 184526"/>
              <a:gd name="connsiteY4" fmla="*/ 196810 h 1409067"/>
              <a:gd name="connsiteX0" fmla="*/ 712 w 184933"/>
              <a:gd name="connsiteY0" fmla="*/ 197904 h 1409067"/>
              <a:gd name="connsiteX1" fmla="*/ 169092 w 184933"/>
              <a:gd name="connsiteY1" fmla="*/ 0 h 1409067"/>
              <a:gd name="connsiteX2" fmla="*/ 184800 w 184933"/>
              <a:gd name="connsiteY2" fmla="*/ 1409067 h 1409067"/>
              <a:gd name="connsiteX3" fmla="*/ 557 w 184933"/>
              <a:gd name="connsiteY3" fmla="*/ 1261806 h 1409067"/>
              <a:gd name="connsiteX4" fmla="*/ 712 w 184933"/>
              <a:gd name="connsiteY4" fmla="*/ 197904 h 1409067"/>
              <a:gd name="connsiteX0" fmla="*/ 712 w 185008"/>
              <a:gd name="connsiteY0" fmla="*/ 205826 h 1416989"/>
              <a:gd name="connsiteX1" fmla="*/ 176532 w 185008"/>
              <a:gd name="connsiteY1" fmla="*/ 0 h 1416989"/>
              <a:gd name="connsiteX2" fmla="*/ 184800 w 185008"/>
              <a:gd name="connsiteY2" fmla="*/ 1416989 h 1416989"/>
              <a:gd name="connsiteX3" fmla="*/ 557 w 185008"/>
              <a:gd name="connsiteY3" fmla="*/ 1269728 h 1416989"/>
              <a:gd name="connsiteX4" fmla="*/ 712 w 185008"/>
              <a:gd name="connsiteY4" fmla="*/ 205826 h 1416989"/>
              <a:gd name="connsiteX0" fmla="*/ 712 w 185170"/>
              <a:gd name="connsiteY0" fmla="*/ 187888 h 1399051"/>
              <a:gd name="connsiteX1" fmla="*/ 182334 w 185170"/>
              <a:gd name="connsiteY1" fmla="*/ 0 h 1399051"/>
              <a:gd name="connsiteX2" fmla="*/ 184800 w 185170"/>
              <a:gd name="connsiteY2" fmla="*/ 1399051 h 1399051"/>
              <a:gd name="connsiteX3" fmla="*/ 557 w 185170"/>
              <a:gd name="connsiteY3" fmla="*/ 1251790 h 1399051"/>
              <a:gd name="connsiteX4" fmla="*/ 712 w 185170"/>
              <a:gd name="connsiteY4" fmla="*/ 187888 h 1399051"/>
              <a:gd name="connsiteX0" fmla="*/ 712 w 191470"/>
              <a:gd name="connsiteY0" fmla="*/ 197235 h 1408398"/>
              <a:gd name="connsiteX1" fmla="*/ 191470 w 191470"/>
              <a:gd name="connsiteY1" fmla="*/ 0 h 1408398"/>
              <a:gd name="connsiteX2" fmla="*/ 184800 w 191470"/>
              <a:gd name="connsiteY2" fmla="*/ 1408398 h 1408398"/>
              <a:gd name="connsiteX3" fmla="*/ 557 w 191470"/>
              <a:gd name="connsiteY3" fmla="*/ 1261137 h 1408398"/>
              <a:gd name="connsiteX4" fmla="*/ 712 w 191470"/>
              <a:gd name="connsiteY4" fmla="*/ 197235 h 1408398"/>
              <a:gd name="connsiteX0" fmla="*/ 712 w 205141"/>
              <a:gd name="connsiteY0" fmla="*/ 197235 h 1416020"/>
              <a:gd name="connsiteX1" fmla="*/ 191470 w 205141"/>
              <a:gd name="connsiteY1" fmla="*/ 0 h 1416020"/>
              <a:gd name="connsiteX2" fmla="*/ 204992 w 205141"/>
              <a:gd name="connsiteY2" fmla="*/ 1416020 h 1416020"/>
              <a:gd name="connsiteX3" fmla="*/ 557 w 205141"/>
              <a:gd name="connsiteY3" fmla="*/ 1261137 h 1416020"/>
              <a:gd name="connsiteX4" fmla="*/ 712 w 205141"/>
              <a:gd name="connsiteY4" fmla="*/ 197235 h 1416020"/>
              <a:gd name="connsiteX0" fmla="*/ 712 w 205183"/>
              <a:gd name="connsiteY0" fmla="*/ 149617 h 1368402"/>
              <a:gd name="connsiteX1" fmla="*/ 195553 w 205183"/>
              <a:gd name="connsiteY1" fmla="*/ 0 h 1368402"/>
              <a:gd name="connsiteX2" fmla="*/ 204992 w 205183"/>
              <a:gd name="connsiteY2" fmla="*/ 1368402 h 1368402"/>
              <a:gd name="connsiteX3" fmla="*/ 557 w 205183"/>
              <a:gd name="connsiteY3" fmla="*/ 1213519 h 1368402"/>
              <a:gd name="connsiteX4" fmla="*/ 712 w 205183"/>
              <a:gd name="connsiteY4" fmla="*/ 149617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213519 h 1368402"/>
              <a:gd name="connsiteX4" fmla="*/ 0 w 207533"/>
              <a:gd name="connsiteY4" fmla="*/ 174342 h 1368402"/>
              <a:gd name="connsiteX0" fmla="*/ 0 w 207533"/>
              <a:gd name="connsiteY0" fmla="*/ 174342 h 1368402"/>
              <a:gd name="connsiteX1" fmla="*/ 197903 w 207533"/>
              <a:gd name="connsiteY1" fmla="*/ 0 h 1368402"/>
              <a:gd name="connsiteX2" fmla="*/ 207342 w 207533"/>
              <a:gd name="connsiteY2" fmla="*/ 1368402 h 1368402"/>
              <a:gd name="connsiteX3" fmla="*/ 2907 w 207533"/>
              <a:gd name="connsiteY3" fmla="*/ 1175058 h 1368402"/>
              <a:gd name="connsiteX4" fmla="*/ 0 w 207533"/>
              <a:gd name="connsiteY4" fmla="*/ 174342 h 1368402"/>
              <a:gd name="connsiteX0" fmla="*/ 0 w 209045"/>
              <a:gd name="connsiteY0" fmla="*/ 174342 h 1358786"/>
              <a:gd name="connsiteX1" fmla="*/ 197903 w 209045"/>
              <a:gd name="connsiteY1" fmla="*/ 0 h 1358786"/>
              <a:gd name="connsiteX2" fmla="*/ 208872 w 209045"/>
              <a:gd name="connsiteY2" fmla="*/ 1358786 h 1358786"/>
              <a:gd name="connsiteX3" fmla="*/ 2907 w 209045"/>
              <a:gd name="connsiteY3" fmla="*/ 1175058 h 1358786"/>
              <a:gd name="connsiteX4" fmla="*/ 0 w 209045"/>
              <a:gd name="connsiteY4" fmla="*/ 174342 h 1358786"/>
              <a:gd name="connsiteX0" fmla="*/ 0 w 212106"/>
              <a:gd name="connsiteY0" fmla="*/ 185331 h 1358786"/>
              <a:gd name="connsiteX1" fmla="*/ 200964 w 212106"/>
              <a:gd name="connsiteY1" fmla="*/ 0 h 1358786"/>
              <a:gd name="connsiteX2" fmla="*/ 211933 w 212106"/>
              <a:gd name="connsiteY2" fmla="*/ 1358786 h 1358786"/>
              <a:gd name="connsiteX3" fmla="*/ 5968 w 212106"/>
              <a:gd name="connsiteY3" fmla="*/ 1175058 h 1358786"/>
              <a:gd name="connsiteX4" fmla="*/ 0 w 212106"/>
              <a:gd name="connsiteY4" fmla="*/ 185331 h 135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106" h="1358786">
                <a:moveTo>
                  <a:pt x="0" y="185331"/>
                </a:moveTo>
                <a:cubicBezTo>
                  <a:pt x="63586" y="119586"/>
                  <a:pt x="137378" y="65745"/>
                  <a:pt x="200964" y="0"/>
                </a:cubicBezTo>
                <a:cubicBezTo>
                  <a:pt x="199037" y="439312"/>
                  <a:pt x="213860" y="919474"/>
                  <a:pt x="211933" y="1358786"/>
                </a:cubicBezTo>
                <a:lnTo>
                  <a:pt x="5968" y="1175058"/>
                </a:lnTo>
                <a:cubicBezTo>
                  <a:pt x="3976" y="818471"/>
                  <a:pt x="1992" y="541918"/>
                  <a:pt x="0" y="185331"/>
                </a:cubicBezTo>
                <a:close/>
              </a:path>
            </a:pathLst>
          </a:custGeom>
          <a:solidFill>
            <a:srgbClr val="E306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00AA2F6-9E32-1951-916C-8943096E1C7C}"/>
              </a:ext>
            </a:extLst>
          </p:cNvPr>
          <p:cNvSpPr/>
          <p:nvPr userDrawn="1"/>
        </p:nvSpPr>
        <p:spPr>
          <a:xfrm>
            <a:off x="1058466" y="3902882"/>
            <a:ext cx="5774133" cy="2955801"/>
          </a:xfrm>
          <a:custGeom>
            <a:avLst/>
            <a:gdLst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13585 w 7242629"/>
              <a:gd name="connsiteY2" fmla="*/ 6858000 h 6858000"/>
              <a:gd name="connsiteX3" fmla="*/ 0 w 7242629"/>
              <a:gd name="connsiteY3" fmla="*/ 4667280 h 6858000"/>
              <a:gd name="connsiteX0" fmla="*/ 0 w 7242629"/>
              <a:gd name="connsiteY0" fmla="*/ 0 h 6858000"/>
              <a:gd name="connsiteX1" fmla="*/ 7242629 w 7242629"/>
              <a:gd name="connsiteY1" fmla="*/ 6858000 h 6858000"/>
              <a:gd name="connsiteX2" fmla="*/ 2323185 w 7242629"/>
              <a:gd name="connsiteY2" fmla="*/ 6838800 h 6858000"/>
              <a:gd name="connsiteX3" fmla="*/ 0 w 7242629"/>
              <a:gd name="connsiteY3" fmla="*/ 4667280 h 6858000"/>
              <a:gd name="connsiteX4" fmla="*/ 0 w 7242629"/>
              <a:gd name="connsiteY4" fmla="*/ 0 h 6858000"/>
              <a:gd name="connsiteX0" fmla="*/ 0 w 7242629"/>
              <a:gd name="connsiteY0" fmla="*/ 0 h 6858000"/>
              <a:gd name="connsiteX1" fmla="*/ 3430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4881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26585 w 7242629"/>
              <a:gd name="connsiteY1" fmla="*/ 32736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841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593785 w 7242629"/>
              <a:gd name="connsiteY1" fmla="*/ 33888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42629"/>
              <a:gd name="connsiteY0" fmla="*/ 0 h 6858000"/>
              <a:gd name="connsiteX1" fmla="*/ 3632185 w 7242629"/>
              <a:gd name="connsiteY1" fmla="*/ 3427200 h 6858000"/>
              <a:gd name="connsiteX2" fmla="*/ 7242629 w 7242629"/>
              <a:gd name="connsiteY2" fmla="*/ 6858000 h 6858000"/>
              <a:gd name="connsiteX3" fmla="*/ 2323185 w 7242629"/>
              <a:gd name="connsiteY3" fmla="*/ 6838800 h 6858000"/>
              <a:gd name="connsiteX4" fmla="*/ 0 w 7242629"/>
              <a:gd name="connsiteY4" fmla="*/ 4667280 h 6858000"/>
              <a:gd name="connsiteX5" fmla="*/ 0 w 72426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427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89785 w 7204229"/>
              <a:gd name="connsiteY1" fmla="*/ 33984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609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3632185 w 7204229"/>
              <a:gd name="connsiteY1" fmla="*/ 3379200 h 6858000"/>
              <a:gd name="connsiteX2" fmla="*/ 7204229 w 7204229"/>
              <a:gd name="connsiteY2" fmla="*/ 6858000 h 6858000"/>
              <a:gd name="connsiteX3" fmla="*/ 2323185 w 7204229"/>
              <a:gd name="connsiteY3" fmla="*/ 6838800 h 6858000"/>
              <a:gd name="connsiteX4" fmla="*/ 0 w 7204229"/>
              <a:gd name="connsiteY4" fmla="*/ 4667280 h 6858000"/>
              <a:gd name="connsiteX5" fmla="*/ 0 w 7204229"/>
              <a:gd name="connsiteY5" fmla="*/ 0 h 6858000"/>
              <a:gd name="connsiteX0" fmla="*/ 0 w 7204229"/>
              <a:gd name="connsiteY0" fmla="*/ 0 h 6858000"/>
              <a:gd name="connsiteX1" fmla="*/ 857785 w 7204229"/>
              <a:gd name="connsiteY1" fmla="*/ 796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209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876985 w 7204229"/>
              <a:gd name="connsiteY1" fmla="*/ 13344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401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63385 w 7204229"/>
              <a:gd name="connsiteY1" fmla="*/ 8928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72985 w 7204229"/>
              <a:gd name="connsiteY1" fmla="*/ 1104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30585 w 7204229"/>
              <a:gd name="connsiteY1" fmla="*/ 960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1001785 w 7204229"/>
              <a:gd name="connsiteY1" fmla="*/ 10080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0 w 7204229"/>
              <a:gd name="connsiteY0" fmla="*/ 0 h 6858000"/>
              <a:gd name="connsiteX1" fmla="*/ 992185 w 7204229"/>
              <a:gd name="connsiteY1" fmla="*/ 969600 h 6858000"/>
              <a:gd name="connsiteX2" fmla="*/ 3632185 w 7204229"/>
              <a:gd name="connsiteY2" fmla="*/ 3379200 h 6858000"/>
              <a:gd name="connsiteX3" fmla="*/ 7204229 w 7204229"/>
              <a:gd name="connsiteY3" fmla="*/ 6858000 h 6858000"/>
              <a:gd name="connsiteX4" fmla="*/ 2323185 w 7204229"/>
              <a:gd name="connsiteY4" fmla="*/ 6838800 h 6858000"/>
              <a:gd name="connsiteX5" fmla="*/ 0 w 7204229"/>
              <a:gd name="connsiteY5" fmla="*/ 4667280 h 6858000"/>
              <a:gd name="connsiteX6" fmla="*/ 0 w 7204229"/>
              <a:gd name="connsiteY6" fmla="*/ 0 h 6858000"/>
              <a:gd name="connsiteX0" fmla="*/ 9600 w 7204229"/>
              <a:gd name="connsiteY0" fmla="*/ 739200 h 5888400"/>
              <a:gd name="connsiteX1" fmla="*/ 992185 w 7204229"/>
              <a:gd name="connsiteY1" fmla="*/ 0 h 5888400"/>
              <a:gd name="connsiteX2" fmla="*/ 3632185 w 7204229"/>
              <a:gd name="connsiteY2" fmla="*/ 2409600 h 5888400"/>
              <a:gd name="connsiteX3" fmla="*/ 7204229 w 7204229"/>
              <a:gd name="connsiteY3" fmla="*/ 5888400 h 5888400"/>
              <a:gd name="connsiteX4" fmla="*/ 2323185 w 7204229"/>
              <a:gd name="connsiteY4" fmla="*/ 5869200 h 5888400"/>
              <a:gd name="connsiteX5" fmla="*/ 0 w 7204229"/>
              <a:gd name="connsiteY5" fmla="*/ 3697680 h 5888400"/>
              <a:gd name="connsiteX6" fmla="*/ 9600 w 7204229"/>
              <a:gd name="connsiteY6" fmla="*/ 739200 h 5888400"/>
              <a:gd name="connsiteX0" fmla="*/ 0 w 7194629"/>
              <a:gd name="connsiteY0" fmla="*/ 739200 h 5888400"/>
              <a:gd name="connsiteX1" fmla="*/ 982585 w 7194629"/>
              <a:gd name="connsiteY1" fmla="*/ 0 h 5888400"/>
              <a:gd name="connsiteX2" fmla="*/ 3622585 w 7194629"/>
              <a:gd name="connsiteY2" fmla="*/ 2409600 h 5888400"/>
              <a:gd name="connsiteX3" fmla="*/ 7194629 w 7194629"/>
              <a:gd name="connsiteY3" fmla="*/ 5888400 h 5888400"/>
              <a:gd name="connsiteX4" fmla="*/ 2313585 w 7194629"/>
              <a:gd name="connsiteY4" fmla="*/ 5869200 h 5888400"/>
              <a:gd name="connsiteX5" fmla="*/ 777600 w 7194629"/>
              <a:gd name="connsiteY5" fmla="*/ 4456080 h 5888400"/>
              <a:gd name="connsiteX6" fmla="*/ 0 w 7194629"/>
              <a:gd name="connsiteY6" fmla="*/ 739200 h 5888400"/>
              <a:gd name="connsiteX0" fmla="*/ 0 w 7194629"/>
              <a:gd name="connsiteY0" fmla="*/ 0 h 5149200"/>
              <a:gd name="connsiteX1" fmla="*/ 2336185 w 7194629"/>
              <a:gd name="connsiteY1" fmla="*/ 2496000 h 5149200"/>
              <a:gd name="connsiteX2" fmla="*/ 3622585 w 7194629"/>
              <a:gd name="connsiteY2" fmla="*/ 1670400 h 5149200"/>
              <a:gd name="connsiteX3" fmla="*/ 7194629 w 7194629"/>
              <a:gd name="connsiteY3" fmla="*/ 5149200 h 5149200"/>
              <a:gd name="connsiteX4" fmla="*/ 2313585 w 7194629"/>
              <a:gd name="connsiteY4" fmla="*/ 5130000 h 5149200"/>
              <a:gd name="connsiteX5" fmla="*/ 777600 w 7194629"/>
              <a:gd name="connsiteY5" fmla="*/ 3716880 h 5149200"/>
              <a:gd name="connsiteX6" fmla="*/ 0 w 7194629"/>
              <a:gd name="connsiteY6" fmla="*/ 0 h 5149200"/>
              <a:gd name="connsiteX0" fmla="*/ 0 w 7194629"/>
              <a:gd name="connsiteY0" fmla="*/ 0 h 5149200"/>
              <a:gd name="connsiteX1" fmla="*/ 3622585 w 7194629"/>
              <a:gd name="connsiteY1" fmla="*/ 1670400 h 5149200"/>
              <a:gd name="connsiteX2" fmla="*/ 7194629 w 7194629"/>
              <a:gd name="connsiteY2" fmla="*/ 5149200 h 5149200"/>
              <a:gd name="connsiteX3" fmla="*/ 2313585 w 7194629"/>
              <a:gd name="connsiteY3" fmla="*/ 5130000 h 5149200"/>
              <a:gd name="connsiteX4" fmla="*/ 777600 w 7194629"/>
              <a:gd name="connsiteY4" fmla="*/ 3716880 h 5149200"/>
              <a:gd name="connsiteX5" fmla="*/ 0 w 7194629"/>
              <a:gd name="connsiteY5" fmla="*/ 0 h 5149200"/>
              <a:gd name="connsiteX0" fmla="*/ 1737600 w 6417029"/>
              <a:gd name="connsiteY0" fmla="*/ 79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737600 w 6417029"/>
              <a:gd name="connsiteY5" fmla="*/ 796800 h 3478800"/>
              <a:gd name="connsiteX0" fmla="*/ 1392000 w 6417029"/>
              <a:gd name="connsiteY0" fmla="*/ 1036800 h 3478800"/>
              <a:gd name="connsiteX1" fmla="*/ 2844985 w 6417029"/>
              <a:gd name="connsiteY1" fmla="*/ 0 h 3478800"/>
              <a:gd name="connsiteX2" fmla="*/ 6417029 w 6417029"/>
              <a:gd name="connsiteY2" fmla="*/ 3478800 h 3478800"/>
              <a:gd name="connsiteX3" fmla="*/ 1535985 w 6417029"/>
              <a:gd name="connsiteY3" fmla="*/ 3459600 h 3478800"/>
              <a:gd name="connsiteX4" fmla="*/ 0 w 6417029"/>
              <a:gd name="connsiteY4" fmla="*/ 2046480 h 3478800"/>
              <a:gd name="connsiteX5" fmla="*/ 1392000 w 6417029"/>
              <a:gd name="connsiteY5" fmla="*/ 1036800 h 3478800"/>
              <a:gd name="connsiteX0" fmla="*/ 1369520 w 6394549"/>
              <a:gd name="connsiteY0" fmla="*/ 1036800 h 3478800"/>
              <a:gd name="connsiteX1" fmla="*/ 2822505 w 6394549"/>
              <a:gd name="connsiteY1" fmla="*/ 0 h 3478800"/>
              <a:gd name="connsiteX2" fmla="*/ 6394549 w 6394549"/>
              <a:gd name="connsiteY2" fmla="*/ 3478800 h 3478800"/>
              <a:gd name="connsiteX3" fmla="*/ 1513505 w 6394549"/>
              <a:gd name="connsiteY3" fmla="*/ 3459600 h 3478800"/>
              <a:gd name="connsiteX4" fmla="*/ 0 w 6394549"/>
              <a:gd name="connsiteY4" fmla="*/ 2001521 h 3478800"/>
              <a:gd name="connsiteX5" fmla="*/ 1369520 w 6394549"/>
              <a:gd name="connsiteY5" fmla="*/ 1036800 h 3478800"/>
              <a:gd name="connsiteX0" fmla="*/ 1369520 w 6394549"/>
              <a:gd name="connsiteY0" fmla="*/ 1036800 h 3482080"/>
              <a:gd name="connsiteX1" fmla="*/ 2822505 w 6394549"/>
              <a:gd name="connsiteY1" fmla="*/ 0 h 3482080"/>
              <a:gd name="connsiteX2" fmla="*/ 6394549 w 6394549"/>
              <a:gd name="connsiteY2" fmla="*/ 3478800 h 3482080"/>
              <a:gd name="connsiteX3" fmla="*/ 1513506 w 6394549"/>
              <a:gd name="connsiteY3" fmla="*/ 3482080 h 3482080"/>
              <a:gd name="connsiteX4" fmla="*/ 0 w 6394549"/>
              <a:gd name="connsiteY4" fmla="*/ 2001521 h 3482080"/>
              <a:gd name="connsiteX5" fmla="*/ 1369520 w 6394549"/>
              <a:gd name="connsiteY5" fmla="*/ 1036800 h 3482080"/>
              <a:gd name="connsiteX0" fmla="*/ 1369520 w 5826494"/>
              <a:gd name="connsiteY0" fmla="*/ 1036800 h 3482080"/>
              <a:gd name="connsiteX1" fmla="*/ 2822505 w 5826494"/>
              <a:gd name="connsiteY1" fmla="*/ 0 h 3482080"/>
              <a:gd name="connsiteX2" fmla="*/ 5826494 w 5826494"/>
              <a:gd name="connsiteY2" fmla="*/ 2934088 h 3482080"/>
              <a:gd name="connsiteX3" fmla="*/ 1513506 w 5826494"/>
              <a:gd name="connsiteY3" fmla="*/ 3482080 h 3482080"/>
              <a:gd name="connsiteX4" fmla="*/ 0 w 5826494"/>
              <a:gd name="connsiteY4" fmla="*/ 2001521 h 3482080"/>
              <a:gd name="connsiteX5" fmla="*/ 1369520 w 5826494"/>
              <a:gd name="connsiteY5" fmla="*/ 1036800 h 348208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1427908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36800 h 2945150"/>
              <a:gd name="connsiteX1" fmla="*/ 2822505 w 5826494"/>
              <a:gd name="connsiteY1" fmla="*/ 0 h 2945150"/>
              <a:gd name="connsiteX2" fmla="*/ 5826494 w 5826494"/>
              <a:gd name="connsiteY2" fmla="*/ 2934088 h 2945150"/>
              <a:gd name="connsiteX3" fmla="*/ 961012 w 5826494"/>
              <a:gd name="connsiteY3" fmla="*/ 2945150 h 2945150"/>
              <a:gd name="connsiteX4" fmla="*/ 0 w 5826494"/>
              <a:gd name="connsiteY4" fmla="*/ 2001521 h 2945150"/>
              <a:gd name="connsiteX5" fmla="*/ 1369520 w 5826494"/>
              <a:gd name="connsiteY5" fmla="*/ 1036800 h 2945150"/>
              <a:gd name="connsiteX0" fmla="*/ 1369520 w 5826494"/>
              <a:gd name="connsiteY0" fmla="*/ 1044581 h 2952931"/>
              <a:gd name="connsiteX1" fmla="*/ 2814724 w 5826494"/>
              <a:gd name="connsiteY1" fmla="*/ 0 h 2952931"/>
              <a:gd name="connsiteX2" fmla="*/ 5826494 w 5826494"/>
              <a:gd name="connsiteY2" fmla="*/ 2941869 h 2952931"/>
              <a:gd name="connsiteX3" fmla="*/ 961012 w 5826494"/>
              <a:gd name="connsiteY3" fmla="*/ 2952931 h 2952931"/>
              <a:gd name="connsiteX4" fmla="*/ 0 w 5826494"/>
              <a:gd name="connsiteY4" fmla="*/ 2009302 h 2952931"/>
              <a:gd name="connsiteX5" fmla="*/ 1369520 w 5826494"/>
              <a:gd name="connsiteY5" fmla="*/ 1044581 h 2952931"/>
              <a:gd name="connsiteX0" fmla="*/ 1369520 w 5849839"/>
              <a:gd name="connsiteY0" fmla="*/ 1044581 h 2952931"/>
              <a:gd name="connsiteX1" fmla="*/ 2814724 w 5849839"/>
              <a:gd name="connsiteY1" fmla="*/ 0 h 2952931"/>
              <a:gd name="connsiteX2" fmla="*/ 5849839 w 5849839"/>
              <a:gd name="connsiteY2" fmla="*/ 2941870 h 2952931"/>
              <a:gd name="connsiteX3" fmla="*/ 961012 w 5849839"/>
              <a:gd name="connsiteY3" fmla="*/ 2952931 h 2952931"/>
              <a:gd name="connsiteX4" fmla="*/ 0 w 5849839"/>
              <a:gd name="connsiteY4" fmla="*/ 2009302 h 2952931"/>
              <a:gd name="connsiteX5" fmla="*/ 1369520 w 5849839"/>
              <a:gd name="connsiteY5" fmla="*/ 1044581 h 2952931"/>
              <a:gd name="connsiteX0" fmla="*/ 1369520 w 5849839"/>
              <a:gd name="connsiteY0" fmla="*/ 1008453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69520 w 5849839"/>
              <a:gd name="connsiteY5" fmla="*/ 1008453 h 2916803"/>
              <a:gd name="connsiteX0" fmla="*/ 1355069 w 5849839"/>
              <a:gd name="connsiteY0" fmla="*/ 1066259 h 2916803"/>
              <a:gd name="connsiteX1" fmla="*/ 2908659 w 5849839"/>
              <a:gd name="connsiteY1" fmla="*/ 0 h 2916803"/>
              <a:gd name="connsiteX2" fmla="*/ 5849839 w 5849839"/>
              <a:gd name="connsiteY2" fmla="*/ 2905742 h 2916803"/>
              <a:gd name="connsiteX3" fmla="*/ 961012 w 5849839"/>
              <a:gd name="connsiteY3" fmla="*/ 2916803 h 2916803"/>
              <a:gd name="connsiteX4" fmla="*/ 0 w 5849839"/>
              <a:gd name="connsiteY4" fmla="*/ 1973174 h 2916803"/>
              <a:gd name="connsiteX5" fmla="*/ 1355069 w 5849839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29819 h 2916803"/>
              <a:gd name="connsiteX5" fmla="*/ 1340618 w 5835388"/>
              <a:gd name="connsiteY5" fmla="*/ 1066259 h 2916803"/>
              <a:gd name="connsiteX0" fmla="*/ 1340618 w 5835388"/>
              <a:gd name="connsiteY0" fmla="*/ 1066259 h 2916803"/>
              <a:gd name="connsiteX1" fmla="*/ 2894208 w 5835388"/>
              <a:gd name="connsiteY1" fmla="*/ 0 h 2916803"/>
              <a:gd name="connsiteX2" fmla="*/ 5835388 w 5835388"/>
              <a:gd name="connsiteY2" fmla="*/ 2905742 h 2916803"/>
              <a:gd name="connsiteX3" fmla="*/ 946561 w 5835388"/>
              <a:gd name="connsiteY3" fmla="*/ 2916803 h 2916803"/>
              <a:gd name="connsiteX4" fmla="*/ 0 w 5835388"/>
              <a:gd name="connsiteY4" fmla="*/ 1958723 h 2916803"/>
              <a:gd name="connsiteX5" fmla="*/ 1340618 w 5835388"/>
              <a:gd name="connsiteY5" fmla="*/ 1066259 h 2916803"/>
              <a:gd name="connsiteX0" fmla="*/ 1340618 w 5777582"/>
              <a:gd name="connsiteY0" fmla="*/ 1066259 h 2916803"/>
              <a:gd name="connsiteX1" fmla="*/ 2894208 w 5777582"/>
              <a:gd name="connsiteY1" fmla="*/ 0 h 2916803"/>
              <a:gd name="connsiteX2" fmla="*/ 5777582 w 5777582"/>
              <a:gd name="connsiteY2" fmla="*/ 2905742 h 2916803"/>
              <a:gd name="connsiteX3" fmla="*/ 946561 w 5777582"/>
              <a:gd name="connsiteY3" fmla="*/ 2916803 h 2916803"/>
              <a:gd name="connsiteX4" fmla="*/ 0 w 5777582"/>
              <a:gd name="connsiteY4" fmla="*/ 1958723 h 2916803"/>
              <a:gd name="connsiteX5" fmla="*/ 1340618 w 5777582"/>
              <a:gd name="connsiteY5" fmla="*/ 1066259 h 2916803"/>
              <a:gd name="connsiteX0" fmla="*/ 1340618 w 5828162"/>
              <a:gd name="connsiteY0" fmla="*/ 1066259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5" fmla="*/ 1340618 w 5828162"/>
              <a:gd name="connsiteY5" fmla="*/ 1066259 h 2916803"/>
              <a:gd name="connsiteX0" fmla="*/ 0 w 5828162"/>
              <a:gd name="connsiteY0" fmla="*/ 1958723 h 2916803"/>
              <a:gd name="connsiteX1" fmla="*/ 2894208 w 5828162"/>
              <a:gd name="connsiteY1" fmla="*/ 0 h 2916803"/>
              <a:gd name="connsiteX2" fmla="*/ 5828162 w 5828162"/>
              <a:gd name="connsiteY2" fmla="*/ 2912968 h 2916803"/>
              <a:gd name="connsiteX3" fmla="*/ 946561 w 5828162"/>
              <a:gd name="connsiteY3" fmla="*/ 2916803 h 2916803"/>
              <a:gd name="connsiteX4" fmla="*/ 0 w 5828162"/>
              <a:gd name="connsiteY4" fmla="*/ 1958723 h 2916803"/>
              <a:gd name="connsiteX0" fmla="*/ 0 w 5828162"/>
              <a:gd name="connsiteY0" fmla="*/ 1938491 h 2896571"/>
              <a:gd name="connsiteX1" fmla="*/ 2904324 w 5828162"/>
              <a:gd name="connsiteY1" fmla="*/ 0 h 2896571"/>
              <a:gd name="connsiteX2" fmla="*/ 5828162 w 5828162"/>
              <a:gd name="connsiteY2" fmla="*/ 2892736 h 2896571"/>
              <a:gd name="connsiteX3" fmla="*/ 946561 w 5828162"/>
              <a:gd name="connsiteY3" fmla="*/ 2896571 h 2896571"/>
              <a:gd name="connsiteX4" fmla="*/ 0 w 5828162"/>
              <a:gd name="connsiteY4" fmla="*/ 1938491 h 2896571"/>
              <a:gd name="connsiteX0" fmla="*/ 0 w 5797814"/>
              <a:gd name="connsiteY0" fmla="*/ 1948607 h 2896571"/>
              <a:gd name="connsiteX1" fmla="*/ 2873976 w 5797814"/>
              <a:gd name="connsiteY1" fmla="*/ 0 h 2896571"/>
              <a:gd name="connsiteX2" fmla="*/ 5797814 w 5797814"/>
              <a:gd name="connsiteY2" fmla="*/ 2892736 h 2896571"/>
              <a:gd name="connsiteX3" fmla="*/ 916213 w 5797814"/>
              <a:gd name="connsiteY3" fmla="*/ 2896571 h 2896571"/>
              <a:gd name="connsiteX4" fmla="*/ 0 w 5797814"/>
              <a:gd name="connsiteY4" fmla="*/ 1948607 h 2896571"/>
              <a:gd name="connsiteX0" fmla="*/ 0 w 5797814"/>
              <a:gd name="connsiteY0" fmla="*/ 1948607 h 2937035"/>
              <a:gd name="connsiteX1" fmla="*/ 2873976 w 5797814"/>
              <a:gd name="connsiteY1" fmla="*/ 0 h 2937035"/>
              <a:gd name="connsiteX2" fmla="*/ 5797814 w 5797814"/>
              <a:gd name="connsiteY2" fmla="*/ 2892736 h 2937035"/>
              <a:gd name="connsiteX3" fmla="*/ 936446 w 5797814"/>
              <a:gd name="connsiteY3" fmla="*/ 2937035 h 2937035"/>
              <a:gd name="connsiteX4" fmla="*/ 0 w 5797814"/>
              <a:gd name="connsiteY4" fmla="*/ 1948607 h 2937035"/>
              <a:gd name="connsiteX0" fmla="*/ 0 w 5797814"/>
              <a:gd name="connsiteY0" fmla="*/ 1908143 h 2896571"/>
              <a:gd name="connsiteX1" fmla="*/ 2681771 w 5797814"/>
              <a:gd name="connsiteY1" fmla="*/ 0 h 2896571"/>
              <a:gd name="connsiteX2" fmla="*/ 5797814 w 5797814"/>
              <a:gd name="connsiteY2" fmla="*/ 2852272 h 2896571"/>
              <a:gd name="connsiteX3" fmla="*/ 936446 w 5797814"/>
              <a:gd name="connsiteY3" fmla="*/ 2896571 h 2896571"/>
              <a:gd name="connsiteX4" fmla="*/ 0 w 5797814"/>
              <a:gd name="connsiteY4" fmla="*/ 1908143 h 2896571"/>
              <a:gd name="connsiteX0" fmla="*/ 0 w 5605609"/>
              <a:gd name="connsiteY0" fmla="*/ 1908143 h 2896571"/>
              <a:gd name="connsiteX1" fmla="*/ 2681771 w 5605609"/>
              <a:gd name="connsiteY1" fmla="*/ 0 h 2896571"/>
              <a:gd name="connsiteX2" fmla="*/ 5605609 w 5605609"/>
              <a:gd name="connsiteY2" fmla="*/ 2791576 h 2896571"/>
              <a:gd name="connsiteX3" fmla="*/ 936446 w 5605609"/>
              <a:gd name="connsiteY3" fmla="*/ 2896571 h 2896571"/>
              <a:gd name="connsiteX4" fmla="*/ 0 w 5605609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21925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676421"/>
              <a:gd name="connsiteY0" fmla="*/ 1908143 h 2896571"/>
              <a:gd name="connsiteX1" fmla="*/ 2681771 w 5676421"/>
              <a:gd name="connsiteY1" fmla="*/ 0 h 2896571"/>
              <a:gd name="connsiteX2" fmla="*/ 5676421 w 5676421"/>
              <a:gd name="connsiteY2" fmla="*/ 2842157 h 2896571"/>
              <a:gd name="connsiteX3" fmla="*/ 936446 w 5676421"/>
              <a:gd name="connsiteY3" fmla="*/ 2896571 h 2896571"/>
              <a:gd name="connsiteX4" fmla="*/ 0 w 567642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42157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27001"/>
              <a:gd name="connsiteY0" fmla="*/ 1908143 h 2896571"/>
              <a:gd name="connsiteX1" fmla="*/ 2681771 w 5727001"/>
              <a:gd name="connsiteY1" fmla="*/ 0 h 2896571"/>
              <a:gd name="connsiteX2" fmla="*/ 5727001 w 5727001"/>
              <a:gd name="connsiteY2" fmla="*/ 2872505 h 2896571"/>
              <a:gd name="connsiteX3" fmla="*/ 936446 w 5727001"/>
              <a:gd name="connsiteY3" fmla="*/ 2896571 h 2896571"/>
              <a:gd name="connsiteX4" fmla="*/ 0 w 5727001"/>
              <a:gd name="connsiteY4" fmla="*/ 1908143 h 2896571"/>
              <a:gd name="connsiteX0" fmla="*/ 0 w 5716885"/>
              <a:gd name="connsiteY0" fmla="*/ 1908143 h 2896571"/>
              <a:gd name="connsiteX1" fmla="*/ 2681771 w 5716885"/>
              <a:gd name="connsiteY1" fmla="*/ 0 h 2896571"/>
              <a:gd name="connsiteX2" fmla="*/ 5716885 w 5716885"/>
              <a:gd name="connsiteY2" fmla="*/ 2852273 h 2896571"/>
              <a:gd name="connsiteX3" fmla="*/ 936446 w 5716885"/>
              <a:gd name="connsiteY3" fmla="*/ 2896571 h 2896571"/>
              <a:gd name="connsiteX4" fmla="*/ 0 w 5716885"/>
              <a:gd name="connsiteY4" fmla="*/ 1908143 h 2896571"/>
              <a:gd name="connsiteX0" fmla="*/ 0 w 5716885"/>
              <a:gd name="connsiteY0" fmla="*/ 1867679 h 2856107"/>
              <a:gd name="connsiteX1" fmla="*/ 2661539 w 5716885"/>
              <a:gd name="connsiteY1" fmla="*/ 0 h 2856107"/>
              <a:gd name="connsiteX2" fmla="*/ 5716885 w 5716885"/>
              <a:gd name="connsiteY2" fmla="*/ 2811809 h 2856107"/>
              <a:gd name="connsiteX3" fmla="*/ 936446 w 5716885"/>
              <a:gd name="connsiteY3" fmla="*/ 2856107 h 2856107"/>
              <a:gd name="connsiteX4" fmla="*/ 0 w 5716885"/>
              <a:gd name="connsiteY4" fmla="*/ 1867679 h 2856107"/>
              <a:gd name="connsiteX0" fmla="*/ 0 w 5716885"/>
              <a:gd name="connsiteY0" fmla="*/ 1898027 h 2886455"/>
              <a:gd name="connsiteX1" fmla="*/ 2681771 w 5716885"/>
              <a:gd name="connsiteY1" fmla="*/ 0 h 2886455"/>
              <a:gd name="connsiteX2" fmla="*/ 5716885 w 5716885"/>
              <a:gd name="connsiteY2" fmla="*/ 2842157 h 2886455"/>
              <a:gd name="connsiteX3" fmla="*/ 936446 w 5716885"/>
              <a:gd name="connsiteY3" fmla="*/ 2886455 h 2886455"/>
              <a:gd name="connsiteX4" fmla="*/ 0 w 5716885"/>
              <a:gd name="connsiteY4" fmla="*/ 1898027 h 2886455"/>
              <a:gd name="connsiteX0" fmla="*/ 0 w 5686537"/>
              <a:gd name="connsiteY0" fmla="*/ 1948607 h 2886455"/>
              <a:gd name="connsiteX1" fmla="*/ 2651423 w 5686537"/>
              <a:gd name="connsiteY1" fmla="*/ 0 h 2886455"/>
              <a:gd name="connsiteX2" fmla="*/ 5686537 w 5686537"/>
              <a:gd name="connsiteY2" fmla="*/ 2842157 h 2886455"/>
              <a:gd name="connsiteX3" fmla="*/ 906098 w 5686537"/>
              <a:gd name="connsiteY3" fmla="*/ 2886455 h 2886455"/>
              <a:gd name="connsiteX4" fmla="*/ 0 w 5686537"/>
              <a:gd name="connsiteY4" fmla="*/ 1948607 h 2886455"/>
              <a:gd name="connsiteX0" fmla="*/ 0 w 5565144"/>
              <a:gd name="connsiteY0" fmla="*/ 2059884 h 2886455"/>
              <a:gd name="connsiteX1" fmla="*/ 2530030 w 5565144"/>
              <a:gd name="connsiteY1" fmla="*/ 0 h 2886455"/>
              <a:gd name="connsiteX2" fmla="*/ 5565144 w 5565144"/>
              <a:gd name="connsiteY2" fmla="*/ 2842157 h 2886455"/>
              <a:gd name="connsiteX3" fmla="*/ 784705 w 5565144"/>
              <a:gd name="connsiteY3" fmla="*/ 2886455 h 2886455"/>
              <a:gd name="connsiteX4" fmla="*/ 0 w 5565144"/>
              <a:gd name="connsiteY4" fmla="*/ 2059884 h 2886455"/>
              <a:gd name="connsiteX0" fmla="*/ 0 w 5585376"/>
              <a:gd name="connsiteY0" fmla="*/ 2059884 h 2886455"/>
              <a:gd name="connsiteX1" fmla="*/ 2530030 w 5585376"/>
              <a:gd name="connsiteY1" fmla="*/ 0 h 2886455"/>
              <a:gd name="connsiteX2" fmla="*/ 5585376 w 5585376"/>
              <a:gd name="connsiteY2" fmla="*/ 2862389 h 2886455"/>
              <a:gd name="connsiteX3" fmla="*/ 784705 w 5585376"/>
              <a:gd name="connsiteY3" fmla="*/ 2886455 h 2886455"/>
              <a:gd name="connsiteX4" fmla="*/ 0 w 5585376"/>
              <a:gd name="connsiteY4" fmla="*/ 2059884 h 2886455"/>
              <a:gd name="connsiteX0" fmla="*/ 0 w 5635956"/>
              <a:gd name="connsiteY0" fmla="*/ 2059884 h 2886455"/>
              <a:gd name="connsiteX1" fmla="*/ 2530030 w 5635956"/>
              <a:gd name="connsiteY1" fmla="*/ 0 h 2886455"/>
              <a:gd name="connsiteX2" fmla="*/ 5635956 w 5635956"/>
              <a:gd name="connsiteY2" fmla="*/ 2872505 h 2886455"/>
              <a:gd name="connsiteX3" fmla="*/ 784705 w 5635956"/>
              <a:gd name="connsiteY3" fmla="*/ 2886455 h 2886455"/>
              <a:gd name="connsiteX4" fmla="*/ 0 w 5635956"/>
              <a:gd name="connsiteY4" fmla="*/ 2059884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2407"/>
              <a:gd name="connsiteY0" fmla="*/ 1899713 h 2886455"/>
              <a:gd name="connsiteX1" fmla="*/ 2656481 w 5762407"/>
              <a:gd name="connsiteY1" fmla="*/ 0 h 2886455"/>
              <a:gd name="connsiteX2" fmla="*/ 5762407 w 5762407"/>
              <a:gd name="connsiteY2" fmla="*/ 2872505 h 2886455"/>
              <a:gd name="connsiteX3" fmla="*/ 911156 w 5762407"/>
              <a:gd name="connsiteY3" fmla="*/ 2886455 h 2886455"/>
              <a:gd name="connsiteX4" fmla="*/ 0 w 5762407"/>
              <a:gd name="connsiteY4" fmla="*/ 1899713 h 2886455"/>
              <a:gd name="connsiteX0" fmla="*/ 0 w 5769151"/>
              <a:gd name="connsiteY0" fmla="*/ 1919945 h 2886455"/>
              <a:gd name="connsiteX1" fmla="*/ 2663225 w 5769151"/>
              <a:gd name="connsiteY1" fmla="*/ 0 h 2886455"/>
              <a:gd name="connsiteX2" fmla="*/ 5769151 w 5769151"/>
              <a:gd name="connsiteY2" fmla="*/ 2872505 h 2886455"/>
              <a:gd name="connsiteX3" fmla="*/ 917900 w 5769151"/>
              <a:gd name="connsiteY3" fmla="*/ 2886455 h 2886455"/>
              <a:gd name="connsiteX4" fmla="*/ 0 w 5769151"/>
              <a:gd name="connsiteY4" fmla="*/ 1919945 h 2886455"/>
              <a:gd name="connsiteX0" fmla="*/ 0 w 5769151"/>
              <a:gd name="connsiteY0" fmla="*/ 1899713 h 2866223"/>
              <a:gd name="connsiteX1" fmla="*/ 2656482 w 5769151"/>
              <a:gd name="connsiteY1" fmla="*/ 0 h 2866223"/>
              <a:gd name="connsiteX2" fmla="*/ 5769151 w 5769151"/>
              <a:gd name="connsiteY2" fmla="*/ 2852273 h 2866223"/>
              <a:gd name="connsiteX3" fmla="*/ 917900 w 5769151"/>
              <a:gd name="connsiteY3" fmla="*/ 2866223 h 2866223"/>
              <a:gd name="connsiteX4" fmla="*/ 0 w 5769151"/>
              <a:gd name="connsiteY4" fmla="*/ 1899713 h 2866223"/>
              <a:gd name="connsiteX0" fmla="*/ 0 w 5769151"/>
              <a:gd name="connsiteY0" fmla="*/ 1899713 h 2872967"/>
              <a:gd name="connsiteX1" fmla="*/ 2656482 w 5769151"/>
              <a:gd name="connsiteY1" fmla="*/ 0 h 2872967"/>
              <a:gd name="connsiteX2" fmla="*/ 5769151 w 5769151"/>
              <a:gd name="connsiteY2" fmla="*/ 2852273 h 2872967"/>
              <a:gd name="connsiteX3" fmla="*/ 911157 w 5769151"/>
              <a:gd name="connsiteY3" fmla="*/ 2872967 h 2872967"/>
              <a:gd name="connsiteX4" fmla="*/ 0 w 5769151"/>
              <a:gd name="connsiteY4" fmla="*/ 1899713 h 2872967"/>
              <a:gd name="connsiteX0" fmla="*/ 0 w 5769151"/>
              <a:gd name="connsiteY0" fmla="*/ 1899713 h 2879711"/>
              <a:gd name="connsiteX1" fmla="*/ 2656482 w 5769151"/>
              <a:gd name="connsiteY1" fmla="*/ 0 h 2879711"/>
              <a:gd name="connsiteX2" fmla="*/ 5769151 w 5769151"/>
              <a:gd name="connsiteY2" fmla="*/ 2852273 h 2879711"/>
              <a:gd name="connsiteX3" fmla="*/ 911157 w 5769151"/>
              <a:gd name="connsiteY3" fmla="*/ 2879711 h 2879711"/>
              <a:gd name="connsiteX4" fmla="*/ 0 w 5769151"/>
              <a:gd name="connsiteY4" fmla="*/ 1899713 h 2879711"/>
              <a:gd name="connsiteX0" fmla="*/ 0 w 5769151"/>
              <a:gd name="connsiteY0" fmla="*/ 1988229 h 2968227"/>
              <a:gd name="connsiteX1" fmla="*/ 2669127 w 5769151"/>
              <a:gd name="connsiteY1" fmla="*/ 0 h 2968227"/>
              <a:gd name="connsiteX2" fmla="*/ 5769151 w 5769151"/>
              <a:gd name="connsiteY2" fmla="*/ 2940789 h 2968227"/>
              <a:gd name="connsiteX3" fmla="*/ 911157 w 5769151"/>
              <a:gd name="connsiteY3" fmla="*/ 2968227 h 2968227"/>
              <a:gd name="connsiteX4" fmla="*/ 0 w 5769151"/>
              <a:gd name="connsiteY4" fmla="*/ 1988229 h 2968227"/>
              <a:gd name="connsiteX0" fmla="*/ 0 w 5769151"/>
              <a:gd name="connsiteY0" fmla="*/ 196293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1962939 h 2942937"/>
              <a:gd name="connsiteX0" fmla="*/ 0 w 5769151"/>
              <a:gd name="connsiteY0" fmla="*/ 2013519 h 2942937"/>
              <a:gd name="connsiteX1" fmla="*/ 2694417 w 5769151"/>
              <a:gd name="connsiteY1" fmla="*/ 0 h 2942937"/>
              <a:gd name="connsiteX2" fmla="*/ 5769151 w 5769151"/>
              <a:gd name="connsiteY2" fmla="*/ 2915499 h 2942937"/>
              <a:gd name="connsiteX3" fmla="*/ 911157 w 5769151"/>
              <a:gd name="connsiteY3" fmla="*/ 2942937 h 2942937"/>
              <a:gd name="connsiteX4" fmla="*/ 0 w 5769151"/>
              <a:gd name="connsiteY4" fmla="*/ 2013519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645611 w 5503605"/>
              <a:gd name="connsiteY3" fmla="*/ 2942937 h 2942937"/>
              <a:gd name="connsiteX4" fmla="*/ 0 w 5503605"/>
              <a:gd name="connsiteY4" fmla="*/ 2317001 h 2942937"/>
              <a:gd name="connsiteX0" fmla="*/ 0 w 5503605"/>
              <a:gd name="connsiteY0" fmla="*/ 2317001 h 2942937"/>
              <a:gd name="connsiteX1" fmla="*/ 2428871 w 5503605"/>
              <a:gd name="connsiteY1" fmla="*/ 0 h 2942937"/>
              <a:gd name="connsiteX2" fmla="*/ 5503605 w 5503605"/>
              <a:gd name="connsiteY2" fmla="*/ 2915499 h 2942937"/>
              <a:gd name="connsiteX3" fmla="*/ 860578 w 5503605"/>
              <a:gd name="connsiteY3" fmla="*/ 2942937 h 2942937"/>
              <a:gd name="connsiteX4" fmla="*/ 0 w 5503605"/>
              <a:gd name="connsiteY4" fmla="*/ 2317001 h 2942937"/>
              <a:gd name="connsiteX0" fmla="*/ 0 w 5364509"/>
              <a:gd name="connsiteY0" fmla="*/ 2215840 h 2942937"/>
              <a:gd name="connsiteX1" fmla="*/ 2289775 w 5364509"/>
              <a:gd name="connsiteY1" fmla="*/ 0 h 2942937"/>
              <a:gd name="connsiteX2" fmla="*/ 5364509 w 5364509"/>
              <a:gd name="connsiteY2" fmla="*/ 2915499 h 2942937"/>
              <a:gd name="connsiteX3" fmla="*/ 721482 w 5364509"/>
              <a:gd name="connsiteY3" fmla="*/ 2942937 h 2942937"/>
              <a:gd name="connsiteX4" fmla="*/ 0 w 5364509"/>
              <a:gd name="connsiteY4" fmla="*/ 2215840 h 2942937"/>
              <a:gd name="connsiteX0" fmla="*/ 0 w 5364509"/>
              <a:gd name="connsiteY0" fmla="*/ 2215840 h 2915499"/>
              <a:gd name="connsiteX1" fmla="*/ 2289775 w 5364509"/>
              <a:gd name="connsiteY1" fmla="*/ 0 h 2915499"/>
              <a:gd name="connsiteX2" fmla="*/ 5364509 w 5364509"/>
              <a:gd name="connsiteY2" fmla="*/ 2915499 h 2915499"/>
              <a:gd name="connsiteX3" fmla="*/ 0 w 5364509"/>
              <a:gd name="connsiteY3" fmla="*/ 2215840 h 2915499"/>
              <a:gd name="connsiteX0" fmla="*/ 0 w 5327774"/>
              <a:gd name="connsiteY0" fmla="*/ 2348085 h 2915499"/>
              <a:gd name="connsiteX1" fmla="*/ 2253040 w 5327774"/>
              <a:gd name="connsiteY1" fmla="*/ 0 h 2915499"/>
              <a:gd name="connsiteX2" fmla="*/ 5327774 w 5327774"/>
              <a:gd name="connsiteY2" fmla="*/ 2915499 h 2915499"/>
              <a:gd name="connsiteX3" fmla="*/ 0 w 5327774"/>
              <a:gd name="connsiteY3" fmla="*/ 2348085 h 2915499"/>
              <a:gd name="connsiteX0" fmla="*/ 0 w 4695932"/>
              <a:gd name="connsiteY0" fmla="*/ 2348085 h 2348085"/>
              <a:gd name="connsiteX1" fmla="*/ 2253040 w 4695932"/>
              <a:gd name="connsiteY1" fmla="*/ 0 h 2348085"/>
              <a:gd name="connsiteX2" fmla="*/ 4695932 w 4695932"/>
              <a:gd name="connsiteY2" fmla="*/ 2320392 h 2348085"/>
              <a:gd name="connsiteX3" fmla="*/ 0 w 4695932"/>
              <a:gd name="connsiteY3" fmla="*/ 2348085 h 2348085"/>
              <a:gd name="connsiteX0" fmla="*/ 0 w 4695932"/>
              <a:gd name="connsiteY0" fmla="*/ 2460076 h 2460076"/>
              <a:gd name="connsiteX1" fmla="*/ 2358807 w 4695932"/>
              <a:gd name="connsiteY1" fmla="*/ 0 h 2460076"/>
              <a:gd name="connsiteX2" fmla="*/ 4695932 w 4695932"/>
              <a:gd name="connsiteY2" fmla="*/ 2432383 h 2460076"/>
              <a:gd name="connsiteX3" fmla="*/ 0 w 4695932"/>
              <a:gd name="connsiteY3" fmla="*/ 2460076 h 2460076"/>
              <a:gd name="connsiteX0" fmla="*/ 0 w 4695932"/>
              <a:gd name="connsiteY0" fmla="*/ 2377949 h 2377949"/>
              <a:gd name="connsiteX1" fmla="*/ 2288296 w 4695932"/>
              <a:gd name="connsiteY1" fmla="*/ 0 h 2377949"/>
              <a:gd name="connsiteX2" fmla="*/ 4695932 w 4695932"/>
              <a:gd name="connsiteY2" fmla="*/ 2350256 h 2377949"/>
              <a:gd name="connsiteX3" fmla="*/ 0 w 4695932"/>
              <a:gd name="connsiteY3" fmla="*/ 2377949 h 2377949"/>
              <a:gd name="connsiteX0" fmla="*/ 0 w 4646574"/>
              <a:gd name="connsiteY0" fmla="*/ 2377949 h 2377949"/>
              <a:gd name="connsiteX1" fmla="*/ 2288296 w 4646574"/>
              <a:gd name="connsiteY1" fmla="*/ 0 h 2377949"/>
              <a:gd name="connsiteX2" fmla="*/ 4646574 w 4646574"/>
              <a:gd name="connsiteY2" fmla="*/ 2350256 h 2377949"/>
              <a:gd name="connsiteX3" fmla="*/ 0 w 4646574"/>
              <a:gd name="connsiteY3" fmla="*/ 2377949 h 2377949"/>
              <a:gd name="connsiteX0" fmla="*/ 0 w 5491143"/>
              <a:gd name="connsiteY0" fmla="*/ 2423575 h 2423575"/>
              <a:gd name="connsiteX1" fmla="*/ 3132865 w 5491143"/>
              <a:gd name="connsiteY1" fmla="*/ 0 h 2423575"/>
              <a:gd name="connsiteX2" fmla="*/ 5491143 w 5491143"/>
              <a:gd name="connsiteY2" fmla="*/ 2350256 h 2423575"/>
              <a:gd name="connsiteX3" fmla="*/ 0 w 5491143"/>
              <a:gd name="connsiteY3" fmla="*/ 2423575 h 2423575"/>
              <a:gd name="connsiteX0" fmla="*/ 0 w 5439435"/>
              <a:gd name="connsiteY0" fmla="*/ 2423575 h 2423575"/>
              <a:gd name="connsiteX1" fmla="*/ 3132865 w 5439435"/>
              <a:gd name="connsiteY1" fmla="*/ 0 h 2423575"/>
              <a:gd name="connsiteX2" fmla="*/ 5439435 w 5439435"/>
              <a:gd name="connsiteY2" fmla="*/ 2359381 h 2423575"/>
              <a:gd name="connsiteX3" fmla="*/ 0 w 5439435"/>
              <a:gd name="connsiteY3" fmla="*/ 2423575 h 2423575"/>
              <a:gd name="connsiteX0" fmla="*/ 0 w 5482525"/>
              <a:gd name="connsiteY0" fmla="*/ 2423575 h 2423575"/>
              <a:gd name="connsiteX1" fmla="*/ 3132865 w 5482525"/>
              <a:gd name="connsiteY1" fmla="*/ 0 h 2423575"/>
              <a:gd name="connsiteX2" fmla="*/ 5482525 w 5482525"/>
              <a:gd name="connsiteY2" fmla="*/ 2414133 h 2423575"/>
              <a:gd name="connsiteX3" fmla="*/ 0 w 5482525"/>
              <a:gd name="connsiteY3" fmla="*/ 2423575 h 2423575"/>
              <a:gd name="connsiteX0" fmla="*/ 0 w 5491143"/>
              <a:gd name="connsiteY0" fmla="*/ 2405325 h 2414133"/>
              <a:gd name="connsiteX1" fmla="*/ 3141483 w 5491143"/>
              <a:gd name="connsiteY1" fmla="*/ 0 h 2414133"/>
              <a:gd name="connsiteX2" fmla="*/ 5491143 w 5491143"/>
              <a:gd name="connsiteY2" fmla="*/ 2414133 h 2414133"/>
              <a:gd name="connsiteX3" fmla="*/ 0 w 5491143"/>
              <a:gd name="connsiteY3" fmla="*/ 2405325 h 2414133"/>
              <a:gd name="connsiteX0" fmla="*/ 0 w 5516997"/>
              <a:gd name="connsiteY0" fmla="*/ 2405325 h 2405325"/>
              <a:gd name="connsiteX1" fmla="*/ 3141483 w 5516997"/>
              <a:gd name="connsiteY1" fmla="*/ 0 h 2405325"/>
              <a:gd name="connsiteX2" fmla="*/ 5516997 w 5516997"/>
              <a:gd name="connsiteY2" fmla="*/ 2395882 h 2405325"/>
              <a:gd name="connsiteX3" fmla="*/ 0 w 5516997"/>
              <a:gd name="connsiteY3" fmla="*/ 2405325 h 2405325"/>
              <a:gd name="connsiteX0" fmla="*/ 0 w 5524753"/>
              <a:gd name="connsiteY0" fmla="*/ 2413538 h 2413538"/>
              <a:gd name="connsiteX1" fmla="*/ 3149239 w 5524753"/>
              <a:gd name="connsiteY1" fmla="*/ 0 h 2413538"/>
              <a:gd name="connsiteX2" fmla="*/ 5524753 w 5524753"/>
              <a:gd name="connsiteY2" fmla="*/ 2395882 h 2413538"/>
              <a:gd name="connsiteX3" fmla="*/ 0 w 5524753"/>
              <a:gd name="connsiteY3" fmla="*/ 2413538 h 2413538"/>
              <a:gd name="connsiteX0" fmla="*/ 0 w 5435258"/>
              <a:gd name="connsiteY0" fmla="*/ 2413538 h 2413538"/>
              <a:gd name="connsiteX1" fmla="*/ 3149239 w 5435258"/>
              <a:gd name="connsiteY1" fmla="*/ 0 h 2413538"/>
              <a:gd name="connsiteX2" fmla="*/ 5435258 w 5435258"/>
              <a:gd name="connsiteY2" fmla="*/ 2370611 h 2413538"/>
              <a:gd name="connsiteX3" fmla="*/ 0 w 5435258"/>
              <a:gd name="connsiteY3" fmla="*/ 2413538 h 2413538"/>
              <a:gd name="connsiteX0" fmla="*/ 0 w 5314114"/>
              <a:gd name="connsiteY0" fmla="*/ 2413538 h 2413538"/>
              <a:gd name="connsiteX1" fmla="*/ 3149239 w 5314114"/>
              <a:gd name="connsiteY1" fmla="*/ 0 h 2413538"/>
              <a:gd name="connsiteX2" fmla="*/ 5314114 w 5314114"/>
              <a:gd name="connsiteY2" fmla="*/ 2257604 h 2413538"/>
              <a:gd name="connsiteX3" fmla="*/ 0 w 5314114"/>
              <a:gd name="connsiteY3" fmla="*/ 2413538 h 2413538"/>
              <a:gd name="connsiteX0" fmla="*/ 0 w 5206430"/>
              <a:gd name="connsiteY0" fmla="*/ 2277929 h 2277929"/>
              <a:gd name="connsiteX1" fmla="*/ 3041555 w 5206430"/>
              <a:gd name="connsiteY1" fmla="*/ 0 h 2277929"/>
              <a:gd name="connsiteX2" fmla="*/ 5206430 w 5206430"/>
              <a:gd name="connsiteY2" fmla="*/ 2257604 h 2277929"/>
              <a:gd name="connsiteX3" fmla="*/ 0 w 5206430"/>
              <a:gd name="connsiteY3" fmla="*/ 2277929 h 2277929"/>
              <a:gd name="connsiteX0" fmla="*/ 0 w 5219891"/>
              <a:gd name="connsiteY0" fmla="*/ 2277929 h 2277929"/>
              <a:gd name="connsiteX1" fmla="*/ 3041555 w 5219891"/>
              <a:gd name="connsiteY1" fmla="*/ 0 h 2277929"/>
              <a:gd name="connsiteX2" fmla="*/ 5219891 w 5219891"/>
              <a:gd name="connsiteY2" fmla="*/ 2257604 h 2277929"/>
              <a:gd name="connsiteX3" fmla="*/ 0 w 5219891"/>
              <a:gd name="connsiteY3" fmla="*/ 2277929 h 2277929"/>
              <a:gd name="connsiteX0" fmla="*/ 0 w 5246811"/>
              <a:gd name="connsiteY0" fmla="*/ 2277929 h 2277929"/>
              <a:gd name="connsiteX1" fmla="*/ 3041555 w 5246811"/>
              <a:gd name="connsiteY1" fmla="*/ 0 h 2277929"/>
              <a:gd name="connsiteX2" fmla="*/ 5246811 w 5246811"/>
              <a:gd name="connsiteY2" fmla="*/ 2257604 h 2277929"/>
              <a:gd name="connsiteX3" fmla="*/ 0 w 5246811"/>
              <a:gd name="connsiteY3" fmla="*/ 2277929 h 2277929"/>
              <a:gd name="connsiteX0" fmla="*/ 0 w 5246811"/>
              <a:gd name="connsiteY0" fmla="*/ 2284743 h 2284743"/>
              <a:gd name="connsiteX1" fmla="*/ 3041555 w 5246811"/>
              <a:gd name="connsiteY1" fmla="*/ 0 h 2284743"/>
              <a:gd name="connsiteX2" fmla="*/ 5246811 w 5246811"/>
              <a:gd name="connsiteY2" fmla="*/ 2264418 h 2284743"/>
              <a:gd name="connsiteX3" fmla="*/ 0 w 5246811"/>
              <a:gd name="connsiteY3" fmla="*/ 2284743 h 2284743"/>
              <a:gd name="connsiteX0" fmla="*/ 0 w 5222463"/>
              <a:gd name="connsiteY0" fmla="*/ 2298370 h 2298370"/>
              <a:gd name="connsiteX1" fmla="*/ 3017207 w 5222463"/>
              <a:gd name="connsiteY1" fmla="*/ 0 h 2298370"/>
              <a:gd name="connsiteX2" fmla="*/ 5222463 w 5222463"/>
              <a:gd name="connsiteY2" fmla="*/ 2264418 h 2298370"/>
              <a:gd name="connsiteX3" fmla="*/ 0 w 5222463"/>
              <a:gd name="connsiteY3" fmla="*/ 2298370 h 2298370"/>
              <a:gd name="connsiteX0" fmla="*/ 0 w 5198115"/>
              <a:gd name="connsiteY0" fmla="*/ 2298370 h 2298370"/>
              <a:gd name="connsiteX1" fmla="*/ 3017207 w 5198115"/>
              <a:gd name="connsiteY1" fmla="*/ 0 h 2298370"/>
              <a:gd name="connsiteX2" fmla="*/ 5198115 w 5198115"/>
              <a:gd name="connsiteY2" fmla="*/ 2271232 h 2298370"/>
              <a:gd name="connsiteX3" fmla="*/ 0 w 5198115"/>
              <a:gd name="connsiteY3" fmla="*/ 2298370 h 2298370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66084 h 2293222"/>
              <a:gd name="connsiteX3" fmla="*/ 0 w 5198115"/>
              <a:gd name="connsiteY3" fmla="*/ 2293222 h 2293222"/>
              <a:gd name="connsiteX0" fmla="*/ 0 w 5198115"/>
              <a:gd name="connsiteY0" fmla="*/ 2293222 h 2293222"/>
              <a:gd name="connsiteX1" fmla="*/ 2998811 w 5198115"/>
              <a:gd name="connsiteY1" fmla="*/ 0 h 2293222"/>
              <a:gd name="connsiteX2" fmla="*/ 5198115 w 5198115"/>
              <a:gd name="connsiteY2" fmla="*/ 2255788 h 2293222"/>
              <a:gd name="connsiteX3" fmla="*/ 0 w 5198115"/>
              <a:gd name="connsiteY3" fmla="*/ 2293222 h 2293222"/>
              <a:gd name="connsiteX0" fmla="*/ 0 w 5179719"/>
              <a:gd name="connsiteY0" fmla="*/ 2293222 h 2293222"/>
              <a:gd name="connsiteX1" fmla="*/ 2998811 w 5179719"/>
              <a:gd name="connsiteY1" fmla="*/ 0 h 2293222"/>
              <a:gd name="connsiteX2" fmla="*/ 5179719 w 5179719"/>
              <a:gd name="connsiteY2" fmla="*/ 2255788 h 2293222"/>
              <a:gd name="connsiteX3" fmla="*/ 0 w 5179719"/>
              <a:gd name="connsiteY3" fmla="*/ 2293222 h 2293222"/>
              <a:gd name="connsiteX0" fmla="*/ 0 w 5210379"/>
              <a:gd name="connsiteY0" fmla="*/ 2293222 h 2293222"/>
              <a:gd name="connsiteX1" fmla="*/ 2998811 w 5210379"/>
              <a:gd name="connsiteY1" fmla="*/ 0 h 2293222"/>
              <a:gd name="connsiteX2" fmla="*/ 5210379 w 5210379"/>
              <a:gd name="connsiteY2" fmla="*/ 2255788 h 2293222"/>
              <a:gd name="connsiteX3" fmla="*/ 0 w 5210379"/>
              <a:gd name="connsiteY3" fmla="*/ 2293222 h 2293222"/>
              <a:gd name="connsiteX0" fmla="*/ 0 w 5165070"/>
              <a:gd name="connsiteY0" fmla="*/ 2254611 h 2255788"/>
              <a:gd name="connsiteX1" fmla="*/ 2953502 w 5165070"/>
              <a:gd name="connsiteY1" fmla="*/ 0 h 2255788"/>
              <a:gd name="connsiteX2" fmla="*/ 5165070 w 5165070"/>
              <a:gd name="connsiteY2" fmla="*/ 2255788 h 2255788"/>
              <a:gd name="connsiteX3" fmla="*/ 0 w 5165070"/>
              <a:gd name="connsiteY3" fmla="*/ 2254611 h 2255788"/>
              <a:gd name="connsiteX0" fmla="*/ 0 w 5138640"/>
              <a:gd name="connsiteY0" fmla="*/ 2241741 h 2255788"/>
              <a:gd name="connsiteX1" fmla="*/ 2927072 w 5138640"/>
              <a:gd name="connsiteY1" fmla="*/ 0 h 2255788"/>
              <a:gd name="connsiteX2" fmla="*/ 5138640 w 5138640"/>
              <a:gd name="connsiteY2" fmla="*/ 2255788 h 2255788"/>
              <a:gd name="connsiteX3" fmla="*/ 0 w 5138640"/>
              <a:gd name="connsiteY3" fmla="*/ 2241741 h 2255788"/>
              <a:gd name="connsiteX0" fmla="*/ 0 w 5149967"/>
              <a:gd name="connsiteY0" fmla="*/ 2251394 h 2255788"/>
              <a:gd name="connsiteX1" fmla="*/ 2938399 w 5149967"/>
              <a:gd name="connsiteY1" fmla="*/ 0 h 2255788"/>
              <a:gd name="connsiteX2" fmla="*/ 5149967 w 5149967"/>
              <a:gd name="connsiteY2" fmla="*/ 2255788 h 2255788"/>
              <a:gd name="connsiteX3" fmla="*/ 0 w 5149967"/>
              <a:gd name="connsiteY3" fmla="*/ 2251394 h 2255788"/>
              <a:gd name="connsiteX0" fmla="*/ 0 w 5161294"/>
              <a:gd name="connsiteY0" fmla="*/ 2251394 h 2255788"/>
              <a:gd name="connsiteX1" fmla="*/ 2949726 w 5161294"/>
              <a:gd name="connsiteY1" fmla="*/ 0 h 2255788"/>
              <a:gd name="connsiteX2" fmla="*/ 5161294 w 5161294"/>
              <a:gd name="connsiteY2" fmla="*/ 2255788 h 2255788"/>
              <a:gd name="connsiteX3" fmla="*/ 0 w 5161294"/>
              <a:gd name="connsiteY3" fmla="*/ 2251394 h 2255788"/>
              <a:gd name="connsiteX0" fmla="*/ 0 w 5161294"/>
              <a:gd name="connsiteY0" fmla="*/ 2246568 h 2250962"/>
              <a:gd name="connsiteX1" fmla="*/ 2955391 w 5161294"/>
              <a:gd name="connsiteY1" fmla="*/ 0 h 2250962"/>
              <a:gd name="connsiteX2" fmla="*/ 5161294 w 5161294"/>
              <a:gd name="connsiteY2" fmla="*/ 2250962 h 2250962"/>
              <a:gd name="connsiteX3" fmla="*/ 0 w 5161294"/>
              <a:gd name="connsiteY3" fmla="*/ 2246568 h 2250962"/>
              <a:gd name="connsiteX0" fmla="*/ 0 w 5149967"/>
              <a:gd name="connsiteY0" fmla="*/ 2246568 h 2246568"/>
              <a:gd name="connsiteX1" fmla="*/ 2955391 w 5149967"/>
              <a:gd name="connsiteY1" fmla="*/ 0 h 2246568"/>
              <a:gd name="connsiteX2" fmla="*/ 5149967 w 5149967"/>
              <a:gd name="connsiteY2" fmla="*/ 2243722 h 2246568"/>
              <a:gd name="connsiteX3" fmla="*/ 0 w 5149967"/>
              <a:gd name="connsiteY3" fmla="*/ 2246568 h 2246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9967" h="2246568">
                <a:moveTo>
                  <a:pt x="0" y="2246568"/>
                </a:moveTo>
                <a:lnTo>
                  <a:pt x="2955391" y="0"/>
                </a:lnTo>
                <a:lnTo>
                  <a:pt x="5149967" y="2243722"/>
                </a:lnTo>
                <a:lnTo>
                  <a:pt x="0" y="2246568"/>
                </a:lnTo>
                <a:close/>
              </a:path>
            </a:pathLst>
          </a:cu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ID" sz="1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40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5ECB3C-F8BA-0957-B2CB-64A6761297A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823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(Open)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785A33-1C05-0A99-DEA3-DBBDF06F24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8651" y="1544153"/>
            <a:ext cx="6198982" cy="161359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4800" dirty="0"/>
              <a:t>Fine-Tuning at Scale with PEFT, </a:t>
            </a:r>
            <a:r>
              <a:rPr lang="en-US" sz="4800" dirty="0" err="1"/>
              <a:t>LoRA</a:t>
            </a:r>
            <a:r>
              <a:rPr lang="en-US" sz="4800" dirty="0"/>
              <a:t> &amp; </a:t>
            </a:r>
            <a:r>
              <a:rPr lang="en-US" sz="4800" dirty="0" err="1"/>
              <a:t>QLoRA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496168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SCHOOL OF INFORMATION TECHNOLOGY · APPLIED AI SERIES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41732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12529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Production NLP Engineering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Fine-Tuning at Scale with PEFT, LoRA &amp; QLoRA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1 hr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5715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Session length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5120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749040" y="5715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Fine-tuning strategies compared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66560" y="51206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66560" y="5715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Registered, reproducible model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HuggingFace transformers · datasets · evaluate · accelerate · PEFT   |   Weights &amp; Biases   |   HF Hub / MLflow</a:t>
            </a:r>
            <a:endParaRPr lang="en-US" sz="105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SESSION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24A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What We're Covering in 60 Minutes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77240" y="168249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5506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The Adaptation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194767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Why full fine-tuning doesn't scale in industry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966960" y="168249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777240" y="2523744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496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PEFT &amp; LoRA Mechanics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600200" y="2788920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Low-rank adapters, and how QLoRA adds quantization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66960" y="252374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777240" y="3364992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00200" y="3337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HF Production Ecosystem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600200" y="3630168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transformers, datasets, evaluate, accelerate, PEFT, W&amp;B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66960" y="33649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777240" y="4206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600200" y="417880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Live Colab Benchmark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600200" y="4471416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Full FT vs LoRA vs QLoRA — memory, time, F1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966960" y="4206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96519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777240" y="504748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600200" y="50200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Packaging &amp; Versioning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600200" y="5312664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HF Hub and MLflow Model Registry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66960" y="50474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80644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0" name="Text 28"/>
          <p:cNvSpPr/>
          <p:nvPr/>
        </p:nvSpPr>
        <p:spPr>
          <a:xfrm>
            <a:off x="777240" y="5888736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600200" y="586130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Industry Design Challenge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600200" y="615391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Mapping strategy to business constraints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966960" y="588873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F3B5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24A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The Adaptation Problem in Industry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You already know Transformers can be fine-tuned end-to-end. In production, that approach breaks down fast.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7121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20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GPU memory explodes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114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Full fine-tuning stores gradients + optimizer states for every parameter — a 7B model needs ~80GB+ just to train.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21488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1" name="Shape 8"/>
          <p:cNvSpPr/>
          <p:nvPr/>
        </p:nvSpPr>
        <p:spPr>
          <a:xfrm>
            <a:off x="4663440" y="2514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950" y="27121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520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One model per task doesn't scale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4114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Support triage, contract review, clinical notes each need their own fine-tune — full copies multiply storage cost.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38160" y="2148840"/>
            <a:ext cx="3566160" cy="356616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6" name="Shape 12"/>
          <p:cNvSpPr/>
          <p:nvPr/>
        </p:nvSpPr>
        <p:spPr>
          <a:xfrm>
            <a:off x="8458200" y="25146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5710" y="27121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52044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Iteration speed suffers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58200" y="41148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Teams need to test 10+ hyperparameter variants a week; full fine-tuning makes each run expensive and slow.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24A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Parameter-Efficient Fine-Tuning (PEFT)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Freeze the pretrained backbone. Train only a small number of new or reparameterized weights that steer the model toward your task.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Typically 0.1%–1% of parameters are trainable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Base model weights stay frozen and shared across tasks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Adapters are small enough to store per-task (megabytes, not gigabytes)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Comparable accuracy to full fine-tuning on most classification tasks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636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PEFT family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649224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Adapter layers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3865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Small bottleneck MLPs inserted between Transformer blocks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306324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49224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3483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Low-rank update matrices injected into attention projections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416052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649224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5811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LoRA on top of a 4-bit quantized frozen backbone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5257800"/>
            <a:ext cx="502920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6492240" y="5349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Prompt / Prefix tuning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56784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Learnable soft tokens prepended to the input — not covered today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529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LoRA: Low-Rank Adaptation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017520" cy="2377440"/>
          </a:xfrm>
          <a:prstGeom prst="roundRect">
            <a:avLst>
              <a:gd name="adj" fmla="val 3077"/>
            </a:avLst>
          </a:prstGeom>
          <a:solidFill>
            <a:srgbClr val="12224A"/>
          </a:solidFill>
          <a:ln w="12700">
            <a:solidFill>
              <a:srgbClr val="5B6B8C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Frozen weight matrix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5B6B8C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d × d — untouched during training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86200" y="265176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526280" y="196596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4526280" y="196596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529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26280" y="2926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d × 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2148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720840" y="25146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720840" y="251460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12529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33375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r × d  (r ≈ 4–16)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37033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Trainable — orders of magnitude fewer parameters than 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32520" y="1737360"/>
            <a:ext cx="2926080" cy="3566160"/>
          </a:xfrm>
          <a:prstGeom prst="roundRect">
            <a:avLst>
              <a:gd name="adj" fmla="val 3125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896112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FD1C5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9611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Wx + (α/r)·BAx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0" y="2880360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Applied to attention Q/V (or Q/K/V/O) projection matrices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α scales the adapter's contribution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At inference, BA can be merged into W — zero extra latency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Rank r and target modules are the two hyperparameters you'll tune in the Colab notebook.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EXTENDING LORA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24A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QLoRA: Quantization + LoRA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QLoRA adds one more move: load the frozen backbone in 4-bit precision, then train LoRA adapters in full precision on top.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822960" y="24505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615184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1. Quantize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Backbone weights compressed to 4-bit NormalFloat (NF4), cutting memory ~4x vs FP16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6052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343400" y="21945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Shape 9"/>
          <p:cNvSpPr/>
          <p:nvPr/>
        </p:nvSpPr>
        <p:spPr>
          <a:xfrm>
            <a:off x="4617720" y="24505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615184"/>
            <a:ext cx="356616" cy="356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2. Attach LoRA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17720" y="3611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Small trainable adapters (BF16/FP16) inserted at attention projections, as before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955280" y="30175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C7293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8138160" y="21945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Shape 14"/>
          <p:cNvSpPr/>
          <p:nvPr/>
        </p:nvSpPr>
        <p:spPr>
          <a:xfrm>
            <a:off x="8412480" y="24505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615184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246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3. Compute in higher precision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12480" y="36118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De-quantize on-the-fly for matmuls; gradients only ever touch the LoRA adapters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When does the extra complexity pay off?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48640" y="51206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Model is large enough that FP16 weights alone strain your GPU (7B+ parameters)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You need to fit training on a single consumer or free-tier GPU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For small BERT-family encoders (our Colab demo), memory savings are modest — but the workflow transfers directly to larger models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24A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The HuggingFace Production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968" y="2014240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Model architectures, tokenizers, and the Trainer API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617720" y="185623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728" y="2014240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Streaming-friendly loading, mapping, and caching for large corpora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8412480" y="185623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0488" y="2014240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Standardized metrics (F1, accuracy, ROUGE) shared across the community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5661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0" name="Shape 15"/>
          <p:cNvSpPr/>
          <p:nvPr/>
        </p:nvSpPr>
        <p:spPr>
          <a:xfrm>
            <a:off x="822960" y="38221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968" y="3980200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2960" y="4617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Hardware-agnostic multi-GPU, mixed-precision, and distributed training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5661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5" name="Shape 19"/>
          <p:cNvSpPr/>
          <p:nvPr/>
        </p:nvSpPr>
        <p:spPr>
          <a:xfrm>
            <a:off x="4617720" y="38221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5728" y="3980200"/>
            <a:ext cx="342351" cy="3423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4068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peft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17720" y="4617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LoRA, QLoRA, and other adapter methods on top of any transformers model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566160"/>
            <a:ext cx="356616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30" name="Shape 23"/>
          <p:cNvSpPr/>
          <p:nvPr/>
        </p:nvSpPr>
        <p:spPr>
          <a:xfrm>
            <a:off x="8412480" y="3822192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0488" y="3980200"/>
            <a:ext cx="342351" cy="34235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544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W&amp;B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12480" y="461772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Experiment tracking — losses, metrics, GPU usage, hyperparameters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SCALING TRAINING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24A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Trainer API + Accelerate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HuggingFace Trainer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Handles the training loop: forward, backward, optimizer step, logging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TrainingArguments configures epochs, batch size, learning rate schedule, precision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report_to="wandb" streams metrics automatically — no manual logging code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Works identically whether you're doing full FT or PEFT — just swap the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D1C5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2240280"/>
            <a:ext cx="4800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Abstracts away device placement — same code runs on CPU, 1 GPU, or many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Mixed precision (fp16/bf16) cuts memory and speeds up matmuls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Trainer uses Accelerate under the hood; direct use gives you a custom loop when needed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On free Colab (single T4), Accelerate mainly buys you mixed-precision training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EXPERIMENT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529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Tracking Every Run with Weights &amp; Biases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2788920"/>
          </a:xfrm>
          <a:prstGeom prst="roundRect">
            <a:avLst>
              <a:gd name="adj" fmla="val 2623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30352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wandb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wandb.init(project="nlp-peft-benchmark", name="lora-r8")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training_args = TrainingArguments(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report_to="wandb",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run_name="lora-r8",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FD1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Every experiment logged this way is reproducible: hyperparameters, hardware, git commit, and metrics all live in one place.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2084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What we log per run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20840" y="2057400"/>
            <a:ext cx="4846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Training / eval loss curves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F1, precision, recall per epoch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GPU memory allocated (logged manually via torch.cuda)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Wall-clock training time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Full hyperparameter config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LIVE COLAB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24A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Full Fine-Tuning vs LoRA vs QLoRA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103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Trainable Params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Peak GPU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Relative Train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Eval 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Full Fine-Tuning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~110M (100%)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Highest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Baseline (1.0x)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LoRA (r=8)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~0.3M (&lt;1%)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~40–60% lower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Comparable or faster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Within ~1–2 pts of full 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QLoRA (4-bit + r=8)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~0.3M (&lt;1%)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Lowest per-parameter footprint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Slightly slower per step (dequant overhead)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224A"/>
                          </a:solidFill>
                          <a:latin typeface="Roboto" pitchFamily="34" charset="0"/>
                          <a:ea typeface="Calibri" pitchFamily="34" charset="-122"/>
                          <a:cs typeface="Calibri" pitchFamily="34" charset="-120"/>
                        </a:rPr>
                        <a:t>Comparable to LoRA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Exact numbers depend on your dataset subset and hyperparameters — students fill in this table live from their own Colab run.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43434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4"/>
          <p:cNvSpPr/>
          <p:nvPr/>
        </p:nvSpPr>
        <p:spPr>
          <a:xfrm>
            <a:off x="868680" y="45262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LoRA reaches near-parity F1 while touching under 1% of parameters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QLoRA's memory advantage grows with model size — modest here, dramatic at 7B+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For a small BERT-family model, LoRA alone is often the pragmatic production choice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MODEL VERSIONING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24A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Packaging &amp; Registering Your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19366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HuggingFace Hub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model.push_to_hub() uploads weights, config, and tokenizer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Merge LoRA adapters first, or push adapter-only for a lightweight artifact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Model card documents dataset, metrics, and intended use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2224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Versioned automatically via git-based commits on the Hub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0F3B5C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6583680" y="17830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19366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MLflow Model Registry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606040"/>
            <a:ext cx="4800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mlflow.transformers.log_model() captures the pipeline + environment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Registry tracks stages: Staging → Production → Archived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Ties a model version back to the exact run's params and metrics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Common choice when the org already standardizes on MLflow for MLOps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FROM NOTEBOOK TO PRODUCTION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24A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Industry Deployment 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20610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Batch Inference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Score large volumes on a schedule — nightly contract backlogs, end-of-day ticket summaries. Optimizes for throughput, not latency.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0" name="Shape 7"/>
          <p:cNvSpPr/>
          <p:nvPr/>
        </p:nvSpPr>
        <p:spPr>
          <a:xfrm>
            <a:off x="4617720" y="1874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258" y="20610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Streaming APIs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17720" y="32461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Real-time endpoint behind a REST/gRPC service — live chat triage, in-the-moment clinical note tagging. Optimizes for low p99 latency.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66160" cy="3291840"/>
          </a:xfrm>
          <a:prstGeom prst="roundRect">
            <a:avLst>
              <a:gd name="adj" fmla="val 2778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Shape 11"/>
          <p:cNvSpPr/>
          <p:nvPr/>
        </p:nvSpPr>
        <p:spPr>
          <a:xfrm>
            <a:off x="8412480" y="1874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018" y="20610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889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Serverless Endpoints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3246120"/>
            <a:ext cx="3063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Auto-scaling inference (e.g., HF Inference Endpoints, SageMaker Serverless) — spiky, unpredictable traffic without idle GPU cost.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Fine-tuning strategy influences deployment: LoRA adapters merge into the base model for zero-overhead serving, or stay separate to hot-swap between tasks on one shared backbone.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APPLY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529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Design Challenge: Match Strategy to Business Constraint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209580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Support Ticket Triage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2960" y="3566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High volume, low latency budget, frequent new intents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2296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 DEFENSIBLE STRATEGY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22960" y="4846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LoRA on a small encoder — cheap to retrain weekly as new intents appear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43400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Shape 10"/>
          <p:cNvSpPr/>
          <p:nvPr/>
        </p:nvSpPr>
        <p:spPr>
          <a:xfrm>
            <a:off x="4617720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285" y="2095805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Contract Analysis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461772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617720" y="3566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Long documents, high accuracy bar, infrequent retraining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461772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 DEFENSIBLE STRATEGY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617720" y="4846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Full fine-tune or larger LoRA rank — accuracy matters more than update speed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38160" y="1691640"/>
            <a:ext cx="3566160" cy="4297680"/>
          </a:xfrm>
          <a:prstGeom prst="roundRect">
            <a:avLst>
              <a:gd name="adj" fmla="val 2564"/>
            </a:avLst>
          </a:prstGeom>
          <a:solidFill>
            <a:srgbClr val="12224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1" name="Shape 17"/>
          <p:cNvSpPr/>
          <p:nvPr/>
        </p:nvSpPr>
        <p:spPr>
          <a:xfrm>
            <a:off x="8412480" y="19202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045" y="2095805"/>
            <a:ext cx="380390" cy="38039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412480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Clinical Notes Classification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8412480" y="3291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8412480" y="35661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Sensitive data, on-prem GPU constraints, compliance review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8412480" y="4572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4FD1C5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 DEFENSIBLE STRATEGY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8412480" y="484632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QLoRA — fit training on limited on-prem hardware while meeting data-residency rules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529"/>
                </a:solidFill>
                <a:latin typeface="Calibri" pitchFamily="34" charset="0"/>
                <a:ea typeface="Cambria" pitchFamily="34" charset="-122"/>
                <a:cs typeface="Cambria" pitchFamily="34" charset="-120"/>
              </a:rPr>
              <a:t>What You Leave With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9888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 working mental model of LoRA and QLoRA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08760" y="215798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and why they dominate real-world LLM adaptation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2788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9489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614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 reproducible, benchmarked fine-tuning run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508760" y="311810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full FT vs LoRA vs QLoRA, tracked end-to-end in W&amp;B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7490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9090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7216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 registered model artifact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508760" y="407822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on HuggingFace Hub or MLflow, ready to hand to an inference team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SG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86918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6817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529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A framework for choosing a strategy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508760" y="5038344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546A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given GPU budget, latency needs, and compliance constraints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40080" y="6080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Next: open the Colab notebook — sections map 1:1 to slides 5, 6, 9, 10 and 11.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Roboto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001" name="ChromeBarBlue"/>
          <p:cNvSpPr/>
          <p:nvPr userDrawn="1"/>
        </p:nvSpPr>
        <p:spPr>
          <a:xfrm>
            <a:off x="0" y="1"/>
            <a:ext cx="4572000" cy="50138"/>
          </a:xfrm>
          <a:prstGeom prst="rect">
            <a:avLst/>
          </a:prstGeom>
          <a:solidFill>
            <a:srgbClr val="16419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2" name="ChromeBarRed"/>
          <p:cNvSpPr/>
          <p:nvPr userDrawn="1"/>
        </p:nvSpPr>
        <p:spPr>
          <a:xfrm>
            <a:off x="4572000" y="1"/>
            <a:ext cx="4572000" cy="50138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3" name="ChromeFooter"/>
          <p:cNvSpPr/>
          <p:nvPr userDrawn="1"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000" dirty="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Production NLP Engineering - PEFT, LoRA and QLoRA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2369</Words>
  <Application>Microsoft Office PowerPoint</Application>
  <PresentationFormat>Widescreen</PresentationFormat>
  <Paragraphs>267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Courier New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NLP Engineering: PEFT, LoRA &amp; QLoRA</dc:title>
  <dc:subject>PptxGenJS Presentation</dc:subject>
  <dc:creator>NYP School of IT</dc:creator>
  <cp:lastModifiedBy>Chee Hong WEE (NYP)</cp:lastModifiedBy>
  <cp:revision>3</cp:revision>
  <dcterms:created xsi:type="dcterms:W3CDTF">2026-07-03T07:42:32Z</dcterms:created>
  <dcterms:modified xsi:type="dcterms:W3CDTF">2026-08-18T05:35:55Z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e128f-e2ab-4b18-9c62-301caee5e80a_Enabled">
    <vt:lpwstr>true</vt:lpwstr>
  </property>
  <property fmtid="{D5CDD505-2E9C-101B-9397-08002B2CF9AE}" pid="3" name="MSIP_Label_babe128f-e2ab-4b18-9c62-301caee5e80a_SetDate">
    <vt:lpwstr>2026-07-14T03:02:34Z</vt:lpwstr>
  </property>
  <property fmtid="{D5CDD505-2E9C-101B-9397-08002B2CF9AE}" pid="4" name="MSIP_Label_babe128f-e2ab-4b18-9c62-301caee5e80a_Method">
    <vt:lpwstr>Privileged</vt:lpwstr>
  </property>
  <property fmtid="{D5CDD505-2E9C-101B-9397-08002B2CF9AE}" pid="5" name="MSIP_Label_babe128f-e2ab-4b18-9c62-301caee5e80a_Name">
    <vt:lpwstr>OFFICIAL [OPEN]</vt:lpwstr>
  </property>
  <property fmtid="{D5CDD505-2E9C-101B-9397-08002B2CF9AE}" pid="6" name="MSIP_Label_babe128f-e2ab-4b18-9c62-301caee5e80a_SiteId">
    <vt:lpwstr>243ebaed-00d0-4690-a7dc-75893b0d9f98</vt:lpwstr>
  </property>
  <property fmtid="{D5CDD505-2E9C-101B-9397-08002B2CF9AE}" pid="7" name="MSIP_Label_babe128f-e2ab-4b18-9c62-301caee5e80a_ActionId">
    <vt:lpwstr>816d98c1-fa62-4e33-9d50-cae99691715f</vt:lpwstr>
  </property>
  <property fmtid="{D5CDD505-2E9C-101B-9397-08002B2CF9AE}" pid="8" name="MSIP_Label_babe128f-e2ab-4b18-9c62-301caee5e80a_ContentBits">
    <vt:lpwstr>1</vt:lpwstr>
  </property>
  <property fmtid="{D5CDD505-2E9C-101B-9397-08002B2CF9AE}" pid="9" name="MSIP_Label_babe128f-e2ab-4b18-9c62-301caee5e80a_Tag">
    <vt:lpwstr>10, 0, 1, 1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Official (Open)</vt:lpwstr>
  </property>
</Properties>
</file>