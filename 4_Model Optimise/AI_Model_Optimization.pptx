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4"/>
  </p:sldMasterIdLst>
  <p:notesMasterIdLst>
    <p:notesMasterId r:id="rId33"/>
  </p:notesMasterIdLst>
  <p:handoutMasterIdLst>
    <p:handoutMasterId r:id="rId34"/>
  </p:handoutMasterIdLst>
  <p:sldIdLst>
    <p:sldId id="419" r:id="rId5"/>
    <p:sldId id="487" r:id="rId45"/>
    <p:sldId id="488" r:id="rId46"/>
    <p:sldId id="489" r:id="rId47"/>
    <p:sldId id="490" r:id="rId48"/>
    <p:sldId id="491" r:id="rId49"/>
    <p:sldId id="492" r:id="rId50"/>
    <p:sldId id="493" r:id="rId51"/>
    <p:sldId id="494" r:id="rId52"/>
    <p:sldId id="495" r:id="rId53"/>
    <p:sldId id="496" r:id="rId54"/>
    <p:sldId id="497" r:id="rId55"/>
    <p:sldId id="498" r:id="rId56"/>
    <p:sldId id="499" r:id="rId57"/>
    <p:sldId id="500" r:id="rId58"/>
    <p:sldId id="501" r:id="rId59"/>
    <p:sldId id="502" r:id="rId60"/>
    <p:sldId id="503"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ED7AA8-B633-43EA-B803-6478153F3BD7}" v="3" dt="2025-03-21T02:00:42.0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765" autoAdjust="0"/>
    <p:restoredTop sz="81081" autoAdjust="0"/>
  </p:normalViewPr>
  <p:slideViewPr>
    <p:cSldViewPr snapToGrid="0">
      <p:cViewPr varScale="1">
        <p:scale>
          <a:sx n="69" d="100"/>
          <a:sy n="69" d="100"/>
        </p:scale>
        <p:origin x="78" y="96"/>
      </p:cViewPr>
      <p:guideLst/>
    </p:cSldViewPr>
  </p:slid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39" Type="http://schemas.microsoft.com/office/2016/11/relationships/changesInfo" Target="changesInfos/changesInfo1.xml"/><Relationship Id="rId34" Type="http://schemas.openxmlformats.org/officeDocument/2006/relationships/handoutMaster" Target="handoutMasters/handoutMaster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1.xml"/><Relationship Id="rId36" Type="http://schemas.openxmlformats.org/officeDocument/2006/relationships/viewProps" Target="viewProps.xml"/><Relationship Id="rId4" Type="http://schemas.openxmlformats.org/officeDocument/2006/relationships/slideMaster" Target="slideMasters/slideMaster1.xml"/><Relationship Id="rId35" Type="http://schemas.openxmlformats.org/officeDocument/2006/relationships/presProps" Target="presProps.xml"/><Relationship Id="rId3" Type="http://schemas.openxmlformats.org/officeDocument/2006/relationships/customXml" Target="../customXml/item3.xml"/>  
  
  
  
  <Relationship Id="rId45" Type="http://schemas.openxmlformats.org/officeDocument/2006/relationships/slide" Target="slides/slide33.xml"/>
  <Relationship Id="rId46" Type="http://schemas.openxmlformats.org/officeDocument/2006/relationships/slide" Target="slides/slide34.xml"/>
  <Relationship Id="rId47" Type="http://schemas.openxmlformats.org/officeDocument/2006/relationships/slide" Target="slides/slide35.xml"/>
  <Relationship Id="rId48" Type="http://schemas.openxmlformats.org/officeDocument/2006/relationships/slide" Target="slides/slide36.xml"/>
  <Relationship Id="rId49" Type="http://schemas.openxmlformats.org/officeDocument/2006/relationships/slide" Target="slides/slide37.xml"/>
  <Relationship Id="rId50" Type="http://schemas.openxmlformats.org/officeDocument/2006/relationships/slide" Target="slides/slide38.xml"/>
  <Relationship Id="rId51" Type="http://schemas.openxmlformats.org/officeDocument/2006/relationships/slide" Target="slides/slide39.xml"/>
  <Relationship Id="rId52" Type="http://schemas.openxmlformats.org/officeDocument/2006/relationships/slide" Target="slides/slide40.xml"/>
  <Relationship Id="rId53" Type="http://schemas.openxmlformats.org/officeDocument/2006/relationships/slide" Target="slides/slide41.xml"/>
  <Relationship Id="rId54" Type="http://schemas.openxmlformats.org/officeDocument/2006/relationships/slide" Target="slides/slide42.xml"/>
  <Relationship Id="rId55" Type="http://schemas.openxmlformats.org/officeDocument/2006/relationships/slide" Target="slides/slide43.xml"/>
  <Relationship Id="rId56" Type="http://schemas.openxmlformats.org/officeDocument/2006/relationships/slide" Target="slides/slide44.xml"/>
  <Relationship Id="rId57" Type="http://schemas.openxmlformats.org/officeDocument/2006/relationships/slide" Target="slides/slide45.xml"/>
  <Relationship Id="rId58" Type="http://schemas.openxmlformats.org/officeDocument/2006/relationships/slide" Target="slides/slide46.xml"/>
  <Relationship Id="rId59" Type="http://schemas.openxmlformats.org/officeDocument/2006/relationships/slide" Target="slides/slide47.xml"/>
  <Relationship Id="rId60" Type="http://schemas.openxmlformats.org/officeDocument/2006/relationships/slide" Target="slides/slide48.xml"/>
  <Relationship Id="rId61" Type="http://schemas.openxmlformats.org/officeDocument/2006/relationships/slide" Target="slides/slide49.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eng Kok MAR (NYP)" userId="62030f1a-a95b-4c33-86e6-478100d64ee1" providerId="ADAL" clId="{58ED7AA8-B633-43EA-B803-6478153F3BD7}"/>
    <pc:docChg chg="undo custSel addSld delSld modSld">
      <pc:chgData name="Kheng Kok MAR (NYP)" userId="62030f1a-a95b-4c33-86e6-478100d64ee1" providerId="ADAL" clId="{58ED7AA8-B633-43EA-B803-6478153F3BD7}" dt="2025-03-21T05:00:48.584" v="153" actId="5793"/>
      <pc:docMkLst>
        <pc:docMk/>
      </pc:docMkLst>
      <pc:sldChg chg="del">
        <pc:chgData name="Kheng Kok MAR (NYP)" userId="62030f1a-a95b-4c33-86e6-478100d64ee1" providerId="ADAL" clId="{58ED7AA8-B633-43EA-B803-6478153F3BD7}" dt="2025-03-21T04:59:58.739" v="136" actId="47"/>
        <pc:sldMkLst>
          <pc:docMk/>
          <pc:sldMk cId="2600293482" sldId="262"/>
        </pc:sldMkLst>
      </pc:sldChg>
      <pc:sldChg chg="del">
        <pc:chgData name="Kheng Kok MAR (NYP)" userId="62030f1a-a95b-4c33-86e6-478100d64ee1" providerId="ADAL" clId="{58ED7AA8-B633-43EA-B803-6478153F3BD7}" dt="2025-03-21T04:59:46.679" v="135" actId="47"/>
        <pc:sldMkLst>
          <pc:docMk/>
          <pc:sldMk cId="2807024801" sldId="295"/>
        </pc:sldMkLst>
      </pc:sldChg>
      <pc:sldChg chg="del">
        <pc:chgData name="Kheng Kok MAR (NYP)" userId="62030f1a-a95b-4c33-86e6-478100d64ee1" providerId="ADAL" clId="{58ED7AA8-B633-43EA-B803-6478153F3BD7}" dt="2025-03-21T04:59:46.679" v="135" actId="47"/>
        <pc:sldMkLst>
          <pc:docMk/>
          <pc:sldMk cId="2933152867" sldId="299"/>
        </pc:sldMkLst>
      </pc:sldChg>
      <pc:sldChg chg="del">
        <pc:chgData name="Kheng Kok MAR (NYP)" userId="62030f1a-a95b-4c33-86e6-478100d64ee1" providerId="ADAL" clId="{58ED7AA8-B633-43EA-B803-6478153F3BD7}" dt="2025-03-21T04:59:46.679" v="135" actId="47"/>
        <pc:sldMkLst>
          <pc:docMk/>
          <pc:sldMk cId="3250412498" sldId="300"/>
        </pc:sldMkLst>
      </pc:sldChg>
      <pc:sldChg chg="del">
        <pc:chgData name="Kheng Kok MAR (NYP)" userId="62030f1a-a95b-4c33-86e6-478100d64ee1" providerId="ADAL" clId="{58ED7AA8-B633-43EA-B803-6478153F3BD7}" dt="2025-03-21T04:59:46.679" v="135" actId="47"/>
        <pc:sldMkLst>
          <pc:docMk/>
          <pc:sldMk cId="1619976221" sldId="301"/>
        </pc:sldMkLst>
      </pc:sldChg>
      <pc:sldChg chg="del">
        <pc:chgData name="Kheng Kok MAR (NYP)" userId="62030f1a-a95b-4c33-86e6-478100d64ee1" providerId="ADAL" clId="{58ED7AA8-B633-43EA-B803-6478153F3BD7}" dt="2025-03-21T04:59:46.679" v="135" actId="47"/>
        <pc:sldMkLst>
          <pc:docMk/>
          <pc:sldMk cId="4234809244" sldId="302"/>
        </pc:sldMkLst>
      </pc:sldChg>
      <pc:sldChg chg="del">
        <pc:chgData name="Kheng Kok MAR (NYP)" userId="62030f1a-a95b-4c33-86e6-478100d64ee1" providerId="ADAL" clId="{58ED7AA8-B633-43EA-B803-6478153F3BD7}" dt="2025-03-21T04:59:46.679" v="135" actId="47"/>
        <pc:sldMkLst>
          <pc:docMk/>
          <pc:sldMk cId="2070489917" sldId="303"/>
        </pc:sldMkLst>
      </pc:sldChg>
      <pc:sldChg chg="del">
        <pc:chgData name="Kheng Kok MAR (NYP)" userId="62030f1a-a95b-4c33-86e6-478100d64ee1" providerId="ADAL" clId="{58ED7AA8-B633-43EA-B803-6478153F3BD7}" dt="2025-03-21T04:59:46.679" v="135" actId="47"/>
        <pc:sldMkLst>
          <pc:docMk/>
          <pc:sldMk cId="1766828700" sldId="320"/>
        </pc:sldMkLst>
      </pc:sldChg>
      <pc:sldChg chg="del">
        <pc:chgData name="Kheng Kok MAR (NYP)" userId="62030f1a-a95b-4c33-86e6-478100d64ee1" providerId="ADAL" clId="{58ED7AA8-B633-43EA-B803-6478153F3BD7}" dt="2025-03-21T04:59:46.679" v="135" actId="47"/>
        <pc:sldMkLst>
          <pc:docMk/>
          <pc:sldMk cId="3880737323" sldId="321"/>
        </pc:sldMkLst>
      </pc:sldChg>
      <pc:sldChg chg="del">
        <pc:chgData name="Kheng Kok MAR (NYP)" userId="62030f1a-a95b-4c33-86e6-478100d64ee1" providerId="ADAL" clId="{58ED7AA8-B633-43EA-B803-6478153F3BD7}" dt="2025-03-21T04:59:46.679" v="135" actId="47"/>
        <pc:sldMkLst>
          <pc:docMk/>
          <pc:sldMk cId="3392206436" sldId="322"/>
        </pc:sldMkLst>
      </pc:sldChg>
      <pc:sldChg chg="del">
        <pc:chgData name="Kheng Kok MAR (NYP)" userId="62030f1a-a95b-4c33-86e6-478100d64ee1" providerId="ADAL" clId="{58ED7AA8-B633-43EA-B803-6478153F3BD7}" dt="2025-03-21T04:59:46.679" v="135" actId="47"/>
        <pc:sldMkLst>
          <pc:docMk/>
          <pc:sldMk cId="3132682470" sldId="323"/>
        </pc:sldMkLst>
      </pc:sldChg>
      <pc:sldChg chg="del">
        <pc:chgData name="Kheng Kok MAR (NYP)" userId="62030f1a-a95b-4c33-86e6-478100d64ee1" providerId="ADAL" clId="{58ED7AA8-B633-43EA-B803-6478153F3BD7}" dt="2025-03-21T04:59:46.679" v="135" actId="47"/>
        <pc:sldMkLst>
          <pc:docMk/>
          <pc:sldMk cId="3169862212" sldId="324"/>
        </pc:sldMkLst>
      </pc:sldChg>
      <pc:sldChg chg="del">
        <pc:chgData name="Kheng Kok MAR (NYP)" userId="62030f1a-a95b-4c33-86e6-478100d64ee1" providerId="ADAL" clId="{58ED7AA8-B633-43EA-B803-6478153F3BD7}" dt="2025-03-21T04:59:46.679" v="135" actId="47"/>
        <pc:sldMkLst>
          <pc:docMk/>
          <pc:sldMk cId="4009347987" sldId="325"/>
        </pc:sldMkLst>
      </pc:sldChg>
      <pc:sldChg chg="del">
        <pc:chgData name="Kheng Kok MAR (NYP)" userId="62030f1a-a95b-4c33-86e6-478100d64ee1" providerId="ADAL" clId="{58ED7AA8-B633-43EA-B803-6478153F3BD7}" dt="2025-03-21T05:00:10.423" v="138" actId="47"/>
        <pc:sldMkLst>
          <pc:docMk/>
          <pc:sldMk cId="1255300212" sldId="327"/>
        </pc:sldMkLst>
      </pc:sldChg>
      <pc:sldChg chg="del">
        <pc:chgData name="Kheng Kok MAR (NYP)" userId="62030f1a-a95b-4c33-86e6-478100d64ee1" providerId="ADAL" clId="{58ED7AA8-B633-43EA-B803-6478153F3BD7}" dt="2025-03-21T04:59:58.739" v="136" actId="47"/>
        <pc:sldMkLst>
          <pc:docMk/>
          <pc:sldMk cId="1320550275" sldId="328"/>
        </pc:sldMkLst>
      </pc:sldChg>
      <pc:sldChg chg="del">
        <pc:chgData name="Kheng Kok MAR (NYP)" userId="62030f1a-a95b-4c33-86e6-478100d64ee1" providerId="ADAL" clId="{58ED7AA8-B633-43EA-B803-6478153F3BD7}" dt="2025-03-21T04:59:58.739" v="136" actId="47"/>
        <pc:sldMkLst>
          <pc:docMk/>
          <pc:sldMk cId="916683871" sldId="329"/>
        </pc:sldMkLst>
      </pc:sldChg>
      <pc:sldChg chg="del">
        <pc:chgData name="Kheng Kok MAR (NYP)" userId="62030f1a-a95b-4c33-86e6-478100d64ee1" providerId="ADAL" clId="{58ED7AA8-B633-43EA-B803-6478153F3BD7}" dt="2025-03-21T04:59:58.739" v="136" actId="47"/>
        <pc:sldMkLst>
          <pc:docMk/>
          <pc:sldMk cId="3836926012" sldId="330"/>
        </pc:sldMkLst>
      </pc:sldChg>
      <pc:sldChg chg="del">
        <pc:chgData name="Kheng Kok MAR (NYP)" userId="62030f1a-a95b-4c33-86e6-478100d64ee1" providerId="ADAL" clId="{58ED7AA8-B633-43EA-B803-6478153F3BD7}" dt="2025-03-21T04:59:58.739" v="136" actId="47"/>
        <pc:sldMkLst>
          <pc:docMk/>
          <pc:sldMk cId="1005339390" sldId="331"/>
        </pc:sldMkLst>
      </pc:sldChg>
      <pc:sldChg chg="del">
        <pc:chgData name="Kheng Kok MAR (NYP)" userId="62030f1a-a95b-4c33-86e6-478100d64ee1" providerId="ADAL" clId="{58ED7AA8-B633-43EA-B803-6478153F3BD7}" dt="2025-03-21T04:59:58.739" v="136" actId="47"/>
        <pc:sldMkLst>
          <pc:docMk/>
          <pc:sldMk cId="3761206000" sldId="333"/>
        </pc:sldMkLst>
      </pc:sldChg>
      <pc:sldChg chg="del">
        <pc:chgData name="Kheng Kok MAR (NYP)" userId="62030f1a-a95b-4c33-86e6-478100d64ee1" providerId="ADAL" clId="{58ED7AA8-B633-43EA-B803-6478153F3BD7}" dt="2025-03-21T04:59:58.739" v="136" actId="47"/>
        <pc:sldMkLst>
          <pc:docMk/>
          <pc:sldMk cId="1070237463" sldId="334"/>
        </pc:sldMkLst>
      </pc:sldChg>
      <pc:sldChg chg="del">
        <pc:chgData name="Kheng Kok MAR (NYP)" userId="62030f1a-a95b-4c33-86e6-478100d64ee1" providerId="ADAL" clId="{58ED7AA8-B633-43EA-B803-6478153F3BD7}" dt="2025-03-21T04:59:58.739" v="136" actId="47"/>
        <pc:sldMkLst>
          <pc:docMk/>
          <pc:sldMk cId="1769685483" sldId="335"/>
        </pc:sldMkLst>
      </pc:sldChg>
      <pc:sldChg chg="del">
        <pc:chgData name="Kheng Kok MAR (NYP)" userId="62030f1a-a95b-4c33-86e6-478100d64ee1" providerId="ADAL" clId="{58ED7AA8-B633-43EA-B803-6478153F3BD7}" dt="2025-03-21T04:59:58.739" v="136" actId="47"/>
        <pc:sldMkLst>
          <pc:docMk/>
          <pc:sldMk cId="781151514" sldId="336"/>
        </pc:sldMkLst>
      </pc:sldChg>
      <pc:sldChg chg="del">
        <pc:chgData name="Kheng Kok MAR (NYP)" userId="62030f1a-a95b-4c33-86e6-478100d64ee1" providerId="ADAL" clId="{58ED7AA8-B633-43EA-B803-6478153F3BD7}" dt="2025-03-21T04:59:58.739" v="136" actId="47"/>
        <pc:sldMkLst>
          <pc:docMk/>
          <pc:sldMk cId="4181970323" sldId="337"/>
        </pc:sldMkLst>
      </pc:sldChg>
      <pc:sldChg chg="del">
        <pc:chgData name="Kheng Kok MAR (NYP)" userId="62030f1a-a95b-4c33-86e6-478100d64ee1" providerId="ADAL" clId="{58ED7AA8-B633-43EA-B803-6478153F3BD7}" dt="2025-03-21T04:59:58.739" v="136" actId="47"/>
        <pc:sldMkLst>
          <pc:docMk/>
          <pc:sldMk cId="3715183010" sldId="338"/>
        </pc:sldMkLst>
      </pc:sldChg>
      <pc:sldChg chg="del">
        <pc:chgData name="Kheng Kok MAR (NYP)" userId="62030f1a-a95b-4c33-86e6-478100d64ee1" providerId="ADAL" clId="{58ED7AA8-B633-43EA-B803-6478153F3BD7}" dt="2025-03-21T04:59:58.739" v="136" actId="47"/>
        <pc:sldMkLst>
          <pc:docMk/>
          <pc:sldMk cId="807812468" sldId="339"/>
        </pc:sldMkLst>
      </pc:sldChg>
      <pc:sldChg chg="del">
        <pc:chgData name="Kheng Kok MAR (NYP)" userId="62030f1a-a95b-4c33-86e6-478100d64ee1" providerId="ADAL" clId="{58ED7AA8-B633-43EA-B803-6478153F3BD7}" dt="2025-03-21T05:00:06.595" v="137" actId="47"/>
        <pc:sldMkLst>
          <pc:docMk/>
          <pc:sldMk cId="3114733694" sldId="340"/>
        </pc:sldMkLst>
      </pc:sldChg>
      <pc:sldChg chg="del">
        <pc:chgData name="Kheng Kok MAR (NYP)" userId="62030f1a-a95b-4c33-86e6-478100d64ee1" providerId="ADAL" clId="{58ED7AA8-B633-43EA-B803-6478153F3BD7}" dt="2025-03-21T05:00:06.595" v="137" actId="47"/>
        <pc:sldMkLst>
          <pc:docMk/>
          <pc:sldMk cId="3020918737" sldId="341"/>
        </pc:sldMkLst>
      </pc:sldChg>
      <pc:sldChg chg="del">
        <pc:chgData name="Kheng Kok MAR (NYP)" userId="62030f1a-a95b-4c33-86e6-478100d64ee1" providerId="ADAL" clId="{58ED7AA8-B633-43EA-B803-6478153F3BD7}" dt="2025-03-21T05:00:06.595" v="137" actId="47"/>
        <pc:sldMkLst>
          <pc:docMk/>
          <pc:sldMk cId="4113745265" sldId="343"/>
        </pc:sldMkLst>
      </pc:sldChg>
      <pc:sldChg chg="del">
        <pc:chgData name="Kheng Kok MAR (NYP)" userId="62030f1a-a95b-4c33-86e6-478100d64ee1" providerId="ADAL" clId="{58ED7AA8-B633-43EA-B803-6478153F3BD7}" dt="2025-03-21T05:00:06.595" v="137" actId="47"/>
        <pc:sldMkLst>
          <pc:docMk/>
          <pc:sldMk cId="3711056098" sldId="345"/>
        </pc:sldMkLst>
      </pc:sldChg>
      <pc:sldChg chg="del">
        <pc:chgData name="Kheng Kok MAR (NYP)" userId="62030f1a-a95b-4c33-86e6-478100d64ee1" providerId="ADAL" clId="{58ED7AA8-B633-43EA-B803-6478153F3BD7}" dt="2025-03-21T05:00:06.595" v="137" actId="47"/>
        <pc:sldMkLst>
          <pc:docMk/>
          <pc:sldMk cId="1008210905" sldId="346"/>
        </pc:sldMkLst>
      </pc:sldChg>
      <pc:sldChg chg="del">
        <pc:chgData name="Kheng Kok MAR (NYP)" userId="62030f1a-a95b-4c33-86e6-478100d64ee1" providerId="ADAL" clId="{58ED7AA8-B633-43EA-B803-6478153F3BD7}" dt="2025-03-21T05:00:06.595" v="137" actId="47"/>
        <pc:sldMkLst>
          <pc:docMk/>
          <pc:sldMk cId="3922411213" sldId="347"/>
        </pc:sldMkLst>
      </pc:sldChg>
      <pc:sldChg chg="del">
        <pc:chgData name="Kheng Kok MAR (NYP)" userId="62030f1a-a95b-4c33-86e6-478100d64ee1" providerId="ADAL" clId="{58ED7AA8-B633-43EA-B803-6478153F3BD7}" dt="2025-03-21T05:00:06.595" v="137" actId="47"/>
        <pc:sldMkLst>
          <pc:docMk/>
          <pc:sldMk cId="2930374708" sldId="349"/>
        </pc:sldMkLst>
      </pc:sldChg>
      <pc:sldChg chg="del">
        <pc:chgData name="Kheng Kok MAR (NYP)" userId="62030f1a-a95b-4c33-86e6-478100d64ee1" providerId="ADAL" clId="{58ED7AA8-B633-43EA-B803-6478153F3BD7}" dt="2025-03-21T05:00:06.595" v="137" actId="47"/>
        <pc:sldMkLst>
          <pc:docMk/>
          <pc:sldMk cId="1062503712" sldId="353"/>
        </pc:sldMkLst>
      </pc:sldChg>
      <pc:sldChg chg="del">
        <pc:chgData name="Kheng Kok MAR (NYP)" userId="62030f1a-a95b-4c33-86e6-478100d64ee1" providerId="ADAL" clId="{58ED7AA8-B633-43EA-B803-6478153F3BD7}" dt="2025-03-21T05:00:06.595" v="137" actId="47"/>
        <pc:sldMkLst>
          <pc:docMk/>
          <pc:sldMk cId="2186340524" sldId="354"/>
        </pc:sldMkLst>
      </pc:sldChg>
      <pc:sldChg chg="del">
        <pc:chgData name="Kheng Kok MAR (NYP)" userId="62030f1a-a95b-4c33-86e6-478100d64ee1" providerId="ADAL" clId="{58ED7AA8-B633-43EA-B803-6478153F3BD7}" dt="2025-03-21T05:00:06.595" v="137" actId="47"/>
        <pc:sldMkLst>
          <pc:docMk/>
          <pc:sldMk cId="2351436070" sldId="358"/>
        </pc:sldMkLst>
      </pc:sldChg>
      <pc:sldChg chg="del">
        <pc:chgData name="Kheng Kok MAR (NYP)" userId="62030f1a-a95b-4c33-86e6-478100d64ee1" providerId="ADAL" clId="{58ED7AA8-B633-43EA-B803-6478153F3BD7}" dt="2025-03-21T05:00:06.595" v="137" actId="47"/>
        <pc:sldMkLst>
          <pc:docMk/>
          <pc:sldMk cId="3516845528" sldId="359"/>
        </pc:sldMkLst>
      </pc:sldChg>
      <pc:sldChg chg="del">
        <pc:chgData name="Kheng Kok MAR (NYP)" userId="62030f1a-a95b-4c33-86e6-478100d64ee1" providerId="ADAL" clId="{58ED7AA8-B633-43EA-B803-6478153F3BD7}" dt="2025-03-21T05:00:06.595" v="137" actId="47"/>
        <pc:sldMkLst>
          <pc:docMk/>
          <pc:sldMk cId="2606275055" sldId="366"/>
        </pc:sldMkLst>
      </pc:sldChg>
      <pc:sldChg chg="del">
        <pc:chgData name="Kheng Kok MAR (NYP)" userId="62030f1a-a95b-4c33-86e6-478100d64ee1" providerId="ADAL" clId="{58ED7AA8-B633-43EA-B803-6478153F3BD7}" dt="2025-03-21T05:00:06.595" v="137" actId="47"/>
        <pc:sldMkLst>
          <pc:docMk/>
          <pc:sldMk cId="3873997129" sldId="368"/>
        </pc:sldMkLst>
      </pc:sldChg>
      <pc:sldChg chg="del">
        <pc:chgData name="Kheng Kok MAR (NYP)" userId="62030f1a-a95b-4c33-86e6-478100d64ee1" providerId="ADAL" clId="{58ED7AA8-B633-43EA-B803-6478153F3BD7}" dt="2025-03-21T05:00:06.595" v="137" actId="47"/>
        <pc:sldMkLst>
          <pc:docMk/>
          <pc:sldMk cId="196573934" sldId="369"/>
        </pc:sldMkLst>
      </pc:sldChg>
      <pc:sldChg chg="del">
        <pc:chgData name="Kheng Kok MAR (NYP)" userId="62030f1a-a95b-4c33-86e6-478100d64ee1" providerId="ADAL" clId="{58ED7AA8-B633-43EA-B803-6478153F3BD7}" dt="2025-03-21T05:00:06.595" v="137" actId="47"/>
        <pc:sldMkLst>
          <pc:docMk/>
          <pc:sldMk cId="3624530038" sldId="370"/>
        </pc:sldMkLst>
      </pc:sldChg>
      <pc:sldChg chg="del">
        <pc:chgData name="Kheng Kok MAR (NYP)" userId="62030f1a-a95b-4c33-86e6-478100d64ee1" providerId="ADAL" clId="{58ED7AA8-B633-43EA-B803-6478153F3BD7}" dt="2025-03-21T05:00:06.595" v="137" actId="47"/>
        <pc:sldMkLst>
          <pc:docMk/>
          <pc:sldMk cId="2836799505" sldId="372"/>
        </pc:sldMkLst>
      </pc:sldChg>
      <pc:sldChg chg="del">
        <pc:chgData name="Kheng Kok MAR (NYP)" userId="62030f1a-a95b-4c33-86e6-478100d64ee1" providerId="ADAL" clId="{58ED7AA8-B633-43EA-B803-6478153F3BD7}" dt="2025-03-21T05:00:12.373" v="139" actId="47"/>
        <pc:sldMkLst>
          <pc:docMk/>
          <pc:sldMk cId="2712846146" sldId="373"/>
        </pc:sldMkLst>
      </pc:sldChg>
      <pc:sldChg chg="del">
        <pc:chgData name="Kheng Kok MAR (NYP)" userId="62030f1a-a95b-4c33-86e6-478100d64ee1" providerId="ADAL" clId="{58ED7AA8-B633-43EA-B803-6478153F3BD7}" dt="2025-03-21T05:00:06.595" v="137" actId="47"/>
        <pc:sldMkLst>
          <pc:docMk/>
          <pc:sldMk cId="2931830914" sldId="374"/>
        </pc:sldMkLst>
      </pc:sldChg>
      <pc:sldChg chg="del">
        <pc:chgData name="Kheng Kok MAR (NYP)" userId="62030f1a-a95b-4c33-86e6-478100d64ee1" providerId="ADAL" clId="{58ED7AA8-B633-43EA-B803-6478153F3BD7}" dt="2025-03-21T05:00:06.595" v="137" actId="47"/>
        <pc:sldMkLst>
          <pc:docMk/>
          <pc:sldMk cId="799979536" sldId="375"/>
        </pc:sldMkLst>
      </pc:sldChg>
      <pc:sldChg chg="del">
        <pc:chgData name="Kheng Kok MAR (NYP)" userId="62030f1a-a95b-4c33-86e6-478100d64ee1" providerId="ADAL" clId="{58ED7AA8-B633-43EA-B803-6478153F3BD7}" dt="2025-03-21T05:00:10.423" v="138" actId="47"/>
        <pc:sldMkLst>
          <pc:docMk/>
          <pc:sldMk cId="2780781574" sldId="377"/>
        </pc:sldMkLst>
      </pc:sldChg>
      <pc:sldChg chg="del">
        <pc:chgData name="Kheng Kok MAR (NYP)" userId="62030f1a-a95b-4c33-86e6-478100d64ee1" providerId="ADAL" clId="{58ED7AA8-B633-43EA-B803-6478153F3BD7}" dt="2025-03-21T05:00:06.595" v="137" actId="47"/>
        <pc:sldMkLst>
          <pc:docMk/>
          <pc:sldMk cId="1274829805" sldId="378"/>
        </pc:sldMkLst>
      </pc:sldChg>
      <pc:sldChg chg="del">
        <pc:chgData name="Kheng Kok MAR (NYP)" userId="62030f1a-a95b-4c33-86e6-478100d64ee1" providerId="ADAL" clId="{58ED7AA8-B633-43EA-B803-6478153F3BD7}" dt="2025-03-21T04:59:46.679" v="135" actId="47"/>
        <pc:sldMkLst>
          <pc:docMk/>
          <pc:sldMk cId="1802167371" sldId="379"/>
        </pc:sldMkLst>
      </pc:sldChg>
      <pc:sldChg chg="del">
        <pc:chgData name="Kheng Kok MAR (NYP)" userId="62030f1a-a95b-4c33-86e6-478100d64ee1" providerId="ADAL" clId="{58ED7AA8-B633-43EA-B803-6478153F3BD7}" dt="2025-03-21T04:59:46.679" v="135" actId="47"/>
        <pc:sldMkLst>
          <pc:docMk/>
          <pc:sldMk cId="2990305848" sldId="380"/>
        </pc:sldMkLst>
      </pc:sldChg>
      <pc:sldChg chg="del">
        <pc:chgData name="Kheng Kok MAR (NYP)" userId="62030f1a-a95b-4c33-86e6-478100d64ee1" providerId="ADAL" clId="{58ED7AA8-B633-43EA-B803-6478153F3BD7}" dt="2025-03-21T04:59:58.739" v="136" actId="47"/>
        <pc:sldMkLst>
          <pc:docMk/>
          <pc:sldMk cId="3422701620" sldId="381"/>
        </pc:sldMkLst>
      </pc:sldChg>
      <pc:sldChg chg="del">
        <pc:chgData name="Kheng Kok MAR (NYP)" userId="62030f1a-a95b-4c33-86e6-478100d64ee1" providerId="ADAL" clId="{58ED7AA8-B633-43EA-B803-6478153F3BD7}" dt="2025-03-21T05:00:06.595" v="137" actId="47"/>
        <pc:sldMkLst>
          <pc:docMk/>
          <pc:sldMk cId="2680813618" sldId="383"/>
        </pc:sldMkLst>
      </pc:sldChg>
      <pc:sldChg chg="del">
        <pc:chgData name="Kheng Kok MAR (NYP)" userId="62030f1a-a95b-4c33-86e6-478100d64ee1" providerId="ADAL" clId="{58ED7AA8-B633-43EA-B803-6478153F3BD7}" dt="2025-03-21T05:00:06.595" v="137" actId="47"/>
        <pc:sldMkLst>
          <pc:docMk/>
          <pc:sldMk cId="3875934704" sldId="384"/>
        </pc:sldMkLst>
      </pc:sldChg>
      <pc:sldChg chg="del">
        <pc:chgData name="Kheng Kok MAR (NYP)" userId="62030f1a-a95b-4c33-86e6-478100d64ee1" providerId="ADAL" clId="{58ED7AA8-B633-43EA-B803-6478153F3BD7}" dt="2025-03-21T05:00:06.595" v="137" actId="47"/>
        <pc:sldMkLst>
          <pc:docMk/>
          <pc:sldMk cId="2619453085" sldId="385"/>
        </pc:sldMkLst>
      </pc:sldChg>
      <pc:sldChg chg="del">
        <pc:chgData name="Kheng Kok MAR (NYP)" userId="62030f1a-a95b-4c33-86e6-478100d64ee1" providerId="ADAL" clId="{58ED7AA8-B633-43EA-B803-6478153F3BD7}" dt="2025-03-21T05:00:06.595" v="137" actId="47"/>
        <pc:sldMkLst>
          <pc:docMk/>
          <pc:sldMk cId="4041534699" sldId="386"/>
        </pc:sldMkLst>
      </pc:sldChg>
      <pc:sldChg chg="del">
        <pc:chgData name="Kheng Kok MAR (NYP)" userId="62030f1a-a95b-4c33-86e6-478100d64ee1" providerId="ADAL" clId="{58ED7AA8-B633-43EA-B803-6478153F3BD7}" dt="2025-03-21T05:00:06.595" v="137" actId="47"/>
        <pc:sldMkLst>
          <pc:docMk/>
          <pc:sldMk cId="3434463523" sldId="387"/>
        </pc:sldMkLst>
      </pc:sldChg>
      <pc:sldChg chg="del">
        <pc:chgData name="Kheng Kok MAR (NYP)" userId="62030f1a-a95b-4c33-86e6-478100d64ee1" providerId="ADAL" clId="{58ED7AA8-B633-43EA-B803-6478153F3BD7}" dt="2025-03-21T05:00:06.595" v="137" actId="47"/>
        <pc:sldMkLst>
          <pc:docMk/>
          <pc:sldMk cId="3273044271" sldId="388"/>
        </pc:sldMkLst>
      </pc:sldChg>
      <pc:sldChg chg="del">
        <pc:chgData name="Kheng Kok MAR (NYP)" userId="62030f1a-a95b-4c33-86e6-478100d64ee1" providerId="ADAL" clId="{58ED7AA8-B633-43EA-B803-6478153F3BD7}" dt="2025-03-21T05:00:06.595" v="137" actId="47"/>
        <pc:sldMkLst>
          <pc:docMk/>
          <pc:sldMk cId="2594403404" sldId="389"/>
        </pc:sldMkLst>
      </pc:sldChg>
      <pc:sldChg chg="del">
        <pc:chgData name="Kheng Kok MAR (NYP)" userId="62030f1a-a95b-4c33-86e6-478100d64ee1" providerId="ADAL" clId="{58ED7AA8-B633-43EA-B803-6478153F3BD7}" dt="2025-03-21T05:00:06.595" v="137" actId="47"/>
        <pc:sldMkLst>
          <pc:docMk/>
          <pc:sldMk cId="2584676501" sldId="390"/>
        </pc:sldMkLst>
      </pc:sldChg>
      <pc:sldChg chg="del">
        <pc:chgData name="Kheng Kok MAR (NYP)" userId="62030f1a-a95b-4c33-86e6-478100d64ee1" providerId="ADAL" clId="{58ED7AA8-B633-43EA-B803-6478153F3BD7}" dt="2025-03-21T05:00:06.595" v="137" actId="47"/>
        <pc:sldMkLst>
          <pc:docMk/>
          <pc:sldMk cId="4048104730" sldId="391"/>
        </pc:sldMkLst>
      </pc:sldChg>
      <pc:sldChg chg="del">
        <pc:chgData name="Kheng Kok MAR (NYP)" userId="62030f1a-a95b-4c33-86e6-478100d64ee1" providerId="ADAL" clId="{58ED7AA8-B633-43EA-B803-6478153F3BD7}" dt="2025-03-21T05:00:06.595" v="137" actId="47"/>
        <pc:sldMkLst>
          <pc:docMk/>
          <pc:sldMk cId="761234270" sldId="392"/>
        </pc:sldMkLst>
      </pc:sldChg>
      <pc:sldChg chg="del">
        <pc:chgData name="Kheng Kok MAR (NYP)" userId="62030f1a-a95b-4c33-86e6-478100d64ee1" providerId="ADAL" clId="{58ED7AA8-B633-43EA-B803-6478153F3BD7}" dt="2025-03-21T05:00:06.595" v="137" actId="47"/>
        <pc:sldMkLst>
          <pc:docMk/>
          <pc:sldMk cId="3140442699" sldId="393"/>
        </pc:sldMkLst>
      </pc:sldChg>
      <pc:sldChg chg="del">
        <pc:chgData name="Kheng Kok MAR (NYP)" userId="62030f1a-a95b-4c33-86e6-478100d64ee1" providerId="ADAL" clId="{58ED7AA8-B633-43EA-B803-6478153F3BD7}" dt="2025-03-21T05:00:06.595" v="137" actId="47"/>
        <pc:sldMkLst>
          <pc:docMk/>
          <pc:sldMk cId="2799622941" sldId="394"/>
        </pc:sldMkLst>
      </pc:sldChg>
      <pc:sldChg chg="del">
        <pc:chgData name="Kheng Kok MAR (NYP)" userId="62030f1a-a95b-4c33-86e6-478100d64ee1" providerId="ADAL" clId="{58ED7AA8-B633-43EA-B803-6478153F3BD7}" dt="2025-03-21T05:00:06.595" v="137" actId="47"/>
        <pc:sldMkLst>
          <pc:docMk/>
          <pc:sldMk cId="2213993344" sldId="395"/>
        </pc:sldMkLst>
      </pc:sldChg>
      <pc:sldChg chg="del">
        <pc:chgData name="Kheng Kok MAR (NYP)" userId="62030f1a-a95b-4c33-86e6-478100d64ee1" providerId="ADAL" clId="{58ED7AA8-B633-43EA-B803-6478153F3BD7}" dt="2025-03-21T05:00:06.595" v="137" actId="47"/>
        <pc:sldMkLst>
          <pc:docMk/>
          <pc:sldMk cId="1879657340" sldId="396"/>
        </pc:sldMkLst>
      </pc:sldChg>
      <pc:sldChg chg="del">
        <pc:chgData name="Kheng Kok MAR (NYP)" userId="62030f1a-a95b-4c33-86e6-478100d64ee1" providerId="ADAL" clId="{58ED7AA8-B633-43EA-B803-6478153F3BD7}" dt="2025-03-21T05:00:06.595" v="137" actId="47"/>
        <pc:sldMkLst>
          <pc:docMk/>
          <pc:sldMk cId="227410163" sldId="397"/>
        </pc:sldMkLst>
      </pc:sldChg>
      <pc:sldChg chg="del">
        <pc:chgData name="Kheng Kok MAR (NYP)" userId="62030f1a-a95b-4c33-86e6-478100d64ee1" providerId="ADAL" clId="{58ED7AA8-B633-43EA-B803-6478153F3BD7}" dt="2025-03-21T05:00:06.595" v="137" actId="47"/>
        <pc:sldMkLst>
          <pc:docMk/>
          <pc:sldMk cId="353696741" sldId="398"/>
        </pc:sldMkLst>
      </pc:sldChg>
      <pc:sldChg chg="del">
        <pc:chgData name="Kheng Kok MAR (NYP)" userId="62030f1a-a95b-4c33-86e6-478100d64ee1" providerId="ADAL" clId="{58ED7AA8-B633-43EA-B803-6478153F3BD7}" dt="2025-03-21T05:00:06.595" v="137" actId="47"/>
        <pc:sldMkLst>
          <pc:docMk/>
          <pc:sldMk cId="3929622885" sldId="399"/>
        </pc:sldMkLst>
      </pc:sldChg>
      <pc:sldChg chg="del">
        <pc:chgData name="Kheng Kok MAR (NYP)" userId="62030f1a-a95b-4c33-86e6-478100d64ee1" providerId="ADAL" clId="{58ED7AA8-B633-43EA-B803-6478153F3BD7}" dt="2025-03-21T05:00:06.595" v="137" actId="47"/>
        <pc:sldMkLst>
          <pc:docMk/>
          <pc:sldMk cId="3406082339" sldId="400"/>
        </pc:sldMkLst>
      </pc:sldChg>
      <pc:sldChg chg="del">
        <pc:chgData name="Kheng Kok MAR (NYP)" userId="62030f1a-a95b-4c33-86e6-478100d64ee1" providerId="ADAL" clId="{58ED7AA8-B633-43EA-B803-6478153F3BD7}" dt="2025-03-21T05:00:06.595" v="137" actId="47"/>
        <pc:sldMkLst>
          <pc:docMk/>
          <pc:sldMk cId="1068316888" sldId="401"/>
        </pc:sldMkLst>
      </pc:sldChg>
      <pc:sldChg chg="modSp add mod">
        <pc:chgData name="Kheng Kok MAR (NYP)" userId="62030f1a-a95b-4c33-86e6-478100d64ee1" providerId="ADAL" clId="{58ED7AA8-B633-43EA-B803-6478153F3BD7}" dt="2025-03-21T04:59:24.160" v="134" actId="20577"/>
        <pc:sldMkLst>
          <pc:docMk/>
          <pc:sldMk cId="3155291161" sldId="402"/>
        </pc:sldMkLst>
        <pc:spChg chg="mod">
          <ac:chgData name="Kheng Kok MAR (NYP)" userId="62030f1a-a95b-4c33-86e6-478100d64ee1" providerId="ADAL" clId="{58ED7AA8-B633-43EA-B803-6478153F3BD7}" dt="2025-03-21T02:00:47.977" v="73" actId="20577"/>
          <ac:spMkLst>
            <pc:docMk/>
            <pc:sldMk cId="3155291161" sldId="402"/>
            <ac:spMk id="2" creationId="{A1D871B1-6C5D-3259-B42A-793ADF2CE90C}"/>
          </ac:spMkLst>
        </pc:spChg>
        <pc:spChg chg="mod">
          <ac:chgData name="Kheng Kok MAR (NYP)" userId="62030f1a-a95b-4c33-86e6-478100d64ee1" providerId="ADAL" clId="{58ED7AA8-B633-43EA-B803-6478153F3BD7}" dt="2025-03-21T04:59:24.160" v="134" actId="20577"/>
          <ac:spMkLst>
            <pc:docMk/>
            <pc:sldMk cId="3155291161" sldId="402"/>
            <ac:spMk id="3" creationId="{DD3B9174-B1BD-7F76-160C-AB73246A18B4}"/>
          </ac:spMkLst>
        </pc:spChg>
      </pc:sldChg>
      <pc:sldChg chg="modSp add del mod">
        <pc:chgData name="Kheng Kok MAR (NYP)" userId="62030f1a-a95b-4c33-86e6-478100d64ee1" providerId="ADAL" clId="{58ED7AA8-B633-43EA-B803-6478153F3BD7}" dt="2025-03-21T02:00:27.386" v="55"/>
        <pc:sldMkLst>
          <pc:docMk/>
          <pc:sldMk cId="3498333577" sldId="402"/>
        </pc:sldMkLst>
        <pc:spChg chg="mod">
          <ac:chgData name="Kheng Kok MAR (NYP)" userId="62030f1a-a95b-4c33-86e6-478100d64ee1" providerId="ADAL" clId="{58ED7AA8-B633-43EA-B803-6478153F3BD7}" dt="2025-03-21T02:00:26.988" v="54" actId="20577"/>
          <ac:spMkLst>
            <pc:docMk/>
            <pc:sldMk cId="3498333577" sldId="402"/>
            <ac:spMk id="2" creationId="{7E5DD8B0-3B00-B572-9211-A9127DBB9BE1}"/>
          </ac:spMkLst>
        </pc:spChg>
      </pc:sldChg>
      <pc:sldChg chg="modSp new mod">
        <pc:chgData name="Kheng Kok MAR (NYP)" userId="62030f1a-a95b-4c33-86e6-478100d64ee1" providerId="ADAL" clId="{58ED7AA8-B633-43EA-B803-6478153F3BD7}" dt="2025-03-21T05:00:48.584" v="153" actId="5793"/>
        <pc:sldMkLst>
          <pc:docMk/>
          <pc:sldMk cId="2767485149" sldId="403"/>
        </pc:sldMkLst>
        <pc:spChg chg="mod">
          <ac:chgData name="Kheng Kok MAR (NYP)" userId="62030f1a-a95b-4c33-86e6-478100d64ee1" providerId="ADAL" clId="{58ED7AA8-B633-43EA-B803-6478153F3BD7}" dt="2025-03-21T05:00:24.783" v="150" actId="20577"/>
          <ac:spMkLst>
            <pc:docMk/>
            <pc:sldMk cId="2767485149" sldId="403"/>
            <ac:spMk id="2" creationId="{B6D222A1-CAB4-531E-D2EE-955F64A570CC}"/>
          </ac:spMkLst>
        </pc:spChg>
        <pc:spChg chg="mod">
          <ac:chgData name="Kheng Kok MAR (NYP)" userId="62030f1a-a95b-4c33-86e6-478100d64ee1" providerId="ADAL" clId="{58ED7AA8-B633-43EA-B803-6478153F3BD7}" dt="2025-03-21T05:00:48.584" v="153" actId="5793"/>
          <ac:spMkLst>
            <pc:docMk/>
            <pc:sldMk cId="2767485149" sldId="403"/>
            <ac:spMk id="3" creationId="{C3D150AC-8FBE-FE32-73FC-FBBA80B56B9E}"/>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04A07A7-A8F7-B72E-4B74-261D7D3F956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a:extLst>
              <a:ext uri="{FF2B5EF4-FFF2-40B4-BE49-F238E27FC236}">
                <a16:creationId xmlns:a16="http://schemas.microsoft.com/office/drawing/2014/main" id="{57972104-C5D7-9142-35F7-AC28827A371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D3F652-CB33-4F60-88E9-6D8C7BBE5615}" type="datetimeFigureOut">
              <a:rPr lang="en-SG" smtClean="0"/>
              <a:t>8/10/2025</a:t>
            </a:fld>
            <a:endParaRPr lang="en-SG"/>
          </a:p>
        </p:txBody>
      </p:sp>
      <p:sp>
        <p:nvSpPr>
          <p:cNvPr id="4" name="Footer Placeholder 3">
            <a:extLst>
              <a:ext uri="{FF2B5EF4-FFF2-40B4-BE49-F238E27FC236}">
                <a16:creationId xmlns:a16="http://schemas.microsoft.com/office/drawing/2014/main" id="{82843AF6-21A3-F929-ED7C-7B438738C7D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5" name="Slide Number Placeholder 4">
            <a:extLst>
              <a:ext uri="{FF2B5EF4-FFF2-40B4-BE49-F238E27FC236}">
                <a16:creationId xmlns:a16="http://schemas.microsoft.com/office/drawing/2014/main" id="{DAE12D10-68BD-CCCD-9552-0B6E039E3DC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FB006ED-B046-4917-A165-CAAD7C0FC909}" type="slidenum">
              <a:rPr lang="en-SG" smtClean="0"/>
              <a:t>‹#›</a:t>
            </a:fld>
            <a:endParaRPr lang="en-SG"/>
          </a:p>
        </p:txBody>
      </p:sp>
    </p:spTree>
    <p:extLst>
      <p:ext uri="{BB962C8B-B14F-4D97-AF65-F5344CB8AC3E}">
        <p14:creationId xmlns:p14="http://schemas.microsoft.com/office/powerpoint/2010/main" val="416877492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D0027D-8C89-4D53-9D0A-8B13C461417F}" type="datetimeFigureOut">
              <a:rPr lang="en-SG" smtClean="0"/>
              <a:t>8/10/2025</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40DD26-C564-4A3C-8398-FE9A3FA1B74B}" type="slidenum">
              <a:rPr lang="en-SG" smtClean="0"/>
              <a:t>‹#›</a:t>
            </a:fld>
            <a:endParaRPr lang="en-SG"/>
          </a:p>
        </p:txBody>
      </p:sp>
    </p:spTree>
    <p:extLst>
      <p:ext uri="{BB962C8B-B14F-4D97-AF65-F5344CB8AC3E}">
        <p14:creationId xmlns:p14="http://schemas.microsoft.com/office/powerpoint/2010/main" val="386218849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Welcome, everyone. Today's session is a fast one hour, but it covers ground that directly affects how much your models cost to run in production, so it's worth the focus.</a:t>
            </a:r>
          </a:p>
          <a:p>
            <a:r>
              <a:rPr lang="en-US" dirty="0"/>
              <a:t>By the end of this session, I want you to be able to do three things. First, explain why we even bother optimizing a model after it's already trained — what's actually being saved. Second, describe the four core techniques we'll cover — quantization, pruning, distillation, and compilation — well enough that you could explain each to a teammate. And third, actually reason about a real trade-off: given a latency target and an accuracy constraint, which optimized variant would you ship.</a:t>
            </a:r>
          </a:p>
          <a:p>
            <a:r>
              <a:rPr lang="en-US" dirty="0"/>
              <a:t>Quick framing before we start: a BERT model has about 110 million parameters. Running it for a million inference requests on AWS costs roughly $150. Optimize it well, and that bill drops to about $15. That one number is going to motivate everything we cover today.</a:t>
            </a:r>
          </a:p>
        </p:txBody>
      </p:sp>
      <p:sp>
        <p:nvSpPr>
          <p:cNvPr id="4" name="Footer Placeholder 3"/>
          <p:cNvSpPr>
            <a:spLocks noGrp="1"/>
          </p:cNvSpPr>
          <p:nvPr>
            <p:ph type="ftr" sz="quarter" idx="4"/>
          </p:nvPr>
        </p:nvSpPr>
        <p:spPr/>
        <p:txBody>
          <a:bodyPr/>
          <a:lstStyle/>
          <a:p>
            <a:endParaRPr lang="en-SG"/>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start with the problem, because the techniques won't feel motivated until you see the cost.</a:t>
            </a:r>
          </a:p>
          <a:p>
            <a:r>
              <a:rPr lang="en-US" dirty="0"/>
              <a:t>The first number, ten to a hundred times reduction, sounds abstract, so let's make it concrete. An unoptimized FP32 model on a cloud GPU might cost around a dollar per thousand inferences. A properly quantized and compiled version on that same hardware can cost less than a cent. At ten million inferences a day, that's the difference between ten thousand dollars and about a hundred dollars, per day.</a:t>
            </a:r>
          </a:p>
          <a:p>
            <a:r>
              <a:rPr lang="en-US" dirty="0"/>
              <a:t>The second number is about size. BERT-base sits at around four gigabytes in full precision. Quantized to INT8, it shrinks to about one gigabyte. That matters enormously for deployment, because four gigabytes simply does not fit in the RAM of most edge or mobile devices, and one gigabyte does. This is exactly why mobile ML teams quantize before they ship anything.</a:t>
            </a:r>
          </a:p>
          <a:p>
            <a:r>
              <a:rPr lang="en-US" dirty="0"/>
              <a:t>The third number, three to five times latency improvement, needs one clarification: this is p50 latency, meaning the typical per-request response time, not throughput. Latency and throughput don't always move together, so keep that distinction in mind as we go.</a:t>
            </a:r>
          </a:p>
          <a:p>
            <a:r>
              <a:rPr lang="en-US" dirty="0"/>
              <a:t>And I'll leave you with the sustainability angle, because it's becoming a real professional expectation, not just a nice-to-have. GPT-3's training run alone emitted something like 552 tonnes of CO2. Every ten-times reduction in inference cost is also a direct reduction in energy usage at scale, so optimization isn't just an engineering nicety, it's increasingly an environmental one too.</a:t>
            </a:r>
          </a:p>
        </p:txBody>
      </p:sp>
      <p:sp>
        <p:nvSpPr>
          <p:cNvPr id="4" name="Footer Placeholder 3"/>
          <p:cNvSpPr>
            <a:spLocks noGrp="1"/>
          </p:cNvSpPr>
          <p:nvPr>
            <p:ph type="ftr" sz="quarter" idx="4"/>
          </p:nvPr>
        </p:nvSpPr>
        <p:spPr/>
        <p:txBody>
          <a:bodyPr/>
          <a:lstStyle/>
          <a:p>
            <a:endParaRPr lang="en-SG"/>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let's actually define the term, because it gets confused with something else quite often.</a:t>
            </a:r>
          </a:p>
          <a:p>
            <a:r>
              <a:rPr lang="en-US" dirty="0"/>
              <a:t>I want you to really absorb the phrase 'after training'. A lot of students mix up model optimization with efficient training techniques — things like mixed-precision training or gradient checkpointing. Those are a separate concern, about making the training process itself cheaper. What we're covering today is post-training optimization — the model is already fully trained, its knowledge is already learned, and we're changing how that knowledge is represented and executed, not what it knows.</a:t>
            </a:r>
          </a:p>
          <a:p>
            <a:r>
              <a:rPr lang="en-US" dirty="0"/>
              <a:t>The three goals, smaller, faster, cheaper, form a kind of triangle. In practice you can rarely max out all three simultaneously — there's almost always a trade-off. Most real deployments accept a small accuracy hit in exchange for a large latency or cost win, and figuring out where on that trade-off curve you want to sit is really the central engineering decision in this whole field.</a:t>
            </a:r>
          </a:p>
          <a:p>
            <a:r>
              <a:rPr lang="en-US" dirty="0"/>
              <a:t>Here's a question worth sitting with: if you could have a model that's three times faster but one percent less accurate, would you deploy it? Think about your answer, because you're going to face exactly this decision in real projects, and the answer genuinely depends on what that one percent costs you in your specific application.</a:t>
            </a:r>
          </a:p>
        </p:txBody>
      </p:sp>
      <p:sp>
        <p:nvSpPr>
          <p:cNvPr id="4" name="Footer Placeholder 3"/>
          <p:cNvSpPr>
            <a:spLocks noGrp="1"/>
          </p:cNvSpPr>
          <p:nvPr>
            <p:ph type="ftr" sz="quarter" idx="4"/>
          </p:nvPr>
        </p:nvSpPr>
        <p:spPr/>
        <p:txBody>
          <a:bodyPr/>
          <a:lstStyle/>
          <a:p>
            <a:endParaRPr lang="en-SG"/>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This slide is really the map for the rest of the session, so let's set expectations before we go technique by technique.</a:t>
            </a:r>
          </a:p>
          <a:p>
            <a:r>
              <a:rPr lang="en-US" dirty="0"/>
              <a:t>Think of these four as tools in a toolbox, each attacking a different cost axis. There's a nice way a quantization engineer at Google once put it: quantization is the first thing you try, pruning is the next, distillation is the nuclear option when you need a genuinely different form factor, and compilation is always the very last step before deployment.</a:t>
            </a:r>
          </a:p>
          <a:p>
            <a:r>
              <a:rPr lang="en-US" dirty="0"/>
              <a:t>The key point I want you to take from this slide is that these techniques are additive, not alternatives. Applying quantization and compilation to the same model gives you more speedup than either one alone. As a rough industry benchmark, INT8 quantization alone gets you two to four times on GPU, structured pruning gets you one and a half to three times latency improvement, distillation gets you a custom student size, and compilation adds another one point three to two times. Stack all four together and six to twenty times total improvement is realistic.</a:t>
            </a:r>
          </a:p>
          <a:p>
            <a:r>
              <a:rPr lang="en-US" dirty="0"/>
              <a:t>We're going to go through each of these one at a time, with a simple visual and a concrete example for each, and then in the second half of the session we'll look at how to combine them and where the real trade-offs sit.</a:t>
            </a:r>
          </a:p>
        </p:txBody>
      </p:sp>
      <p:sp>
        <p:nvSpPr>
          <p:cNvPr id="4" name="Footer Placeholder 3"/>
          <p:cNvSpPr>
            <a:spLocks noGrp="1"/>
          </p:cNvSpPr>
          <p:nvPr>
            <p:ph type="ftr" sz="quarter" idx="4"/>
          </p:nvPr>
        </p:nvSpPr>
        <p:spPr/>
        <p:txBody>
          <a:bodyPr/>
          <a:lstStyle/>
          <a:p>
            <a:endParaRPr lang="en-SG"/>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Quantization is almost always the first technique you reach for. It's fast, it's reversible because you keep the original FP32 weights sitting there untouched, and it gives you the largest guaranteed benefit for the least engineering effort of anything we'll cover today.</a:t>
            </a:r>
          </a:p>
          <a:p>
            <a:r>
              <a:rPr lang="en-US" dirty="0"/>
              <a:t>Let's walk through what's actually happening. FP32 means a 32-bit float, four bytes per number. INT8 means an 8-bit integer, just one byte. Same underlying information, four times less storage. The actual mapping uses a simple formula — you take the floating point value, divide by a scale factor, add a zero-point offset, and round to the nearest integer. That scale and zero-point aren't arbitrary, they're computed from the real distribution of your data during a calibration step.</a:t>
            </a:r>
          </a:p>
          <a:p>
            <a:r>
              <a:rPr lang="en-US" dirty="0"/>
              <a:t>Now, the statistic that surprises people most is the accuracy drop, less than one percent typically. Students often assume quantization is going to badly damage the model, but for most vision models and a lot of NLP models, INT8 post-training quantization loses less than half a percent of top-one accuracy. The real magic is in how well the activation ranges are calibrated — get that calibration right, and the model barely notices the precision drop.</a:t>
            </a:r>
          </a:p>
        </p:txBody>
      </p:sp>
      <p:sp>
        <p:nvSpPr>
          <p:cNvPr id="4" name="Footer Placeholder 3"/>
          <p:cNvSpPr>
            <a:spLocks noGrp="1"/>
          </p:cNvSpPr>
          <p:nvPr>
            <p:ph type="ftr" sz="quarter" idx="4"/>
          </p:nvPr>
        </p:nvSpPr>
        <p:spPr/>
        <p:txBody>
          <a:bodyPr/>
          <a:lstStyle/>
          <a:p>
            <a:endParaRPr lang="en-SG"/>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once you've decided to quantize, the next question is which flavour. There are really two families here: post-training quantization, PTQ, and quantization-aware training, QAT.</a:t>
            </a:r>
          </a:p>
          <a:p>
            <a:r>
              <a:rPr lang="en-US" dirty="0"/>
              <a:t>PTQ works directly on a model you've already trained — no retraining at all. It just needs a small calibration dataset, somewhere between a hundred and five hundred samples, to estimate the activation ranges. Within PTQ there are two variants: dynamic, where activations get quantized on the fly at runtime — this is the easy option and works well for Transformers — and static, where activations are quantized offline ahead of time, which tends to work better for CNNs but needs that calibration data upfront.</a:t>
            </a:r>
          </a:p>
          <a:p>
            <a:r>
              <a:rPr lang="en-US" dirty="0"/>
              <a:t>QAT is the heavier-weight option. It inserts what are called fake-quant nodes during a fine-tuning pass, so the model literally learns to tolerate the error that quantization introduces. The catch is you need access to training data and a fine-tuning budget, which not every team has readily available.</a:t>
            </a:r>
          </a:p>
          <a:p>
            <a:r>
              <a:rPr lang="en-US" dirty="0"/>
              <a:t>So here's the practical decision rule I want you to walk away with: always start with PTQ. If your accuracy lands within your SLA, you're done, move on. Only graduate to QAT when PTQ's accuracy drop is too severe — this typically shows up with INT4 or with aggressive INT8 on dense models.</a:t>
            </a:r>
          </a:p>
          <a:p>
            <a:r>
              <a:rPr lang="en-US" dirty="0"/>
              <a:t>One more thing worth flagging for anyone interested in LLMs specifically: W4A8, meaning 4-bit weights paired with 8-bit activations, is the current frontier for on-device LLM deployment — it keeps the huge size savings of 4-bit weights while keeping throughput high with 8-bit activations. If you want to go deeper, look up GPTQ, AWQ, and LLM.int8, those are the three papers that define this space.</a:t>
            </a:r>
          </a:p>
        </p:txBody>
      </p:sp>
      <p:sp>
        <p:nvSpPr>
          <p:cNvPr id="4" name="Footer Placeholder 3"/>
          <p:cNvSpPr>
            <a:spLocks noGrp="1"/>
          </p:cNvSpPr>
          <p:nvPr>
            <p:ph type="ftr" sz="quarter" idx="4"/>
          </p:nvPr>
        </p:nvSpPr>
        <p:spPr/>
        <p:txBody>
          <a:bodyPr/>
          <a:lstStyle/>
          <a:p>
            <a:endParaRPr lang="en-SG"/>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Before we go further, I want to flag the single most common misconception students have about pruning, so pay close attention here.</a:t>
            </a:r>
          </a:p>
          <a:p>
            <a:r>
              <a:rPr lang="en-US" dirty="0"/>
              <a:t>Pruning and sparsity are not the same thing as speedup. If you zero out fifty percent of a model's weights — that's unstructured pruning — the file size only shrinks after you compress it, say with gzip. The dense GPU matrix multiplication underneath still processes every single one of those zeroed values at exactly the same speed as before. Nothing gets faster by default.</a:t>
            </a:r>
          </a:p>
          <a:p>
            <a:r>
              <a:rPr lang="en-US" dirty="0"/>
              <a:t>What actually reduces FLOPs and latency is structured pruning — removing entire filters, attention heads, or layers. That gives you a genuinely smaller, denser model, and dense GPU kernels immediately run faster on something smaller, with no special sparse-aware hardware needed.</a:t>
            </a:r>
          </a:p>
          <a:p>
            <a:r>
              <a:rPr lang="en-US" dirty="0"/>
              <a:t>There's a nice theoretical backing for all this too, the Lottery Ticket Hypothesis, from Frankle and Carbin in 2019. The idea is that large networks secretly contain much smaller sparse sub-networks that, if you trained them from scratch on their own, would reach the same accuracy as the full network. Pruning is essentially the process of finding one of those winning tickets inside the larger network.</a:t>
            </a:r>
          </a:p>
          <a:p>
            <a:r>
              <a:rPr lang="en-US" dirty="0"/>
              <a:t>We'll dig into the structured versus unstructured distinction properly on the next slide, because this really is worth spending extra time on — it comes up constantly in both assessments and interviews.</a:t>
            </a:r>
          </a:p>
        </p:txBody>
      </p:sp>
      <p:sp>
        <p:nvSpPr>
          <p:cNvPr id="4" name="Footer Placeholder 3"/>
          <p:cNvSpPr>
            <a:spLocks noGrp="1"/>
          </p:cNvSpPr>
          <p:nvPr>
            <p:ph type="ftr" sz="quarter" idx="4"/>
          </p:nvPr>
        </p:nvSpPr>
        <p:spPr/>
        <p:txBody>
          <a:bodyPr/>
          <a:lstStyle/>
          <a:p>
            <a:endParaRPr lang="en-SG"/>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make this distinction really concrete with an analogy, because it's worth remembering long after this lecture.</a:t>
            </a:r>
          </a:p>
          <a:p>
            <a:r>
              <a:rPr lang="en-US" dirty="0"/>
              <a:t>Unstructured pruning is like taking a full one-thousand-page book and blanking out random individual words scattered throughout. The book still has a thousand pages, and it still takes exactly as long to read, because you still have to turn every page, even the ones with blanked words on them. That's what happens on a dense GPU kernel — it processes every element of the matrix regardless of whether it's a real number or a zero.</a:t>
            </a:r>
          </a:p>
          <a:p>
            <a:r>
              <a:rPr lang="en-US" dirty="0"/>
              <a:t>Structured pruning is like removing two hundred entire pages that turned out to be redundant. Now you genuinely have an eight-hundred-page book, and it is faster to read, because there's simply less of it. That's the difference between sparsity and an actual smaller model.</a:t>
            </a:r>
          </a:p>
          <a:p>
            <a:r>
              <a:rPr lang="en-US" dirty="0"/>
              <a:t>A great real-world example of structured design is MobileNet-V2. Its depthwise separable convolutions are essentially a pre-structured, pruned architecture from the start, and it achieves eight times fewer parameters than ResNet-50 while getting similar accuracy on ImageNet.</a:t>
            </a:r>
          </a:p>
          <a:p>
            <a:r>
              <a:rPr lang="en-US" dirty="0"/>
              <a:t>One more reference worth knowing: SparseGPT, from Frantar and Alistarh in 2023, applies unstructured pruning to GPT-scale models and achieves fifty percent sparsity with almost no accuracy loss — but the authors are explicit that this only helps if you're running on sparse-aware CUDA kernels, not standard PyTorch inference. Same lesson, different scale.</a:t>
            </a:r>
          </a:p>
        </p:txBody>
      </p:sp>
      <p:sp>
        <p:nvSpPr>
          <p:cNvPr id="4" name="Footer Placeholder 3"/>
          <p:cNvSpPr>
            <a:spLocks noGrp="1"/>
          </p:cNvSpPr>
          <p:nvPr>
            <p:ph type="ftr" sz="quarter" idx="4"/>
          </p:nvPr>
        </p:nvSpPr>
        <p:spPr/>
        <p:txBody>
          <a:bodyPr/>
          <a:lstStyle/>
          <a:p>
            <a:endParaRPr lang="en-SG"/>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Distillation is, I'd argue, the most human of the four techniques we're covering — it's literally mentorship encoded as a loss function. A large, capable teacher model passes on what it knows to a smaller student.</a:t>
            </a:r>
          </a:p>
          <a:p>
            <a:r>
              <a:rPr lang="en-US" dirty="0"/>
              <a:t>The idea traces back to a short and very readable paper, Hinton, Vinyals, and Dean's 2015 paper 'Distilling the Knowledge in a Neural Network' — it's only nine pages, and I'd genuinely recommend it as optional reading if this topic interests you.</a:t>
            </a:r>
          </a:p>
          <a:p>
            <a:r>
              <a:rPr lang="en-US" dirty="0"/>
              <a:t>The number I want you to know by heart, because it's the standard example in this field, is DistilBERT. It's forty percent smaller than BERT-base, sixty percent faster, and yet retains ninety-seven percent of BERT's performance on the GLUE benchmark. That's an extraordinary trade — you're giving up very little and getting a lot back in size and speed.</a:t>
            </a:r>
          </a:p>
          <a:p>
            <a:r>
              <a:rPr lang="en-US" dirty="0"/>
              <a:t>On the vision side, DeiT is the equivalent showcase example. It trains a Vision Transformer student using a CNN teacher, like a ResNet or EfficientNet, and the point of that pairing is to transfer the CNN's inductive bias about image structure into the ViT — which helps close the gap that Vision Transformers otherwise have when there isn't a huge amount of training data available.</a:t>
            </a:r>
          </a:p>
        </p:txBody>
      </p:sp>
      <p:sp>
        <p:nvSpPr>
          <p:cNvPr id="4" name="Footer Placeholder 3"/>
          <p:cNvSpPr>
            <a:spLocks noGrp="1"/>
          </p:cNvSpPr>
          <p:nvPr>
            <p:ph type="ftr" sz="quarter" idx="4"/>
          </p:nvPr>
        </p:nvSpPr>
        <p:spPr/>
        <p:txBody>
          <a:bodyPr/>
          <a:lstStyle/>
          <a:p>
            <a:endParaRPr lang="en-SG"/>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what does the student actually learn from? This is the key insight of the whole technique, so let's slow down here.</a:t>
            </a:r>
          </a:p>
          <a:p>
            <a:r>
              <a:rPr lang="en-US" dirty="0"/>
              <a:t>A hard label just says 'this is a cat, one hundred percent.' A soft label instead says something like seventy-two percent cat, twenty-two percent dog, five percent bird. That extra information — that cats and dogs apparently look somewhat similar to the teacher — is hidden inside the teacher's full probability output, and it's exactly what makes distillation work better than just training the small model from scratch on hard labels alone.</a:t>
            </a:r>
          </a:p>
          <a:p>
            <a:r>
              <a:rPr lang="en-US" dirty="0"/>
              <a:t>Temperature controls how much of that inter-class information comes through. At a temperature of one, you just get the model's raw softmax output. Crank the temperature up, say to four, and the distribution smooths out, making the similarities between classes much more visible and informative for the student. The overall loss function typically blends two terms — a distillation loss matching the soft teacher output, weighted by alpha, and a standard cross-entropy loss against the real hard label, weighted by beta.</a:t>
            </a:r>
          </a:p>
          <a:p>
            <a:r>
              <a:rPr lang="en-US" dirty="0"/>
              <a:t>There are really three flavours worth knowing. Response-based distillation just matches the final output probabilities — it's simple and always applicable regardless of architecture. Feature-based distillation, sometimes called FitNets, goes further and matches intermediate activations, which tends to work better in vision tasks where spatial structure in the feature maps carries real information the final output alone doesn't capture. And self-distillation is a neat trick where the teacher and student share the exact same architecture — you're essentially getting a free accuracy boost just from the soft-label training signal.</a:t>
            </a:r>
          </a:p>
          <a:p>
            <a:r>
              <a:rPr lang="en-US" dirty="0"/>
              <a:t>A good discussion question if you want to think it through: why would you reach for feature-based distillation instead of response-based? The answer is whenever the intermediate representations carry structural information — like spatial feature maps in an object detector — that the final output distribution alone just doesn't capture.</a:t>
            </a:r>
          </a:p>
        </p:txBody>
      </p:sp>
      <p:sp>
        <p:nvSpPr>
          <p:cNvPr id="4" name="Footer Placeholder 3"/>
          <p:cNvSpPr>
            <a:spLocks noGrp="1"/>
          </p:cNvSpPr>
          <p:nvPr>
            <p:ph type="ftr" sz="quarter" idx="4"/>
          </p:nvPr>
        </p:nvSpPr>
        <p:spPr/>
        <p:txBody>
          <a:bodyPr/>
          <a:lstStyle/>
          <a:p>
            <a:endParaRPr lang="en-SG"/>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Compilation is always the last step in the pipeline. It needs a fixed model graph as its input — typically exported to ONNX or TorchScript — which is exactly why you compile after quantization and pruning, not before.</a:t>
            </a:r>
          </a:p>
          <a:p>
            <a:r>
              <a:rPr lang="en-US" dirty="0"/>
              <a:t>So what's it actually doing under the hood? Three main things. Graph fusion combines multiple operations, like a convolution, batch norm, and ReLU, into a single fused kernel, which cuts down on memory round-trips. Kernel auto-tuning tries several different algorithm implementations for each operation and picks whichever is fastest specifically for your hardware and your batch size — not some generic choice. And precision assignment automatically decides where it's safe to use FP16 for compute-heavy operations versus where FP32 precision still matters.</a:t>
            </a:r>
          </a:p>
          <a:p>
            <a:r>
              <a:rPr lang="en-US" dirty="0"/>
              <a:t>The analogy I like here is a C++ compiler running with dash-O-three optimization flags. Your code, or in this case your model, is still logically correct and unchanged — what changes is the actual compiled execution plan that runs on the hardware.</a:t>
            </a:r>
          </a:p>
          <a:p>
            <a:r>
              <a:rPr lang="en-US" dirty="0"/>
              <a:t>On the tools: TensorRT is NVIDIA-only, OpenVINO is Intel-only, and ONNX Runtime is cross-platform, which makes it the easiest starting point if you're not sure which hardware you'll ultimately deploy to. Apache TVM and XLA round out the list for more specialized targets like TPUs or FPGAs.</a:t>
            </a:r>
          </a:p>
        </p:txBody>
      </p:sp>
      <p:sp>
        <p:nvSpPr>
          <p:cNvPr id="4" name="Footer Placeholder 3"/>
          <p:cNvSpPr>
            <a:spLocks noGrp="1"/>
          </p:cNvSpPr>
          <p:nvPr>
            <p:ph type="ftr" sz="quarter" idx="4"/>
          </p:nvPr>
        </p:nvSpPr>
        <p:spPr/>
        <p:txBody>
          <a:bodyPr/>
          <a:lstStyle/>
          <a:p>
            <a:endParaRPr lang="en-SG"/>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far everything we've covered changes the model itself. But there's a second family of techniques that operate at serving time instead — how you run the model, not what the model is — and it's worth knowing these exist, since they compose nicely with everything else.</a:t>
            </a:r>
          </a:p>
          <a:p>
            <a:r>
              <a:rPr lang="en-US" dirty="0"/>
              <a:t>Batching is probably the most familiar: instead of running requests through the model one at a time, you group several inputs together and process them in a single forward pass, which uses the hardware far more efficiently. As a concrete number, WhisperS2T, a speech-to-text implementation, reports a 2.3 times speedup over WhisperX and a 3 times speedup compared to the standard HuggingFace pipeline, largely from smarter batching.</a:t>
            </a:r>
          </a:p>
          <a:p>
            <a:r>
              <a:rPr lang="en-US" dirty="0"/>
              <a:t>Caching is about avoiding redundant computation. In diffusion image models, a lot of intermediate computation across denoising steps is actually quite similar step to step. DeepCache exploits that by reusing intermediate results instead of recomputing them from scratch, and it reports two to five times acceleration — and importantly, it's training-free and almost lossless, so you're not trading away quality to get it.</a:t>
            </a:r>
          </a:p>
          <a:p>
            <a:r>
              <a:rPr lang="en-US" dirty="0"/>
              <a:t>Speculative decoding is a clever one for large language models specifically. Instead of generating tokens one at a time with the big, expensive model, a small, cheap draft model quickly proposes several candidate tokens ahead, and then the large model verifies all of them in a single parallel pass. If the draft model guessed well, you just generated multiple tokens for roughly the cost of one — without the quality drop you might expect.</a:t>
            </a:r>
          </a:p>
          <a:p>
            <a:r>
              <a:rPr lang="en-US" dirty="0"/>
              <a:t>The important framing here is that these aren't replacements for quantization, pruning, distillation, or compilation — they're serving-time techniques that sit alongside them. A production system will often use both: a quantized, compiled model, served with batching and caching on top.</a:t>
            </a:r>
          </a:p>
        </p:txBody>
      </p:sp>
      <p:sp>
        <p:nvSpPr>
          <p:cNvPr id="4" name="Footer Placeholder 3"/>
          <p:cNvSpPr>
            <a:spLocks noGrp="1"/>
          </p:cNvSpPr>
          <p:nvPr>
            <p:ph type="ftr" sz="quarter" idx="4"/>
          </p:nvPr>
        </p:nvSpPr>
        <p:spPr/>
        <p:txBody>
          <a:bodyPr/>
          <a:lstStyle/>
          <a:p>
            <a:endParaRPr lang="en-SG"/>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There's a fifth, less flashy step that's worth knowing about, because it's what makes aggressive compression actually usable in production: recovery.</a:t>
            </a:r>
          </a:p>
          <a:p>
            <a:r>
              <a:rPr lang="en-US" dirty="0"/>
              <a:t>Here's the situation it solves. Sometimes you compress a model hard — heavy quantization down to INT4, or aggressive pruning, or a very small distilled student — and the accuracy drop is bigger than your SLA allows. Rather than backing off the compression, recovery techniques try to claw back that lost accuracy after the fact.</a:t>
            </a:r>
          </a:p>
          <a:p>
            <a:r>
              <a:rPr lang="en-US" dirty="0"/>
              <a:t>The most common approach right now is LoRA fine-tuning — the same low-rank adapter idea a lot of you have probably heard of in the context of fine-tuning large language models cheaply. You freeze the compressed model and just train a small set of additional low-rank parameters on top of it. That's dramatically cheaper than fine-tuning the whole network, but it can recover a meaningful chunk of the accuracy you lost during compression.</a:t>
            </a:r>
          </a:p>
          <a:p>
            <a:r>
              <a:rPr lang="en-US" dirty="0"/>
              <a:t>There's also norm-based recovery, which is more specific — compression can shift the statistical distribution of activations in ways the model's normalization layers weren't calibrated for, so you re-calibrate those normalization statistics after the fact to correct for that shift.</a:t>
            </a:r>
          </a:p>
          <a:p>
            <a:r>
              <a:rPr lang="en-US" dirty="0"/>
              <a:t>The mental model I want you to leave with is this: recovery is the final polish step. You compress aggressively to hit your speed and size targets, and then you spend a little bit of extra effort recovering just enough accuracy to clear your bar — rather than compromising on the compression itself.</a:t>
            </a:r>
          </a:p>
        </p:txBody>
      </p:sp>
      <p:sp>
        <p:nvSpPr>
          <p:cNvPr id="4" name="Footer Placeholder 3"/>
          <p:cNvSpPr>
            <a:spLocks noGrp="1"/>
          </p:cNvSpPr>
          <p:nvPr>
            <p:ph type="ftr" sz="quarter" idx="4"/>
          </p:nvPr>
        </p:nvSpPr>
        <p:spPr/>
        <p:txBody>
          <a:bodyPr/>
          <a:lstStyle/>
          <a:p>
            <a:endParaRPr lang="en-SG"/>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This slide ties the whole session together, so let's be precise about the order, because the order genuinely matters.</a:t>
            </a:r>
          </a:p>
          <a:p>
            <a:r>
              <a:rPr lang="en-US" dirty="0"/>
              <a:t>If you need a fundamentally different form factor — say, targeting a tiny edge device — distil first. Then quantize whatever model you're left with, whether that's the distilled student or the original. Prune next if you still need more latency or size reduction after that. And compilation always comes last, because it's hardware-specific and effectively locks your model to a particular deployment target.</a:t>
            </a:r>
          </a:p>
          <a:p>
            <a:r>
              <a:rPr lang="en-US" dirty="0"/>
              <a:t>Stack all of that together, and ten to fifty times end-to-end latency reduction compared to an unoptimized FP32 model is genuinely achievable in practice, not just a marketing number.</a:t>
            </a:r>
          </a:p>
          <a:p>
            <a:r>
              <a:rPr lang="en-US" dirty="0"/>
              <a:t>But — and this is important — not every project needs every step. Distillation in particular requires training data and real compute budget, which not every team has lying around. My practical shortcut for you: eighty percent of your total gain typically comes from just quantization plus compilation. Do those two first, measure your actual numbers, and only then decide whether you genuinely need pruning or distillation on top.</a:t>
            </a:r>
          </a:p>
          <a:p>
            <a:r>
              <a:rPr lang="en-US" dirty="0"/>
              <a:t>As a real-world anchor, Google's production BERT for Search is reportedly distilled in a DistilBERT-like way, quantized to INT8, and compiled with XLA for TPUs — and each of those steps was measured independently before the next one was added. That's the discipline I want you to bring to your own projects: measure after each step, don't just stack everything blindly.</a:t>
            </a:r>
          </a:p>
        </p:txBody>
      </p:sp>
      <p:sp>
        <p:nvSpPr>
          <p:cNvPr id="4" name="Footer Placeholder 3"/>
          <p:cNvSpPr>
            <a:spLocks noGrp="1"/>
          </p:cNvSpPr>
          <p:nvPr>
            <p:ph type="ftr" sz="quarter" idx="4"/>
          </p:nvPr>
        </p:nvSpPr>
        <p:spPr/>
        <p:txBody>
          <a:bodyPr/>
          <a:lstStyle/>
          <a:p>
            <a:endParaRPr lang="en-SG"/>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look at what these numbers actually look like when you measure them, using p50 inference latency in milliseconds, batch size one, on a T4 GPU.</a:t>
            </a:r>
          </a:p>
          <a:p>
            <a:r>
              <a:rPr lang="en-US" dirty="0"/>
              <a:t>The unoptimized FP32 baseline sits around eighteen milliseconds. Just compiling it, with no quantization at all, brings that down to about nine milliseconds — and I want you to notice that this is a pure win, latency savings without touching accuracy whatsoever, because compilation alone doesn't change any numerical precision.</a:t>
            </a:r>
          </a:p>
          <a:p>
            <a:r>
              <a:rPr lang="en-US" dirty="0"/>
              <a:t>INT8 post-training quantization brings it down further, to around seven milliseconds, and quantization-aware training a bit further still, to about six. Both of these come with well under one percent accuracy loss, which is exactly why INT8 PTQ is almost always the best first move — a large latency win for a tiny accuracy cost.</a:t>
            </a:r>
          </a:p>
          <a:p>
            <a:r>
              <a:rPr lang="en-US" dirty="0"/>
              <a:t>And distilled plus INT8 together gets you down to around four milliseconds — the smallest footprint on this chart, which makes it the natural choice when you're targeting edge deployment with a specific size budget.</a:t>
            </a:r>
          </a:p>
          <a:p>
            <a:r>
              <a:rPr lang="en-US" dirty="0"/>
              <a:t>The concept of the Pareto frontier is the key idea to take from this chart: it's the upper-left boundary of achievable models, where you genuinely cannot improve latency any further without giving up more accuracy. Everything on that frontier represents a legitimate choice — which one is 'best' depends entirely on your constraints.</a:t>
            </a:r>
          </a:p>
          <a:p>
            <a:r>
              <a:rPr lang="en-US" dirty="0"/>
              <a:t>Here's a discussion question worth sitting with: your production SLA requires 5 millisecond p95 latency, and your accuracy constraint is at least 75% top-1. Looking at this chart, which variant would you actually deploy? There often isn't one clean textbook answer — that's exactly the kind of judgment call this whole field trains you to make.</a:t>
            </a:r>
          </a:p>
        </p:txBody>
      </p:sp>
      <p:sp>
        <p:nvSpPr>
          <p:cNvPr id="4" name="Footer Placeholder 3"/>
          <p:cNvSpPr>
            <a:spLocks noGrp="1"/>
          </p:cNvSpPr>
          <p:nvPr>
            <p:ph type="ftr" sz="quarter" idx="4"/>
          </p:nvPr>
        </p:nvSpPr>
        <p:spPr/>
        <p:txBody>
          <a:bodyPr/>
          <a:lstStyle/>
          <a:p>
            <a:endParaRPr lang="en-SG"/>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This slide is a reference map more than something to memorise line by line — I'm not going to read every tool out loud, but let me flag the ones that actually matter for you.</a:t>
            </a:r>
          </a:p>
          <a:p>
            <a:r>
              <a:rPr lang="en-US" dirty="0"/>
              <a:t>torch.onnx.export is always step one. Every single downstream compilation and serving tool needs an ONNX graph as its input, so this is the universal first move regardless of which technique you're applying next.</a:t>
            </a:r>
          </a:p>
          <a:p>
            <a:r>
              <a:rPr lang="en-US" dirty="0"/>
              <a:t>For quantization, Hugging Face Optimum is the easiest path if you're working with Transformer models — it's genuinely close to a one-line API. And bitsandbytes, built by Tim Dettmers, is worth knowing by name because it's what makes LLM.int8 and QLoRA possible — if any of you want to run something like LLaMA on a consumer 24 gigabyte GPU, this is the library that makes that feasible.</a:t>
            </a:r>
          </a:p>
          <a:p>
            <a:r>
              <a:rPr lang="en-US" dirty="0"/>
              <a:t>For serving, Triton Server is worth remembering specifically because it's what all the major cloud providers — Google Vertex AI, AWS SageMaker, Azure ML — use internally under the hood for model serving. Knowing that name will help you recognise the pattern when you see it in the wild.</a:t>
            </a:r>
          </a:p>
          <a:p>
            <a:r>
              <a:rPr lang="en-US" dirty="0"/>
              <a:t>For this module's assessment, here's the honest minimum you need: torch.onnx.export, ONNX Runtime's quantization tools, and ONNX Runtime for serving. That's the minimum viable production pipeline, and everything else on this slide is there for when your project needs to go further.</a:t>
            </a:r>
          </a:p>
        </p:txBody>
      </p:sp>
      <p:sp>
        <p:nvSpPr>
          <p:cNvPr id="4" name="Footer Placeholder 3"/>
          <p:cNvSpPr>
            <a:spLocks noGrp="1"/>
          </p:cNvSpPr>
          <p:nvPr>
            <p:ph type="ftr" sz="quarter" idx="4"/>
          </p:nvPr>
        </p:nvSpPr>
        <p:spPr/>
        <p:txBody>
          <a:bodyPr/>
          <a:lstStyle/>
          <a:p>
            <a:endParaRPr lang="en-SG"/>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bring it all together — I'll go through each point briskly, and then let's open it up for questions.</a:t>
            </a:r>
          </a:p>
          <a:p>
            <a:r>
              <a:rPr lang="en-US" dirty="0"/>
              <a:t>Optimization is not retraining — it takes a model that's already learned everything it needs to know and changes how that knowledge is represented and executed. Quantization is your first move, almost always, because it gives the best return for the least engineering effort — try PTQ before QAT, and try INT8 before reaching for INT4.</a:t>
            </a:r>
          </a:p>
          <a:p>
            <a:r>
              <a:rPr lang="en-US" dirty="0"/>
              <a:t>On pruning, remember the one distinction that trips people up most: structured pruning gives you a real latency speedup, unstructured pruning only helps your file size after compression. Distillation is what you reach for when you need a genuinely different architecture size, not just a precision change. And compilation is always the last step, because it's hardware-specific, it locks in your model graph, and it multiplies whatever gains you've already achieved from the earlier steps.</a:t>
            </a:r>
          </a:p>
          <a:p>
            <a:r>
              <a:rPr lang="en-US" dirty="0"/>
              <a:t>If there's one number to remember from today, it's this: stacking all four techniques together, a ten to fifty times end-to-end improvement over an unoptimized FP32 model is a realistic, achievable target, not a marketing claim.</a:t>
            </a:r>
          </a:p>
          <a:p>
            <a:r>
              <a:rPr lang="en-US" dirty="0"/>
              <a:t>If the room's quiet and you want some questions to chew on: when would you choose knowledge distillation over quantization? That's when you need a fundamentally different architecture size, not just a precision change. What's the one thing you absolutely must do before applying TensorRT or OpenVINO? Export to ONNX first. And here's a scenario — you've quantized a ResNet-50 to INT8 and accuracy dropped from 76.1% to 74%, what do you do? Check your calibration dataset quality first, and if it's still too low after that, move to QAT.</a:t>
            </a:r>
          </a:p>
          <a:p>
            <a:r>
              <a:rPr lang="en-US" dirty="0"/>
              <a:t>For anyone who wants to go deeper before next session, the Hinton et al. 2015 distillation paper is a short, worthwhile read, and the GPTQ paper abstract is a good look at where quantization research is heading for large language models specifically.</a:t>
            </a:r>
          </a:p>
        </p:txBody>
      </p:sp>
      <p:sp>
        <p:nvSpPr>
          <p:cNvPr id="4" name="Footer Placeholder 3"/>
          <p:cNvSpPr>
            <a:spLocks noGrp="1"/>
          </p:cNvSpPr>
          <p:nvPr>
            <p:ph type="ftr" sz="quarter" idx="4"/>
          </p:nvPr>
        </p:nvSpPr>
        <p:spPr/>
        <p:txBody>
          <a:bodyPr/>
          <a:lstStyle/>
          <a:p>
            <a:endParaRPr lang="en-SG"/>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64572-F5E1-4A3A-A721-7EE4541A53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2BCD856F-22DF-457F-9DA6-2BBBE7724C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E6A6B450-8F36-4CA9-BB8A-54BED551ADAD}"/>
              </a:ext>
            </a:extLst>
          </p:cNvPr>
          <p:cNvSpPr>
            <a:spLocks noGrp="1"/>
          </p:cNvSpPr>
          <p:nvPr>
            <p:ph type="dt" sz="half" idx="10"/>
          </p:nvPr>
        </p:nvSpPr>
        <p:spPr/>
        <p:txBody>
          <a:bodyPr/>
          <a:lstStyle/>
          <a:p>
            <a:endParaRPr lang="en-SG"/>
          </a:p>
        </p:txBody>
      </p:sp>
      <p:sp>
        <p:nvSpPr>
          <p:cNvPr id="5" name="Footer Placeholder 4">
            <a:extLst>
              <a:ext uri="{FF2B5EF4-FFF2-40B4-BE49-F238E27FC236}">
                <a16:creationId xmlns:a16="http://schemas.microsoft.com/office/drawing/2014/main" id="{8CE71D93-7B44-402E-B68F-4A50DAAAFBF1}"/>
              </a:ext>
            </a:extLst>
          </p:cNvPr>
          <p:cNvSpPr>
            <a:spLocks noGrp="1"/>
          </p:cNvSpPr>
          <p:nvPr>
            <p:ph type="ftr" sz="quarter" idx="11"/>
          </p:nvPr>
        </p:nvSpPr>
        <p:spPr/>
        <p:txBody>
          <a:bodyPr/>
          <a:lstStyle/>
          <a:p>
            <a:r>
              <a:rPr lang="it-IT"/>
              <a:t>ITI122 Generative AI - PDC in Generative AI &amp; Deep Learning</a:t>
            </a:r>
            <a:endParaRPr lang="en-SG"/>
          </a:p>
        </p:txBody>
      </p:sp>
      <p:sp>
        <p:nvSpPr>
          <p:cNvPr id="6" name="Slide Number Placeholder 5">
            <a:extLst>
              <a:ext uri="{FF2B5EF4-FFF2-40B4-BE49-F238E27FC236}">
                <a16:creationId xmlns:a16="http://schemas.microsoft.com/office/drawing/2014/main" id="{8209746C-92A0-4CD8-BF8A-E4787E5D5655}"/>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613511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E61EE-C429-4744-8D26-1FB9FBC3816A}"/>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7A90C32D-939C-4A87-B206-B13FE76F0A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1B6BE5D-2F83-4AEF-8424-C597E22D6765}"/>
              </a:ext>
            </a:extLst>
          </p:cNvPr>
          <p:cNvSpPr>
            <a:spLocks noGrp="1"/>
          </p:cNvSpPr>
          <p:nvPr>
            <p:ph type="dt" sz="half" idx="10"/>
          </p:nvPr>
        </p:nvSpPr>
        <p:spPr/>
        <p:txBody>
          <a:bodyPr/>
          <a:lstStyle/>
          <a:p>
            <a:endParaRPr lang="en-SG"/>
          </a:p>
        </p:txBody>
      </p:sp>
      <p:sp>
        <p:nvSpPr>
          <p:cNvPr id="5" name="Footer Placeholder 4">
            <a:extLst>
              <a:ext uri="{FF2B5EF4-FFF2-40B4-BE49-F238E27FC236}">
                <a16:creationId xmlns:a16="http://schemas.microsoft.com/office/drawing/2014/main" id="{0187BA20-D537-4D97-9120-03F8E8122AFE}"/>
              </a:ext>
            </a:extLst>
          </p:cNvPr>
          <p:cNvSpPr>
            <a:spLocks noGrp="1"/>
          </p:cNvSpPr>
          <p:nvPr>
            <p:ph type="ftr" sz="quarter" idx="11"/>
          </p:nvPr>
        </p:nvSpPr>
        <p:spPr/>
        <p:txBody>
          <a:bodyPr/>
          <a:lstStyle/>
          <a:p>
            <a:r>
              <a:rPr lang="it-IT"/>
              <a:t>ITI122 Generative AI - PDC in Generative AI &amp; Deep Learning</a:t>
            </a:r>
            <a:endParaRPr lang="en-SG"/>
          </a:p>
        </p:txBody>
      </p:sp>
      <p:sp>
        <p:nvSpPr>
          <p:cNvPr id="6" name="Slide Number Placeholder 5">
            <a:extLst>
              <a:ext uri="{FF2B5EF4-FFF2-40B4-BE49-F238E27FC236}">
                <a16:creationId xmlns:a16="http://schemas.microsoft.com/office/drawing/2014/main" id="{5C92ACC6-7178-428F-8CCE-47D86AD0D720}"/>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081892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50FF1-A312-4C8E-9EA2-3491BFAC08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9F227663-4B68-4F0E-8160-1ADCE9DF44C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15D66A-D9A4-4415-8D41-CC1D01E37949}"/>
              </a:ext>
            </a:extLst>
          </p:cNvPr>
          <p:cNvSpPr>
            <a:spLocks noGrp="1"/>
          </p:cNvSpPr>
          <p:nvPr>
            <p:ph type="dt" sz="half" idx="10"/>
          </p:nvPr>
        </p:nvSpPr>
        <p:spPr/>
        <p:txBody>
          <a:bodyPr/>
          <a:lstStyle/>
          <a:p>
            <a:endParaRPr lang="en-SG"/>
          </a:p>
        </p:txBody>
      </p:sp>
      <p:sp>
        <p:nvSpPr>
          <p:cNvPr id="5" name="Footer Placeholder 4">
            <a:extLst>
              <a:ext uri="{FF2B5EF4-FFF2-40B4-BE49-F238E27FC236}">
                <a16:creationId xmlns:a16="http://schemas.microsoft.com/office/drawing/2014/main" id="{9B303ECE-F479-44BE-A832-5B02157A2900}"/>
              </a:ext>
            </a:extLst>
          </p:cNvPr>
          <p:cNvSpPr>
            <a:spLocks noGrp="1"/>
          </p:cNvSpPr>
          <p:nvPr>
            <p:ph type="ftr" sz="quarter" idx="11"/>
          </p:nvPr>
        </p:nvSpPr>
        <p:spPr/>
        <p:txBody>
          <a:bodyPr/>
          <a:lstStyle/>
          <a:p>
            <a:r>
              <a:rPr lang="it-IT"/>
              <a:t>ITI122 Generative AI - PDC in Generative AI &amp; Deep Learning</a:t>
            </a:r>
            <a:endParaRPr lang="en-SG"/>
          </a:p>
        </p:txBody>
      </p:sp>
      <p:sp>
        <p:nvSpPr>
          <p:cNvPr id="6" name="Slide Number Placeholder 5">
            <a:extLst>
              <a:ext uri="{FF2B5EF4-FFF2-40B4-BE49-F238E27FC236}">
                <a16:creationId xmlns:a16="http://schemas.microsoft.com/office/drawing/2014/main" id="{2BB826F4-E99A-40B3-8CA0-F3AA4B55B2D5}"/>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5338521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082B9-76EF-4801-9C08-4047A10F32D1}"/>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ED69132F-3A32-4B41-90C7-EDF0D345A8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AD16EA9C-159B-4ED1-92F1-09257F8637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510F40C3-72F4-404A-A9ED-41357771E432}"/>
              </a:ext>
            </a:extLst>
          </p:cNvPr>
          <p:cNvSpPr>
            <a:spLocks noGrp="1"/>
          </p:cNvSpPr>
          <p:nvPr>
            <p:ph type="dt" sz="half" idx="10"/>
          </p:nvPr>
        </p:nvSpPr>
        <p:spPr/>
        <p:txBody>
          <a:bodyPr/>
          <a:lstStyle/>
          <a:p>
            <a:endParaRPr lang="en-SG"/>
          </a:p>
        </p:txBody>
      </p:sp>
      <p:sp>
        <p:nvSpPr>
          <p:cNvPr id="6" name="Footer Placeholder 5">
            <a:extLst>
              <a:ext uri="{FF2B5EF4-FFF2-40B4-BE49-F238E27FC236}">
                <a16:creationId xmlns:a16="http://schemas.microsoft.com/office/drawing/2014/main" id="{1ABA5256-D040-4A8E-9B0C-40E9F38839F4}"/>
              </a:ext>
            </a:extLst>
          </p:cNvPr>
          <p:cNvSpPr>
            <a:spLocks noGrp="1"/>
          </p:cNvSpPr>
          <p:nvPr>
            <p:ph type="ftr" sz="quarter" idx="11"/>
          </p:nvPr>
        </p:nvSpPr>
        <p:spPr/>
        <p:txBody>
          <a:bodyPr/>
          <a:lstStyle/>
          <a:p>
            <a:r>
              <a:rPr lang="it-IT"/>
              <a:t>ITI122 Generative AI - PDC in Generative AI &amp; Deep Learning</a:t>
            </a:r>
            <a:endParaRPr lang="en-SG"/>
          </a:p>
        </p:txBody>
      </p:sp>
      <p:sp>
        <p:nvSpPr>
          <p:cNvPr id="7" name="Slide Number Placeholder 6">
            <a:extLst>
              <a:ext uri="{FF2B5EF4-FFF2-40B4-BE49-F238E27FC236}">
                <a16:creationId xmlns:a16="http://schemas.microsoft.com/office/drawing/2014/main" id="{88295349-5DEF-4070-9AE9-0301B4366524}"/>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2008126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DE1B5-E354-4039-B5F3-B1498766FEE4}"/>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5DFF4FBD-5344-4232-A05C-D05324029F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80A864-D109-4C22-B06D-0894FCB2D9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6E1EBD65-DF66-42D8-B090-FD5F3BCAF5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5A9A2C-BFB2-48F9-9095-833362DB1F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581F60E8-DF8A-4529-9FA5-A28A2EA33F28}"/>
              </a:ext>
            </a:extLst>
          </p:cNvPr>
          <p:cNvSpPr>
            <a:spLocks noGrp="1"/>
          </p:cNvSpPr>
          <p:nvPr>
            <p:ph type="dt" sz="half" idx="10"/>
          </p:nvPr>
        </p:nvSpPr>
        <p:spPr/>
        <p:txBody>
          <a:bodyPr/>
          <a:lstStyle/>
          <a:p>
            <a:endParaRPr lang="en-SG"/>
          </a:p>
        </p:txBody>
      </p:sp>
      <p:sp>
        <p:nvSpPr>
          <p:cNvPr id="8" name="Footer Placeholder 7">
            <a:extLst>
              <a:ext uri="{FF2B5EF4-FFF2-40B4-BE49-F238E27FC236}">
                <a16:creationId xmlns:a16="http://schemas.microsoft.com/office/drawing/2014/main" id="{63BB79B9-A512-4CE4-A687-246A34A13EF5}"/>
              </a:ext>
            </a:extLst>
          </p:cNvPr>
          <p:cNvSpPr>
            <a:spLocks noGrp="1"/>
          </p:cNvSpPr>
          <p:nvPr>
            <p:ph type="ftr" sz="quarter" idx="11"/>
          </p:nvPr>
        </p:nvSpPr>
        <p:spPr/>
        <p:txBody>
          <a:bodyPr/>
          <a:lstStyle/>
          <a:p>
            <a:r>
              <a:rPr lang="it-IT"/>
              <a:t>ITI122 Generative AI - PDC in Generative AI &amp; Deep Learning</a:t>
            </a:r>
            <a:endParaRPr lang="en-SG"/>
          </a:p>
        </p:txBody>
      </p:sp>
      <p:sp>
        <p:nvSpPr>
          <p:cNvPr id="9" name="Slide Number Placeholder 8">
            <a:extLst>
              <a:ext uri="{FF2B5EF4-FFF2-40B4-BE49-F238E27FC236}">
                <a16:creationId xmlns:a16="http://schemas.microsoft.com/office/drawing/2014/main" id="{BA338109-A1A9-4998-B4A1-97ADDAB7E8BE}"/>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36501653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03E35-5299-4B63-8B51-9F4A97C71962}"/>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9CFA6AC6-0659-4FAD-9E8F-76F401FBC584}"/>
              </a:ext>
            </a:extLst>
          </p:cNvPr>
          <p:cNvSpPr>
            <a:spLocks noGrp="1"/>
          </p:cNvSpPr>
          <p:nvPr>
            <p:ph type="dt" sz="half" idx="10"/>
          </p:nvPr>
        </p:nvSpPr>
        <p:spPr/>
        <p:txBody>
          <a:bodyPr/>
          <a:lstStyle/>
          <a:p>
            <a:endParaRPr lang="en-SG"/>
          </a:p>
        </p:txBody>
      </p:sp>
      <p:sp>
        <p:nvSpPr>
          <p:cNvPr id="4" name="Footer Placeholder 3">
            <a:extLst>
              <a:ext uri="{FF2B5EF4-FFF2-40B4-BE49-F238E27FC236}">
                <a16:creationId xmlns:a16="http://schemas.microsoft.com/office/drawing/2014/main" id="{BC529569-4516-499A-8373-AC26F3760B42}"/>
              </a:ext>
            </a:extLst>
          </p:cNvPr>
          <p:cNvSpPr>
            <a:spLocks noGrp="1"/>
          </p:cNvSpPr>
          <p:nvPr>
            <p:ph type="ftr" sz="quarter" idx="11"/>
          </p:nvPr>
        </p:nvSpPr>
        <p:spPr/>
        <p:txBody>
          <a:bodyPr/>
          <a:lstStyle/>
          <a:p>
            <a:r>
              <a:rPr lang="it-IT"/>
              <a:t>ITI122 Generative AI - PDC in Generative AI &amp; Deep Learning</a:t>
            </a:r>
            <a:endParaRPr lang="en-SG"/>
          </a:p>
        </p:txBody>
      </p:sp>
      <p:sp>
        <p:nvSpPr>
          <p:cNvPr id="5" name="Slide Number Placeholder 4">
            <a:extLst>
              <a:ext uri="{FF2B5EF4-FFF2-40B4-BE49-F238E27FC236}">
                <a16:creationId xmlns:a16="http://schemas.microsoft.com/office/drawing/2014/main" id="{1F6E8AF0-0DB6-489E-ACEC-F21DC9B23B8E}"/>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284453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E50201-F9A8-4138-A24F-AB852281EC8F}"/>
              </a:ext>
            </a:extLst>
          </p:cNvPr>
          <p:cNvSpPr>
            <a:spLocks noGrp="1"/>
          </p:cNvSpPr>
          <p:nvPr>
            <p:ph type="dt" sz="half" idx="10"/>
          </p:nvPr>
        </p:nvSpPr>
        <p:spPr/>
        <p:txBody>
          <a:bodyPr/>
          <a:lstStyle/>
          <a:p>
            <a:endParaRPr lang="en-SG"/>
          </a:p>
        </p:txBody>
      </p:sp>
      <p:sp>
        <p:nvSpPr>
          <p:cNvPr id="3" name="Footer Placeholder 2">
            <a:extLst>
              <a:ext uri="{FF2B5EF4-FFF2-40B4-BE49-F238E27FC236}">
                <a16:creationId xmlns:a16="http://schemas.microsoft.com/office/drawing/2014/main" id="{C1F83975-FF84-487F-AFDC-02263F1E3EF2}"/>
              </a:ext>
            </a:extLst>
          </p:cNvPr>
          <p:cNvSpPr>
            <a:spLocks noGrp="1"/>
          </p:cNvSpPr>
          <p:nvPr>
            <p:ph type="ftr" sz="quarter" idx="11"/>
          </p:nvPr>
        </p:nvSpPr>
        <p:spPr/>
        <p:txBody>
          <a:bodyPr/>
          <a:lstStyle/>
          <a:p>
            <a:r>
              <a:rPr lang="it-IT"/>
              <a:t>ITI122 Generative AI - PDC in Generative AI &amp; Deep Learning</a:t>
            </a:r>
            <a:endParaRPr lang="en-SG"/>
          </a:p>
        </p:txBody>
      </p:sp>
      <p:sp>
        <p:nvSpPr>
          <p:cNvPr id="4" name="Slide Number Placeholder 3">
            <a:extLst>
              <a:ext uri="{FF2B5EF4-FFF2-40B4-BE49-F238E27FC236}">
                <a16:creationId xmlns:a16="http://schemas.microsoft.com/office/drawing/2014/main" id="{CA34FDBD-62AB-401C-9199-F111ECB26663}"/>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2712782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41716-B274-4466-9712-6CEDEBBDAD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E6332D5B-1F24-430E-80E2-D0E1844105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3CFFCB68-134D-45A9-A146-ECD542F0F9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9AA041-31C7-413C-8A76-152B59F3AF6F}"/>
              </a:ext>
            </a:extLst>
          </p:cNvPr>
          <p:cNvSpPr>
            <a:spLocks noGrp="1"/>
          </p:cNvSpPr>
          <p:nvPr>
            <p:ph type="dt" sz="half" idx="10"/>
          </p:nvPr>
        </p:nvSpPr>
        <p:spPr/>
        <p:txBody>
          <a:bodyPr/>
          <a:lstStyle/>
          <a:p>
            <a:endParaRPr lang="en-SG"/>
          </a:p>
        </p:txBody>
      </p:sp>
      <p:sp>
        <p:nvSpPr>
          <p:cNvPr id="6" name="Footer Placeholder 5">
            <a:extLst>
              <a:ext uri="{FF2B5EF4-FFF2-40B4-BE49-F238E27FC236}">
                <a16:creationId xmlns:a16="http://schemas.microsoft.com/office/drawing/2014/main" id="{CC3C2EC0-A05A-4B3D-8A8A-BC1CA298DC0D}"/>
              </a:ext>
            </a:extLst>
          </p:cNvPr>
          <p:cNvSpPr>
            <a:spLocks noGrp="1"/>
          </p:cNvSpPr>
          <p:nvPr>
            <p:ph type="ftr" sz="quarter" idx="11"/>
          </p:nvPr>
        </p:nvSpPr>
        <p:spPr/>
        <p:txBody>
          <a:bodyPr/>
          <a:lstStyle/>
          <a:p>
            <a:r>
              <a:rPr lang="it-IT"/>
              <a:t>ITI122 Generative AI - PDC in Generative AI &amp; Deep Learning</a:t>
            </a:r>
            <a:endParaRPr lang="en-SG"/>
          </a:p>
        </p:txBody>
      </p:sp>
      <p:sp>
        <p:nvSpPr>
          <p:cNvPr id="7" name="Slide Number Placeholder 6">
            <a:extLst>
              <a:ext uri="{FF2B5EF4-FFF2-40B4-BE49-F238E27FC236}">
                <a16:creationId xmlns:a16="http://schemas.microsoft.com/office/drawing/2014/main" id="{A57C253A-3A59-4B50-B64F-0AE1A3580EA1}"/>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948922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F7369-8207-4F07-BC27-4276545C52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669A7276-13B9-4486-B413-88F6B8EE18E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SG"/>
          </a:p>
        </p:txBody>
      </p:sp>
      <p:sp>
        <p:nvSpPr>
          <p:cNvPr id="4" name="Text Placeholder 3">
            <a:extLst>
              <a:ext uri="{FF2B5EF4-FFF2-40B4-BE49-F238E27FC236}">
                <a16:creationId xmlns:a16="http://schemas.microsoft.com/office/drawing/2014/main" id="{36591697-F7DC-4A78-AF6E-6296B045DD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41571A-A600-463A-87C9-E3DBFDD13CE1}"/>
              </a:ext>
            </a:extLst>
          </p:cNvPr>
          <p:cNvSpPr>
            <a:spLocks noGrp="1"/>
          </p:cNvSpPr>
          <p:nvPr>
            <p:ph type="dt" sz="half" idx="10"/>
          </p:nvPr>
        </p:nvSpPr>
        <p:spPr/>
        <p:txBody>
          <a:bodyPr/>
          <a:lstStyle/>
          <a:p>
            <a:endParaRPr lang="en-SG"/>
          </a:p>
        </p:txBody>
      </p:sp>
      <p:sp>
        <p:nvSpPr>
          <p:cNvPr id="6" name="Footer Placeholder 5">
            <a:extLst>
              <a:ext uri="{FF2B5EF4-FFF2-40B4-BE49-F238E27FC236}">
                <a16:creationId xmlns:a16="http://schemas.microsoft.com/office/drawing/2014/main" id="{149963BD-E48F-4045-918C-E9E660CC4039}"/>
              </a:ext>
            </a:extLst>
          </p:cNvPr>
          <p:cNvSpPr>
            <a:spLocks noGrp="1"/>
          </p:cNvSpPr>
          <p:nvPr>
            <p:ph type="ftr" sz="quarter" idx="11"/>
          </p:nvPr>
        </p:nvSpPr>
        <p:spPr/>
        <p:txBody>
          <a:bodyPr/>
          <a:lstStyle/>
          <a:p>
            <a:r>
              <a:rPr lang="it-IT"/>
              <a:t>ITI122 Generative AI - PDC in Generative AI &amp; Deep Learning</a:t>
            </a:r>
            <a:endParaRPr lang="en-SG"/>
          </a:p>
        </p:txBody>
      </p:sp>
      <p:sp>
        <p:nvSpPr>
          <p:cNvPr id="7" name="Slide Number Placeholder 6">
            <a:extLst>
              <a:ext uri="{FF2B5EF4-FFF2-40B4-BE49-F238E27FC236}">
                <a16:creationId xmlns:a16="http://schemas.microsoft.com/office/drawing/2014/main" id="{3E93A05E-7512-44BA-BD0F-A86E1D35F085}"/>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3750017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DA04D-1F17-4E9B-A65E-2F1F803CB12B}"/>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AB6C65C5-F69C-413D-BA7E-583D32A408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29B91DEE-2925-47EE-8B32-4E17401F96C1}"/>
              </a:ext>
            </a:extLst>
          </p:cNvPr>
          <p:cNvSpPr>
            <a:spLocks noGrp="1"/>
          </p:cNvSpPr>
          <p:nvPr>
            <p:ph type="dt" sz="half" idx="10"/>
          </p:nvPr>
        </p:nvSpPr>
        <p:spPr/>
        <p:txBody>
          <a:bodyPr/>
          <a:lstStyle/>
          <a:p>
            <a:endParaRPr lang="en-SG"/>
          </a:p>
        </p:txBody>
      </p:sp>
      <p:sp>
        <p:nvSpPr>
          <p:cNvPr id="5" name="Footer Placeholder 4">
            <a:extLst>
              <a:ext uri="{FF2B5EF4-FFF2-40B4-BE49-F238E27FC236}">
                <a16:creationId xmlns:a16="http://schemas.microsoft.com/office/drawing/2014/main" id="{5AD0BC08-FF2F-45C0-A338-E6D2C802CC68}"/>
              </a:ext>
            </a:extLst>
          </p:cNvPr>
          <p:cNvSpPr>
            <a:spLocks noGrp="1"/>
          </p:cNvSpPr>
          <p:nvPr>
            <p:ph type="ftr" sz="quarter" idx="11"/>
          </p:nvPr>
        </p:nvSpPr>
        <p:spPr/>
        <p:txBody>
          <a:bodyPr/>
          <a:lstStyle/>
          <a:p>
            <a:r>
              <a:rPr lang="it-IT"/>
              <a:t>ITI122 Generative AI - PDC in Generative AI &amp; Deep Learning</a:t>
            </a:r>
            <a:endParaRPr lang="en-SG"/>
          </a:p>
        </p:txBody>
      </p:sp>
      <p:sp>
        <p:nvSpPr>
          <p:cNvPr id="6" name="Slide Number Placeholder 5">
            <a:extLst>
              <a:ext uri="{FF2B5EF4-FFF2-40B4-BE49-F238E27FC236}">
                <a16:creationId xmlns:a16="http://schemas.microsoft.com/office/drawing/2014/main" id="{A23DE448-78DC-4158-A0A8-43B71EE1CFE4}"/>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2448230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0EAE97-62E2-4725-A10F-5240A0DCF42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591AE281-0364-46E3-A4EE-1A000C62021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AD6BE32D-4087-41E0-882F-E4A1DF219E68}"/>
              </a:ext>
            </a:extLst>
          </p:cNvPr>
          <p:cNvSpPr>
            <a:spLocks noGrp="1"/>
          </p:cNvSpPr>
          <p:nvPr>
            <p:ph type="dt" sz="half" idx="10"/>
          </p:nvPr>
        </p:nvSpPr>
        <p:spPr/>
        <p:txBody>
          <a:bodyPr/>
          <a:lstStyle/>
          <a:p>
            <a:endParaRPr lang="en-SG"/>
          </a:p>
        </p:txBody>
      </p:sp>
      <p:sp>
        <p:nvSpPr>
          <p:cNvPr id="5" name="Footer Placeholder 4">
            <a:extLst>
              <a:ext uri="{FF2B5EF4-FFF2-40B4-BE49-F238E27FC236}">
                <a16:creationId xmlns:a16="http://schemas.microsoft.com/office/drawing/2014/main" id="{84C6DE89-DF6B-4C00-8B4D-5A201E1544F6}"/>
              </a:ext>
            </a:extLst>
          </p:cNvPr>
          <p:cNvSpPr>
            <a:spLocks noGrp="1"/>
          </p:cNvSpPr>
          <p:nvPr>
            <p:ph type="ftr" sz="quarter" idx="11"/>
          </p:nvPr>
        </p:nvSpPr>
        <p:spPr/>
        <p:txBody>
          <a:bodyPr/>
          <a:lstStyle/>
          <a:p>
            <a:r>
              <a:rPr lang="it-IT"/>
              <a:t>ITI122 Generative AI - PDC in Generative AI &amp; Deep Learning</a:t>
            </a:r>
            <a:endParaRPr lang="en-SG"/>
          </a:p>
        </p:txBody>
      </p:sp>
      <p:sp>
        <p:nvSpPr>
          <p:cNvPr id="6" name="Slide Number Placeholder 5">
            <a:extLst>
              <a:ext uri="{FF2B5EF4-FFF2-40B4-BE49-F238E27FC236}">
                <a16:creationId xmlns:a16="http://schemas.microsoft.com/office/drawing/2014/main" id="{C033BC24-7B2B-46D2-A14D-E4B04FBC026A}"/>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3035114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ullet">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E4897FD1-71BD-47A6-B797-CF76C131ADA2}"/>
              </a:ext>
            </a:extLst>
          </p:cNvPr>
          <p:cNvGrpSpPr/>
          <p:nvPr/>
        </p:nvGrpSpPr>
        <p:grpSpPr>
          <a:xfrm>
            <a:off x="0" y="1"/>
            <a:ext cx="12192000" cy="96761"/>
            <a:chOff x="0" y="1"/>
            <a:chExt cx="9144000" cy="50138"/>
          </a:xfrm>
        </p:grpSpPr>
        <p:sp>
          <p:nvSpPr>
            <p:cNvPr id="10" name="Rectangle 9">
              <a:extLst>
                <a:ext uri="{FF2B5EF4-FFF2-40B4-BE49-F238E27FC236}">
                  <a16:creationId xmlns:a16="http://schemas.microsoft.com/office/drawing/2014/main" id="{8448B507-1C7C-424E-A896-2B5D193F7988}"/>
                </a:ext>
              </a:extLst>
            </p:cNvPr>
            <p:cNvSpPr/>
            <p:nvPr userDrawn="1"/>
          </p:nvSpPr>
          <p:spPr>
            <a:xfrm>
              <a:off x="0" y="1"/>
              <a:ext cx="4572000" cy="50138"/>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sp>
          <p:nvSpPr>
            <p:cNvPr id="11" name="Rectangle 10">
              <a:extLst>
                <a:ext uri="{FF2B5EF4-FFF2-40B4-BE49-F238E27FC236}">
                  <a16:creationId xmlns:a16="http://schemas.microsoft.com/office/drawing/2014/main" id="{966A0A9C-1620-46A1-96D8-039E189461A1}"/>
                </a:ext>
              </a:extLst>
            </p:cNvPr>
            <p:cNvSpPr/>
            <p:nvPr userDrawn="1"/>
          </p:nvSpPr>
          <p:spPr>
            <a:xfrm>
              <a:off x="4572000" y="1"/>
              <a:ext cx="4572000" cy="50138"/>
            </a:xfrm>
            <a:prstGeom prst="rect">
              <a:avLst/>
            </a:prstGeom>
            <a:solidFill>
              <a:srgbClr val="E306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grpSp>
      <p:cxnSp>
        <p:nvCxnSpPr>
          <p:cNvPr id="12" name="Straight Connector 11">
            <a:extLst>
              <a:ext uri="{FF2B5EF4-FFF2-40B4-BE49-F238E27FC236}">
                <a16:creationId xmlns:a16="http://schemas.microsoft.com/office/drawing/2014/main" id="{6F83DBF1-F186-4FF9-98D0-2D89BCCD7064}"/>
              </a:ext>
            </a:extLst>
          </p:cNvPr>
          <p:cNvCxnSpPr>
            <a:cxnSpLocks/>
          </p:cNvCxnSpPr>
          <p:nvPr/>
        </p:nvCxnSpPr>
        <p:spPr>
          <a:xfrm>
            <a:off x="279540" y="6530229"/>
            <a:ext cx="11632920" cy="0"/>
          </a:xfrm>
          <a:prstGeom prst="line">
            <a:avLst/>
          </a:prstGeom>
        </p:spPr>
        <p:style>
          <a:lnRef idx="1">
            <a:schemeClr val="dk1"/>
          </a:lnRef>
          <a:fillRef idx="0">
            <a:schemeClr val="dk1"/>
          </a:fillRef>
          <a:effectRef idx="0">
            <a:schemeClr val="dk1"/>
          </a:effectRef>
          <a:fontRef idx="minor">
            <a:schemeClr val="tx1"/>
          </a:fontRef>
        </p:style>
      </p:cxnSp>
      <p:sp>
        <p:nvSpPr>
          <p:cNvPr id="16" name="Title 8">
            <a:extLst>
              <a:ext uri="{FF2B5EF4-FFF2-40B4-BE49-F238E27FC236}">
                <a16:creationId xmlns:a16="http://schemas.microsoft.com/office/drawing/2014/main" id="{029F2E20-2684-46DF-9D11-02417258E794}"/>
              </a:ext>
            </a:extLst>
          </p:cNvPr>
          <p:cNvSpPr>
            <a:spLocks noGrp="1"/>
          </p:cNvSpPr>
          <p:nvPr>
            <p:ph type="title" hasCustomPrompt="1"/>
          </p:nvPr>
        </p:nvSpPr>
        <p:spPr>
          <a:xfrm>
            <a:off x="551395" y="278092"/>
            <a:ext cx="11042511" cy="1078875"/>
          </a:xfrm>
          <a:prstGeom prst="rect">
            <a:avLst/>
          </a:prstGeom>
        </p:spPr>
        <p:txBody>
          <a:bodyPr/>
          <a:lstStyle>
            <a:lvl1pPr algn="l">
              <a:defRPr sz="3200" b="1">
                <a:solidFill>
                  <a:schemeClr val="tx1"/>
                </a:solidFill>
                <a:latin typeface="+mn-lt"/>
              </a:defRPr>
            </a:lvl1pPr>
          </a:lstStyle>
          <a:p>
            <a:r>
              <a:rPr lang="en-SG"/>
              <a:t>Click to add title</a:t>
            </a:r>
          </a:p>
        </p:txBody>
      </p:sp>
      <p:sp>
        <p:nvSpPr>
          <p:cNvPr id="13" name="Text Placeholder 4">
            <a:extLst>
              <a:ext uri="{FF2B5EF4-FFF2-40B4-BE49-F238E27FC236}">
                <a16:creationId xmlns:a16="http://schemas.microsoft.com/office/drawing/2014/main" id="{40D22AC7-14BF-4AF1-B561-7FA3FAB6CB9D}"/>
              </a:ext>
            </a:extLst>
          </p:cNvPr>
          <p:cNvSpPr>
            <a:spLocks noGrp="1"/>
          </p:cNvSpPr>
          <p:nvPr>
            <p:ph type="body" sz="quarter" idx="11" hasCustomPrompt="1"/>
          </p:nvPr>
        </p:nvSpPr>
        <p:spPr>
          <a:xfrm>
            <a:off x="542018" y="1562095"/>
            <a:ext cx="11042651" cy="4791607"/>
          </a:xfrm>
          <a:prstGeom prst="rect">
            <a:avLst/>
          </a:prstGeom>
        </p:spPr>
        <p:txBody>
          <a:bodyPr/>
          <a:lstStyle>
            <a:lvl1pPr marL="380990" indent="-380990">
              <a:lnSpc>
                <a:spcPct val="100000"/>
              </a:lnSpc>
              <a:buFont typeface="Arial" panose="020B0604020202020204" pitchFamily="34" charset="0"/>
              <a:buChar char="•"/>
              <a:defRPr>
                <a:solidFill>
                  <a:schemeClr val="tx1"/>
                </a:solidFill>
                <a:latin typeface="+mn-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add bullets</a:t>
            </a:r>
          </a:p>
        </p:txBody>
      </p:sp>
      <p:sp>
        <p:nvSpPr>
          <p:cNvPr id="6" name="Footer Placeholder 5">
            <a:extLst>
              <a:ext uri="{FF2B5EF4-FFF2-40B4-BE49-F238E27FC236}">
                <a16:creationId xmlns:a16="http://schemas.microsoft.com/office/drawing/2014/main" id="{9BE200EA-5608-25F7-9D16-8618AB8F1329}"/>
              </a:ext>
            </a:extLst>
          </p:cNvPr>
          <p:cNvSpPr>
            <a:spLocks noGrp="1"/>
          </p:cNvSpPr>
          <p:nvPr>
            <p:ph type="ftr" sz="quarter" idx="13"/>
          </p:nvPr>
        </p:nvSpPr>
        <p:spPr>
          <a:xfrm>
            <a:off x="542018" y="6492875"/>
            <a:ext cx="4114800" cy="365125"/>
          </a:xfrm>
        </p:spPr>
        <p:txBody>
          <a:bodyPr/>
          <a:lstStyle/>
          <a:p>
            <a:pPr algn="l"/>
            <a:r>
              <a:rPr lang="it-IT"/>
              <a:t>ITI122 Generative AI - PDC in Generative AI &amp; Deep Learning</a:t>
            </a:r>
            <a:endParaRPr lang="en-SG" dirty="0"/>
          </a:p>
        </p:txBody>
      </p:sp>
      <p:sp>
        <p:nvSpPr>
          <p:cNvPr id="7" name="Slide Number Placeholder 6">
            <a:extLst>
              <a:ext uri="{FF2B5EF4-FFF2-40B4-BE49-F238E27FC236}">
                <a16:creationId xmlns:a16="http://schemas.microsoft.com/office/drawing/2014/main" id="{934C0804-8576-3D7C-894B-CB09C4D33808}"/>
              </a:ext>
            </a:extLst>
          </p:cNvPr>
          <p:cNvSpPr>
            <a:spLocks noGrp="1"/>
          </p:cNvSpPr>
          <p:nvPr>
            <p:ph type="sldNum" sz="quarter" idx="14"/>
          </p:nvPr>
        </p:nvSpPr>
        <p:spPr>
          <a:xfrm>
            <a:off x="8610600" y="6492874"/>
            <a:ext cx="2743200" cy="365125"/>
          </a:xfrm>
        </p:spPr>
        <p:txBody>
          <a:bodyPr/>
          <a:lstStyle/>
          <a:p>
            <a:fld id="{CE19DD2C-80DA-488C-99A4-6C8CE83C9C30}" type="slidenum">
              <a:rPr lang="en-SG" smtClean="0"/>
              <a:t>‹#›</a:t>
            </a:fld>
            <a:endParaRPr lang="en-SG"/>
          </a:p>
        </p:txBody>
      </p:sp>
    </p:spTree>
    <p:custDataLst>
      <p:tags r:id="rId1"/>
    </p:custDataLst>
    <p:extLst>
      <p:ext uri="{BB962C8B-B14F-4D97-AF65-F5344CB8AC3E}">
        <p14:creationId xmlns:p14="http://schemas.microsoft.com/office/powerpoint/2010/main" val="25808201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Plain Text">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AFB620-18D1-4649-93A3-941BC5B438AF}"/>
              </a:ext>
            </a:extLst>
          </p:cNvPr>
          <p:cNvSpPr>
            <a:spLocks noGrp="1"/>
          </p:cNvSpPr>
          <p:nvPr>
            <p:ph type="sldNum" sz="quarter" idx="11"/>
          </p:nvPr>
        </p:nvSpPr>
        <p:spPr/>
        <p:txBody>
          <a:bodyPr/>
          <a:lstStyle/>
          <a:p>
            <a:fld id="{CE19DD2C-80DA-488C-99A4-6C8CE83C9C30}" type="slidenum">
              <a:rPr lang="en-SG" smtClean="0"/>
              <a:t>‹#›</a:t>
            </a:fld>
            <a:endParaRPr lang="en-SG"/>
          </a:p>
        </p:txBody>
      </p:sp>
      <p:sp>
        <p:nvSpPr>
          <p:cNvPr id="12" name="Title 8">
            <a:extLst>
              <a:ext uri="{FF2B5EF4-FFF2-40B4-BE49-F238E27FC236}">
                <a16:creationId xmlns:a16="http://schemas.microsoft.com/office/drawing/2014/main" id="{83FD6784-19E4-4D70-8B3B-4D3959A58D8D}"/>
              </a:ext>
            </a:extLst>
          </p:cNvPr>
          <p:cNvSpPr>
            <a:spLocks noGrp="1"/>
          </p:cNvSpPr>
          <p:nvPr>
            <p:ph type="title" hasCustomPrompt="1"/>
          </p:nvPr>
        </p:nvSpPr>
        <p:spPr>
          <a:xfrm>
            <a:off x="552270" y="317002"/>
            <a:ext cx="11042511" cy="1078875"/>
          </a:xfrm>
          <a:prstGeom prst="rect">
            <a:avLst/>
          </a:prstGeom>
        </p:spPr>
        <p:txBody>
          <a:bodyPr/>
          <a:lstStyle>
            <a:lvl1pPr algn="l">
              <a:defRPr sz="3200" b="1">
                <a:solidFill>
                  <a:schemeClr val="tx1"/>
                </a:solidFill>
                <a:latin typeface="+mj-lt"/>
              </a:defRPr>
            </a:lvl1pPr>
          </a:lstStyle>
          <a:p>
            <a:r>
              <a:rPr lang="en-SG"/>
              <a:t>Click to add title</a:t>
            </a:r>
          </a:p>
        </p:txBody>
      </p:sp>
      <p:sp>
        <p:nvSpPr>
          <p:cNvPr id="18" name="Text Placeholder 4">
            <a:extLst>
              <a:ext uri="{FF2B5EF4-FFF2-40B4-BE49-F238E27FC236}">
                <a16:creationId xmlns:a16="http://schemas.microsoft.com/office/drawing/2014/main" id="{1633B2C3-EE9C-4119-9F7F-EE2C6BE94FE3}"/>
              </a:ext>
            </a:extLst>
          </p:cNvPr>
          <p:cNvSpPr>
            <a:spLocks noGrp="1"/>
          </p:cNvSpPr>
          <p:nvPr>
            <p:ph type="body" sz="quarter" idx="12" hasCustomPrompt="1"/>
          </p:nvPr>
        </p:nvSpPr>
        <p:spPr>
          <a:xfrm>
            <a:off x="552270" y="1562095"/>
            <a:ext cx="11042651" cy="4791607"/>
          </a:xfrm>
          <a:prstGeom prst="rect">
            <a:avLst/>
          </a:prstGeom>
        </p:spPr>
        <p:txBody>
          <a:bodyPr/>
          <a:lstStyle>
            <a:lvl1pPr marL="0" indent="0">
              <a:lnSpc>
                <a:spcPct val="150000"/>
              </a:lnSpc>
              <a:buFont typeface="Arial" panose="020B0604020202020204" pitchFamily="34" charset="0"/>
              <a:buNone/>
              <a:defRPr>
                <a:solidFill>
                  <a:schemeClr val="tx1"/>
                </a:solidFill>
                <a:latin typeface="+mn-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add body text</a:t>
            </a:r>
          </a:p>
        </p:txBody>
      </p:sp>
    </p:spTree>
    <p:extLst>
      <p:ext uri="{BB962C8B-B14F-4D97-AF65-F5344CB8AC3E}">
        <p14:creationId xmlns:p14="http://schemas.microsoft.com/office/powerpoint/2010/main" val="4807256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8"/>
        <p:cNvGrpSpPr/>
        <p:nvPr/>
      </p:nvGrpSpPr>
      <p:grpSpPr>
        <a:xfrm>
          <a:off x="0" y="0"/>
          <a:ext cx="0" cy="0"/>
          <a:chOff x="0" y="0"/>
          <a:chExt cx="0" cy="0"/>
        </a:xfrm>
      </p:grpSpPr>
      <p:sp>
        <p:nvSpPr>
          <p:cNvPr id="19" name="Google Shape;19;p4"/>
          <p:cNvSpPr/>
          <p:nvPr/>
        </p:nvSpPr>
        <p:spPr>
          <a:xfrm rot="10800000" flipH="1">
            <a:off x="0" y="2248000"/>
            <a:ext cx="12192000" cy="46100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 name="Google Shape;20;p4"/>
          <p:cNvSpPr/>
          <p:nvPr/>
        </p:nvSpPr>
        <p:spPr>
          <a:xfrm>
            <a:off x="0" y="2248000"/>
            <a:ext cx="121920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 name="Google Shape;21;p4"/>
          <p:cNvSpPr txBox="1">
            <a:spLocks noGrp="1"/>
          </p:cNvSpPr>
          <p:nvPr>
            <p:ph type="title"/>
          </p:nvPr>
        </p:nvSpPr>
        <p:spPr>
          <a:xfrm>
            <a:off x="629200" y="984967"/>
            <a:ext cx="10962800" cy="10236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2" name="Google Shape;22;p4"/>
          <p:cNvSpPr txBox="1">
            <a:spLocks noGrp="1"/>
          </p:cNvSpPr>
          <p:nvPr>
            <p:ph type="body" idx="1"/>
          </p:nvPr>
        </p:nvSpPr>
        <p:spPr>
          <a:xfrm>
            <a:off x="629200" y="2558767"/>
            <a:ext cx="10962800" cy="36136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23" name="Google Shape;23;p4"/>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6799743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4"/>
        <p:cNvGrpSpPr/>
        <p:nvPr/>
      </p:nvGrpSpPr>
      <p:grpSpPr>
        <a:xfrm>
          <a:off x="0" y="0"/>
          <a:ext cx="0" cy="0"/>
          <a:chOff x="0" y="0"/>
          <a:chExt cx="0" cy="0"/>
        </a:xfrm>
      </p:grpSpPr>
      <p:sp>
        <p:nvSpPr>
          <p:cNvPr id="25" name="Google Shape;25;p5"/>
          <p:cNvSpPr/>
          <p:nvPr/>
        </p:nvSpPr>
        <p:spPr>
          <a:xfrm rot="10800000" flipH="1">
            <a:off x="0" y="2248000"/>
            <a:ext cx="12192000" cy="46100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6" name="Google Shape;26;p5"/>
          <p:cNvSpPr/>
          <p:nvPr/>
        </p:nvSpPr>
        <p:spPr>
          <a:xfrm>
            <a:off x="0" y="2248000"/>
            <a:ext cx="121920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7" name="Google Shape;27;p5"/>
          <p:cNvSpPr txBox="1">
            <a:spLocks noGrp="1"/>
          </p:cNvSpPr>
          <p:nvPr>
            <p:ph type="title"/>
          </p:nvPr>
        </p:nvSpPr>
        <p:spPr>
          <a:xfrm>
            <a:off x="629200" y="984967"/>
            <a:ext cx="10962800" cy="10236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8" name="Google Shape;28;p5"/>
          <p:cNvSpPr txBox="1">
            <a:spLocks noGrp="1"/>
          </p:cNvSpPr>
          <p:nvPr>
            <p:ph type="body" idx="1"/>
          </p:nvPr>
        </p:nvSpPr>
        <p:spPr>
          <a:xfrm>
            <a:off x="629200" y="2558767"/>
            <a:ext cx="5333200" cy="36136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29" name="Google Shape;29;p5"/>
          <p:cNvSpPr txBox="1">
            <a:spLocks noGrp="1"/>
          </p:cNvSpPr>
          <p:nvPr>
            <p:ph type="body" idx="2"/>
          </p:nvPr>
        </p:nvSpPr>
        <p:spPr>
          <a:xfrm>
            <a:off x="6259000" y="2558767"/>
            <a:ext cx="5333200" cy="36136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30" name="Google Shape;30;p5"/>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3941412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6"/>
        <p:cNvGrpSpPr/>
        <p:nvPr/>
      </p:nvGrpSpPr>
      <p:grpSpPr>
        <a:xfrm>
          <a:off x="0" y="0"/>
          <a:ext cx="0" cy="0"/>
          <a:chOff x="0" y="0"/>
          <a:chExt cx="0" cy="0"/>
        </a:xfrm>
      </p:grpSpPr>
      <p:sp>
        <p:nvSpPr>
          <p:cNvPr id="37" name="Google Shape;37;p7"/>
          <p:cNvSpPr txBox="1"/>
          <p:nvPr/>
        </p:nvSpPr>
        <p:spPr>
          <a:xfrm rot="10800000" flipH="1">
            <a:off x="4368800" y="33"/>
            <a:ext cx="7823200" cy="68580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 name="Google Shape;38;p7"/>
          <p:cNvSpPr/>
          <p:nvPr/>
        </p:nvSpPr>
        <p:spPr>
          <a:xfrm rot="-5400000">
            <a:off x="1012200" y="3356600"/>
            <a:ext cx="68580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9" name="Google Shape;39;p7"/>
          <p:cNvSpPr txBox="1">
            <a:spLocks noGrp="1"/>
          </p:cNvSpPr>
          <p:nvPr>
            <p:ph type="title"/>
          </p:nvPr>
        </p:nvSpPr>
        <p:spPr>
          <a:xfrm>
            <a:off x="301437" y="477067"/>
            <a:ext cx="3744000" cy="12712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40" name="Google Shape;40;p7"/>
          <p:cNvSpPr txBox="1">
            <a:spLocks noGrp="1"/>
          </p:cNvSpPr>
          <p:nvPr>
            <p:ph type="body" idx="1"/>
          </p:nvPr>
        </p:nvSpPr>
        <p:spPr>
          <a:xfrm>
            <a:off x="301433" y="1954400"/>
            <a:ext cx="3744000" cy="4218000"/>
          </a:xfrm>
          <a:prstGeom prst="rect">
            <a:avLst/>
          </a:prstGeom>
        </p:spPr>
        <p:txBody>
          <a:bodyPr spcFirstLastPara="1" wrap="square" lIns="91425" tIns="91425" rIns="91425" bIns="91425" anchor="t" anchorCtr="0">
            <a:noAutofit/>
          </a:bodyPr>
          <a:lstStyle>
            <a:lvl1pPr marL="609585" lvl="0" indent="-406390">
              <a:spcBef>
                <a:spcPts val="0"/>
              </a:spcBef>
              <a:spcAft>
                <a:spcPts val="0"/>
              </a:spcAft>
              <a:buClr>
                <a:schemeClr val="lt1"/>
              </a:buClr>
              <a:buSzPts val="1200"/>
              <a:buChar char="●"/>
              <a:defRPr sz="1600">
                <a:solidFill>
                  <a:schemeClr val="lt1"/>
                </a:solidFill>
              </a:defRPr>
            </a:lvl1pPr>
            <a:lvl2pPr marL="1219170" lvl="1" indent="-406390">
              <a:spcBef>
                <a:spcPts val="2133"/>
              </a:spcBef>
              <a:spcAft>
                <a:spcPts val="0"/>
              </a:spcAft>
              <a:buClr>
                <a:schemeClr val="lt1"/>
              </a:buClr>
              <a:buSzPts val="1200"/>
              <a:buChar char="○"/>
              <a:defRPr sz="1600">
                <a:solidFill>
                  <a:schemeClr val="lt1"/>
                </a:solidFill>
              </a:defRPr>
            </a:lvl2pPr>
            <a:lvl3pPr marL="1828754" lvl="2" indent="-406390">
              <a:spcBef>
                <a:spcPts val="2133"/>
              </a:spcBef>
              <a:spcAft>
                <a:spcPts val="0"/>
              </a:spcAft>
              <a:buClr>
                <a:schemeClr val="lt1"/>
              </a:buClr>
              <a:buSzPts val="1200"/>
              <a:buChar char="■"/>
              <a:defRPr sz="1600">
                <a:solidFill>
                  <a:schemeClr val="lt1"/>
                </a:solidFill>
              </a:defRPr>
            </a:lvl3pPr>
            <a:lvl4pPr marL="2438339" lvl="3" indent="-406390">
              <a:spcBef>
                <a:spcPts val="2133"/>
              </a:spcBef>
              <a:spcAft>
                <a:spcPts val="0"/>
              </a:spcAft>
              <a:buClr>
                <a:schemeClr val="lt1"/>
              </a:buClr>
              <a:buSzPts val="1200"/>
              <a:buChar char="●"/>
              <a:defRPr sz="1600">
                <a:solidFill>
                  <a:schemeClr val="lt1"/>
                </a:solidFill>
              </a:defRPr>
            </a:lvl4pPr>
            <a:lvl5pPr marL="3047924" lvl="4" indent="-406390">
              <a:spcBef>
                <a:spcPts val="2133"/>
              </a:spcBef>
              <a:spcAft>
                <a:spcPts val="0"/>
              </a:spcAft>
              <a:buClr>
                <a:schemeClr val="lt1"/>
              </a:buClr>
              <a:buSzPts val="1200"/>
              <a:buChar char="○"/>
              <a:defRPr sz="1600">
                <a:solidFill>
                  <a:schemeClr val="lt1"/>
                </a:solidFill>
              </a:defRPr>
            </a:lvl5pPr>
            <a:lvl6pPr marL="3657509" lvl="5" indent="-406390">
              <a:spcBef>
                <a:spcPts val="2133"/>
              </a:spcBef>
              <a:spcAft>
                <a:spcPts val="0"/>
              </a:spcAft>
              <a:buClr>
                <a:schemeClr val="lt1"/>
              </a:buClr>
              <a:buSzPts val="1200"/>
              <a:buChar char="■"/>
              <a:defRPr sz="1600">
                <a:solidFill>
                  <a:schemeClr val="lt1"/>
                </a:solidFill>
              </a:defRPr>
            </a:lvl6pPr>
            <a:lvl7pPr marL="4267093" lvl="6" indent="-406390">
              <a:spcBef>
                <a:spcPts val="2133"/>
              </a:spcBef>
              <a:spcAft>
                <a:spcPts val="0"/>
              </a:spcAft>
              <a:buClr>
                <a:schemeClr val="lt1"/>
              </a:buClr>
              <a:buSzPts val="1200"/>
              <a:buChar char="●"/>
              <a:defRPr sz="1600">
                <a:solidFill>
                  <a:schemeClr val="lt1"/>
                </a:solidFill>
              </a:defRPr>
            </a:lvl7pPr>
            <a:lvl8pPr marL="4876678" lvl="7" indent="-406390">
              <a:spcBef>
                <a:spcPts val="2133"/>
              </a:spcBef>
              <a:spcAft>
                <a:spcPts val="0"/>
              </a:spcAft>
              <a:buClr>
                <a:schemeClr val="lt1"/>
              </a:buClr>
              <a:buSzPts val="1200"/>
              <a:buChar char="○"/>
              <a:defRPr sz="1600">
                <a:solidFill>
                  <a:schemeClr val="lt1"/>
                </a:solidFill>
              </a:defRPr>
            </a:lvl8pPr>
            <a:lvl9pPr marL="5486263" lvl="8" indent="-406390">
              <a:spcBef>
                <a:spcPts val="2133"/>
              </a:spcBef>
              <a:spcAft>
                <a:spcPts val="2133"/>
              </a:spcAft>
              <a:buClr>
                <a:schemeClr val="lt1"/>
              </a:buClr>
              <a:buSzPts val="1200"/>
              <a:buChar char="■"/>
              <a:defRPr sz="1600">
                <a:solidFill>
                  <a:schemeClr val="lt1"/>
                </a:solidFill>
              </a:defRPr>
            </a:lvl9pPr>
          </a:lstStyle>
          <a:p>
            <a:endParaRPr/>
          </a:p>
        </p:txBody>
      </p:sp>
      <p:sp>
        <p:nvSpPr>
          <p:cNvPr id="41" name="Google Shape;41;p7"/>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3196184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ig number">
  <p:cSld name="Big number">
    <p:bg>
      <p:bgPr>
        <a:solidFill>
          <a:schemeClr val="accent4"/>
        </a:solidFill>
        <a:effectLst/>
      </p:bgPr>
    </p:bg>
    <p:spTree>
      <p:nvGrpSpPr>
        <p:cNvPr id="1" name="Shape 57"/>
        <p:cNvGrpSpPr/>
        <p:nvPr/>
      </p:nvGrpSpPr>
      <p:grpSpPr>
        <a:xfrm>
          <a:off x="0" y="0"/>
          <a:ext cx="0" cy="0"/>
          <a:chOff x="0" y="0"/>
          <a:chExt cx="0" cy="0"/>
        </a:xfrm>
      </p:grpSpPr>
      <p:sp>
        <p:nvSpPr>
          <p:cNvPr id="58" name="Google Shape;58;p11"/>
          <p:cNvSpPr txBox="1">
            <a:spLocks noGrp="1"/>
          </p:cNvSpPr>
          <p:nvPr>
            <p:ph type="title" hasCustomPrompt="1"/>
          </p:nvPr>
        </p:nvSpPr>
        <p:spPr>
          <a:xfrm>
            <a:off x="634000" y="1678033"/>
            <a:ext cx="10962800" cy="26180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2"/>
              </a:buClr>
              <a:buSzPts val="12000"/>
              <a:buNone/>
              <a:defRPr sz="16000">
                <a:solidFill>
                  <a:schemeClr val="dk2"/>
                </a:solidFill>
              </a:defRPr>
            </a:lvl1pPr>
            <a:lvl2pPr lvl="1" algn="ctr">
              <a:spcBef>
                <a:spcPts val="0"/>
              </a:spcBef>
              <a:spcAft>
                <a:spcPts val="0"/>
              </a:spcAft>
              <a:buClr>
                <a:schemeClr val="dk2"/>
              </a:buClr>
              <a:buSzPts val="12000"/>
              <a:buNone/>
              <a:defRPr sz="16000">
                <a:solidFill>
                  <a:schemeClr val="dk2"/>
                </a:solidFill>
              </a:defRPr>
            </a:lvl2pPr>
            <a:lvl3pPr lvl="2" algn="ctr">
              <a:spcBef>
                <a:spcPts val="0"/>
              </a:spcBef>
              <a:spcAft>
                <a:spcPts val="0"/>
              </a:spcAft>
              <a:buClr>
                <a:schemeClr val="dk2"/>
              </a:buClr>
              <a:buSzPts val="12000"/>
              <a:buNone/>
              <a:defRPr sz="16000">
                <a:solidFill>
                  <a:schemeClr val="dk2"/>
                </a:solidFill>
              </a:defRPr>
            </a:lvl3pPr>
            <a:lvl4pPr lvl="3" algn="ctr">
              <a:spcBef>
                <a:spcPts val="0"/>
              </a:spcBef>
              <a:spcAft>
                <a:spcPts val="0"/>
              </a:spcAft>
              <a:buClr>
                <a:schemeClr val="dk2"/>
              </a:buClr>
              <a:buSzPts val="12000"/>
              <a:buNone/>
              <a:defRPr sz="16000">
                <a:solidFill>
                  <a:schemeClr val="dk2"/>
                </a:solidFill>
              </a:defRPr>
            </a:lvl4pPr>
            <a:lvl5pPr lvl="4" algn="ctr">
              <a:spcBef>
                <a:spcPts val="0"/>
              </a:spcBef>
              <a:spcAft>
                <a:spcPts val="0"/>
              </a:spcAft>
              <a:buClr>
                <a:schemeClr val="dk2"/>
              </a:buClr>
              <a:buSzPts val="12000"/>
              <a:buNone/>
              <a:defRPr sz="16000">
                <a:solidFill>
                  <a:schemeClr val="dk2"/>
                </a:solidFill>
              </a:defRPr>
            </a:lvl5pPr>
            <a:lvl6pPr lvl="5" algn="ctr">
              <a:spcBef>
                <a:spcPts val="0"/>
              </a:spcBef>
              <a:spcAft>
                <a:spcPts val="0"/>
              </a:spcAft>
              <a:buClr>
                <a:schemeClr val="dk2"/>
              </a:buClr>
              <a:buSzPts val="12000"/>
              <a:buNone/>
              <a:defRPr sz="16000">
                <a:solidFill>
                  <a:schemeClr val="dk2"/>
                </a:solidFill>
              </a:defRPr>
            </a:lvl6pPr>
            <a:lvl7pPr lvl="6" algn="ctr">
              <a:spcBef>
                <a:spcPts val="0"/>
              </a:spcBef>
              <a:spcAft>
                <a:spcPts val="0"/>
              </a:spcAft>
              <a:buClr>
                <a:schemeClr val="dk2"/>
              </a:buClr>
              <a:buSzPts val="12000"/>
              <a:buNone/>
              <a:defRPr sz="16000">
                <a:solidFill>
                  <a:schemeClr val="dk2"/>
                </a:solidFill>
              </a:defRPr>
            </a:lvl7pPr>
            <a:lvl8pPr lvl="7" algn="ctr">
              <a:spcBef>
                <a:spcPts val="0"/>
              </a:spcBef>
              <a:spcAft>
                <a:spcPts val="0"/>
              </a:spcAft>
              <a:buClr>
                <a:schemeClr val="dk2"/>
              </a:buClr>
              <a:buSzPts val="12000"/>
              <a:buNone/>
              <a:defRPr sz="16000">
                <a:solidFill>
                  <a:schemeClr val="dk2"/>
                </a:solidFill>
              </a:defRPr>
            </a:lvl8pPr>
            <a:lvl9pPr lvl="8" algn="ctr">
              <a:spcBef>
                <a:spcPts val="0"/>
              </a:spcBef>
              <a:spcAft>
                <a:spcPts val="0"/>
              </a:spcAft>
              <a:buClr>
                <a:schemeClr val="dk2"/>
              </a:buClr>
              <a:buSzPts val="12000"/>
              <a:buNone/>
              <a:defRPr sz="16000">
                <a:solidFill>
                  <a:schemeClr val="dk2"/>
                </a:solidFill>
              </a:defRPr>
            </a:lvl9pPr>
          </a:lstStyle>
          <a:p>
            <a:r>
              <a:t>xx%</a:t>
            </a:r>
          </a:p>
        </p:txBody>
      </p:sp>
      <p:sp>
        <p:nvSpPr>
          <p:cNvPr id="59" name="Google Shape;59;p11"/>
          <p:cNvSpPr txBox="1">
            <a:spLocks noGrp="1"/>
          </p:cNvSpPr>
          <p:nvPr>
            <p:ph type="body" idx="1"/>
          </p:nvPr>
        </p:nvSpPr>
        <p:spPr>
          <a:xfrm>
            <a:off x="634000" y="4406167"/>
            <a:ext cx="10962800" cy="1734400"/>
          </a:xfrm>
          <a:prstGeom prst="rect">
            <a:avLst/>
          </a:prstGeom>
        </p:spPr>
        <p:txBody>
          <a:bodyPr spcFirstLastPara="1" wrap="square" lIns="91425" tIns="91425" rIns="91425" bIns="91425" anchor="t" anchorCtr="0">
            <a:noAutofit/>
          </a:bodyPr>
          <a:lstStyle>
            <a:lvl1pPr marL="609585" lvl="0" indent="-457189" algn="ctr">
              <a:spcBef>
                <a:spcPts val="0"/>
              </a:spcBef>
              <a:spcAft>
                <a:spcPts val="0"/>
              </a:spcAft>
              <a:buSzPts val="1800"/>
              <a:buChar char="●"/>
              <a:defRPr/>
            </a:lvl1pPr>
            <a:lvl2pPr marL="1219170" lvl="1" indent="-423323" algn="ctr">
              <a:spcBef>
                <a:spcPts val="2133"/>
              </a:spcBef>
              <a:spcAft>
                <a:spcPts val="0"/>
              </a:spcAft>
              <a:buSzPts val="1400"/>
              <a:buChar char="○"/>
              <a:defRPr/>
            </a:lvl2pPr>
            <a:lvl3pPr marL="1828754" lvl="2" indent="-423323" algn="ctr">
              <a:spcBef>
                <a:spcPts val="2133"/>
              </a:spcBef>
              <a:spcAft>
                <a:spcPts val="0"/>
              </a:spcAft>
              <a:buSzPts val="1400"/>
              <a:buChar char="■"/>
              <a:defRPr/>
            </a:lvl3pPr>
            <a:lvl4pPr marL="2438339" lvl="3" indent="-423323" algn="ctr">
              <a:spcBef>
                <a:spcPts val="2133"/>
              </a:spcBef>
              <a:spcAft>
                <a:spcPts val="0"/>
              </a:spcAft>
              <a:buSzPts val="1400"/>
              <a:buChar char="●"/>
              <a:defRPr/>
            </a:lvl4pPr>
            <a:lvl5pPr marL="3047924" lvl="4" indent="-423323" algn="ctr">
              <a:spcBef>
                <a:spcPts val="2133"/>
              </a:spcBef>
              <a:spcAft>
                <a:spcPts val="0"/>
              </a:spcAft>
              <a:buSzPts val="1400"/>
              <a:buChar char="○"/>
              <a:defRPr/>
            </a:lvl5pPr>
            <a:lvl6pPr marL="3657509" lvl="5" indent="-423323" algn="ctr">
              <a:spcBef>
                <a:spcPts val="2133"/>
              </a:spcBef>
              <a:spcAft>
                <a:spcPts val="0"/>
              </a:spcAft>
              <a:buSzPts val="1400"/>
              <a:buChar char="■"/>
              <a:defRPr/>
            </a:lvl6pPr>
            <a:lvl7pPr marL="4267093" lvl="6" indent="-423323" algn="ctr">
              <a:spcBef>
                <a:spcPts val="2133"/>
              </a:spcBef>
              <a:spcAft>
                <a:spcPts val="0"/>
              </a:spcAft>
              <a:buSzPts val="1400"/>
              <a:buChar char="●"/>
              <a:defRPr/>
            </a:lvl7pPr>
            <a:lvl8pPr marL="4876678" lvl="7" indent="-423323" algn="ctr">
              <a:spcBef>
                <a:spcPts val="2133"/>
              </a:spcBef>
              <a:spcAft>
                <a:spcPts val="0"/>
              </a:spcAft>
              <a:buSzPts val="1400"/>
              <a:buChar char="○"/>
              <a:defRPr/>
            </a:lvl8pPr>
            <a:lvl9pPr marL="5486263" lvl="8" indent="-423323" algn="ctr">
              <a:spcBef>
                <a:spcPts val="2133"/>
              </a:spcBef>
              <a:spcAft>
                <a:spcPts val="2133"/>
              </a:spcAft>
              <a:buSzPts val="1400"/>
              <a:buChar char="■"/>
              <a:defRPr/>
            </a:lvl9pPr>
          </a:lstStyle>
          <a:p>
            <a:endParaRPr/>
          </a:p>
        </p:txBody>
      </p:sp>
      <p:sp>
        <p:nvSpPr>
          <p:cNvPr id="60" name="Google Shape;60;p11"/>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8683194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653667" y="651000"/>
            <a:ext cx="8302800" cy="5454400"/>
          </a:xfrm>
          <a:prstGeom prst="rect">
            <a:avLst/>
          </a:prstGeom>
        </p:spPr>
        <p:txBody>
          <a:bodyPr spcFirstLastPara="1" wrap="square" lIns="91425" tIns="91425" rIns="91425" bIns="91425" anchor="ctr" anchorCtr="0">
            <a:noAutofit/>
          </a:bodyPr>
          <a:lstStyle>
            <a:lvl1pPr lvl="0">
              <a:spcBef>
                <a:spcPts val="0"/>
              </a:spcBef>
              <a:spcAft>
                <a:spcPts val="0"/>
              </a:spcAft>
              <a:buSzPts val="6000"/>
              <a:buNone/>
              <a:defRPr sz="8000"/>
            </a:lvl1pPr>
            <a:lvl2pPr lvl="1">
              <a:spcBef>
                <a:spcPts val="0"/>
              </a:spcBef>
              <a:spcAft>
                <a:spcPts val="0"/>
              </a:spcAft>
              <a:buSzPts val="6000"/>
              <a:buNone/>
              <a:defRPr sz="8000"/>
            </a:lvl2pPr>
            <a:lvl3pPr lvl="2">
              <a:spcBef>
                <a:spcPts val="0"/>
              </a:spcBef>
              <a:spcAft>
                <a:spcPts val="0"/>
              </a:spcAft>
              <a:buSzPts val="6000"/>
              <a:buNone/>
              <a:defRPr sz="8000"/>
            </a:lvl3pPr>
            <a:lvl4pPr lvl="3">
              <a:spcBef>
                <a:spcPts val="0"/>
              </a:spcBef>
              <a:spcAft>
                <a:spcPts val="0"/>
              </a:spcAft>
              <a:buSzPts val="6000"/>
              <a:buNone/>
              <a:defRPr sz="8000"/>
            </a:lvl4pPr>
            <a:lvl5pPr lvl="4">
              <a:spcBef>
                <a:spcPts val="0"/>
              </a:spcBef>
              <a:spcAft>
                <a:spcPts val="0"/>
              </a:spcAft>
              <a:buSzPts val="6000"/>
              <a:buNone/>
              <a:defRPr sz="8000"/>
            </a:lvl5pPr>
            <a:lvl6pPr lvl="5">
              <a:spcBef>
                <a:spcPts val="0"/>
              </a:spcBef>
              <a:spcAft>
                <a:spcPts val="0"/>
              </a:spcAft>
              <a:buSzPts val="6000"/>
              <a:buNone/>
              <a:defRPr sz="8000"/>
            </a:lvl6pPr>
            <a:lvl7pPr lvl="6">
              <a:spcBef>
                <a:spcPts val="0"/>
              </a:spcBef>
              <a:spcAft>
                <a:spcPts val="0"/>
              </a:spcAft>
              <a:buSzPts val="6000"/>
              <a:buNone/>
              <a:defRPr sz="8000"/>
            </a:lvl7pPr>
            <a:lvl8pPr lvl="7">
              <a:spcBef>
                <a:spcPts val="0"/>
              </a:spcBef>
              <a:spcAft>
                <a:spcPts val="0"/>
              </a:spcAft>
              <a:buSzPts val="6000"/>
              <a:buNone/>
              <a:defRPr sz="8000"/>
            </a:lvl8pPr>
            <a:lvl9pPr lvl="8">
              <a:spcBef>
                <a:spcPts val="0"/>
              </a:spcBef>
              <a:spcAft>
                <a:spcPts val="0"/>
              </a:spcAft>
              <a:buSzPts val="6000"/>
              <a:buNone/>
              <a:defRPr sz="8000"/>
            </a:lvl9pPr>
          </a:lstStyle>
          <a:p>
            <a:endParaRPr/>
          </a:p>
        </p:txBody>
      </p:sp>
      <p:sp>
        <p:nvSpPr>
          <p:cNvPr id="44" name="Google Shape;44;p8"/>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50921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5"/>
        <p:cNvGrpSpPr/>
        <p:nvPr/>
      </p:nvGrpSpPr>
      <p:grpSpPr>
        <a:xfrm>
          <a:off x="0" y="0"/>
          <a:ext cx="0" cy="0"/>
          <a:chOff x="0" y="0"/>
          <a:chExt cx="0" cy="0"/>
        </a:xfrm>
      </p:grpSpPr>
      <p:sp>
        <p:nvSpPr>
          <p:cNvPr id="46" name="Google Shape;46;p9"/>
          <p:cNvSpPr/>
          <p:nvPr/>
        </p:nvSpPr>
        <p:spPr>
          <a:xfrm flipH="1">
            <a:off x="0" y="0"/>
            <a:ext cx="6096000" cy="68580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7" name="Google Shape;47;p9"/>
          <p:cNvSpPr/>
          <p:nvPr/>
        </p:nvSpPr>
        <p:spPr>
          <a:xfrm rot="5400000">
            <a:off x="2595233" y="3357000"/>
            <a:ext cx="68572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8" name="Google Shape;48;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2"/>
              </a:buClr>
              <a:buSzPts val="4200"/>
              <a:buNone/>
              <a:defRPr sz="5600">
                <a:solidFill>
                  <a:schemeClr val="dk2"/>
                </a:solidFill>
              </a:defRPr>
            </a:lvl1pPr>
            <a:lvl2pPr lvl="1" algn="ctr">
              <a:spcBef>
                <a:spcPts val="0"/>
              </a:spcBef>
              <a:spcAft>
                <a:spcPts val="0"/>
              </a:spcAft>
              <a:buClr>
                <a:schemeClr val="dk2"/>
              </a:buClr>
              <a:buSzPts val="4200"/>
              <a:buNone/>
              <a:defRPr sz="5600">
                <a:solidFill>
                  <a:schemeClr val="dk2"/>
                </a:solidFill>
              </a:defRPr>
            </a:lvl2pPr>
            <a:lvl3pPr lvl="2" algn="ctr">
              <a:spcBef>
                <a:spcPts val="0"/>
              </a:spcBef>
              <a:spcAft>
                <a:spcPts val="0"/>
              </a:spcAft>
              <a:buClr>
                <a:schemeClr val="dk2"/>
              </a:buClr>
              <a:buSzPts val="4200"/>
              <a:buNone/>
              <a:defRPr sz="5600">
                <a:solidFill>
                  <a:schemeClr val="dk2"/>
                </a:solidFill>
              </a:defRPr>
            </a:lvl3pPr>
            <a:lvl4pPr lvl="3" algn="ctr">
              <a:spcBef>
                <a:spcPts val="0"/>
              </a:spcBef>
              <a:spcAft>
                <a:spcPts val="0"/>
              </a:spcAft>
              <a:buClr>
                <a:schemeClr val="dk2"/>
              </a:buClr>
              <a:buSzPts val="4200"/>
              <a:buNone/>
              <a:defRPr sz="5600">
                <a:solidFill>
                  <a:schemeClr val="dk2"/>
                </a:solidFill>
              </a:defRPr>
            </a:lvl4pPr>
            <a:lvl5pPr lvl="4" algn="ctr">
              <a:spcBef>
                <a:spcPts val="0"/>
              </a:spcBef>
              <a:spcAft>
                <a:spcPts val="0"/>
              </a:spcAft>
              <a:buClr>
                <a:schemeClr val="dk2"/>
              </a:buClr>
              <a:buSzPts val="4200"/>
              <a:buNone/>
              <a:defRPr sz="5600">
                <a:solidFill>
                  <a:schemeClr val="dk2"/>
                </a:solidFill>
              </a:defRPr>
            </a:lvl5pPr>
            <a:lvl6pPr lvl="5" algn="ctr">
              <a:spcBef>
                <a:spcPts val="0"/>
              </a:spcBef>
              <a:spcAft>
                <a:spcPts val="0"/>
              </a:spcAft>
              <a:buClr>
                <a:schemeClr val="dk2"/>
              </a:buClr>
              <a:buSzPts val="4200"/>
              <a:buNone/>
              <a:defRPr sz="5600">
                <a:solidFill>
                  <a:schemeClr val="dk2"/>
                </a:solidFill>
              </a:defRPr>
            </a:lvl6pPr>
            <a:lvl7pPr lvl="6" algn="ctr">
              <a:spcBef>
                <a:spcPts val="0"/>
              </a:spcBef>
              <a:spcAft>
                <a:spcPts val="0"/>
              </a:spcAft>
              <a:buClr>
                <a:schemeClr val="dk2"/>
              </a:buClr>
              <a:buSzPts val="4200"/>
              <a:buNone/>
              <a:defRPr sz="5600">
                <a:solidFill>
                  <a:schemeClr val="dk2"/>
                </a:solidFill>
              </a:defRPr>
            </a:lvl7pPr>
            <a:lvl8pPr lvl="7" algn="ctr">
              <a:spcBef>
                <a:spcPts val="0"/>
              </a:spcBef>
              <a:spcAft>
                <a:spcPts val="0"/>
              </a:spcAft>
              <a:buClr>
                <a:schemeClr val="dk2"/>
              </a:buClr>
              <a:buSzPts val="4200"/>
              <a:buNone/>
              <a:defRPr sz="5600">
                <a:solidFill>
                  <a:schemeClr val="dk2"/>
                </a:solidFill>
              </a:defRPr>
            </a:lvl8pPr>
            <a:lvl9pPr lvl="8" algn="ctr">
              <a:spcBef>
                <a:spcPts val="0"/>
              </a:spcBef>
              <a:spcAft>
                <a:spcPts val="0"/>
              </a:spcAft>
              <a:buClr>
                <a:schemeClr val="dk2"/>
              </a:buClr>
              <a:buSzPts val="4200"/>
              <a:buNone/>
              <a:defRPr sz="5600">
                <a:solidFill>
                  <a:schemeClr val="dk2"/>
                </a:solidFill>
              </a:defRPr>
            </a:lvl9pPr>
          </a:lstStyle>
          <a:p>
            <a:endParaRPr/>
          </a:p>
        </p:txBody>
      </p:sp>
      <p:sp>
        <p:nvSpPr>
          <p:cNvPr id="49" name="Google Shape;49;p9"/>
          <p:cNvSpPr txBox="1">
            <a:spLocks noGrp="1"/>
          </p:cNvSpPr>
          <p:nvPr>
            <p:ph type="subTitle" idx="1"/>
          </p:nvPr>
        </p:nvSpPr>
        <p:spPr>
          <a:xfrm>
            <a:off x="354000" y="3705956"/>
            <a:ext cx="5393600" cy="1646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50" name="Google Shape;50;p9"/>
          <p:cNvSpPr txBox="1">
            <a:spLocks noGrp="1"/>
          </p:cNvSpPr>
          <p:nvPr>
            <p:ph type="body" idx="2"/>
          </p:nvPr>
        </p:nvSpPr>
        <p:spPr>
          <a:xfrm>
            <a:off x="6586000" y="965600"/>
            <a:ext cx="5116000" cy="4926800"/>
          </a:xfrm>
          <a:prstGeom prst="rect">
            <a:avLst/>
          </a:prstGeom>
        </p:spPr>
        <p:txBody>
          <a:bodyPr spcFirstLastPara="1" wrap="square" lIns="91425" tIns="91425" rIns="91425" bIns="91425" anchor="ctr" anchorCtr="0">
            <a:noAutofit/>
          </a:bodyPr>
          <a:lstStyle>
            <a:lvl1pPr marL="609585" lvl="0" indent="-457189">
              <a:spcBef>
                <a:spcPts val="0"/>
              </a:spcBef>
              <a:spcAft>
                <a:spcPts val="0"/>
              </a:spcAft>
              <a:buClr>
                <a:schemeClr val="lt1"/>
              </a:buClr>
              <a:buSzPts val="1800"/>
              <a:buChar char="●"/>
              <a:defRPr>
                <a:solidFill>
                  <a:schemeClr val="lt1"/>
                </a:solidFill>
              </a:defRPr>
            </a:lvl1pPr>
            <a:lvl2pPr marL="1219170" lvl="1" indent="-423323">
              <a:spcBef>
                <a:spcPts val="2133"/>
              </a:spcBef>
              <a:spcAft>
                <a:spcPts val="0"/>
              </a:spcAft>
              <a:buClr>
                <a:schemeClr val="lt1"/>
              </a:buClr>
              <a:buSzPts val="1400"/>
              <a:buChar char="○"/>
              <a:defRPr>
                <a:solidFill>
                  <a:schemeClr val="lt1"/>
                </a:solidFill>
              </a:defRPr>
            </a:lvl2pPr>
            <a:lvl3pPr marL="1828754" lvl="2" indent="-423323">
              <a:spcBef>
                <a:spcPts val="2133"/>
              </a:spcBef>
              <a:spcAft>
                <a:spcPts val="0"/>
              </a:spcAft>
              <a:buClr>
                <a:schemeClr val="lt1"/>
              </a:buClr>
              <a:buSzPts val="1400"/>
              <a:buChar char="■"/>
              <a:defRPr>
                <a:solidFill>
                  <a:schemeClr val="lt1"/>
                </a:solidFill>
              </a:defRPr>
            </a:lvl3pPr>
            <a:lvl4pPr marL="2438339" lvl="3" indent="-423323">
              <a:spcBef>
                <a:spcPts val="2133"/>
              </a:spcBef>
              <a:spcAft>
                <a:spcPts val="0"/>
              </a:spcAft>
              <a:buClr>
                <a:schemeClr val="lt1"/>
              </a:buClr>
              <a:buSzPts val="1400"/>
              <a:buChar char="●"/>
              <a:defRPr>
                <a:solidFill>
                  <a:schemeClr val="lt1"/>
                </a:solidFill>
              </a:defRPr>
            </a:lvl4pPr>
            <a:lvl5pPr marL="3047924" lvl="4" indent="-423323">
              <a:spcBef>
                <a:spcPts val="2133"/>
              </a:spcBef>
              <a:spcAft>
                <a:spcPts val="0"/>
              </a:spcAft>
              <a:buClr>
                <a:schemeClr val="lt1"/>
              </a:buClr>
              <a:buSzPts val="1400"/>
              <a:buChar char="○"/>
              <a:defRPr>
                <a:solidFill>
                  <a:schemeClr val="lt1"/>
                </a:solidFill>
              </a:defRPr>
            </a:lvl5pPr>
            <a:lvl6pPr marL="3657509" lvl="5" indent="-423323">
              <a:spcBef>
                <a:spcPts val="2133"/>
              </a:spcBef>
              <a:spcAft>
                <a:spcPts val="0"/>
              </a:spcAft>
              <a:buClr>
                <a:schemeClr val="lt1"/>
              </a:buClr>
              <a:buSzPts val="1400"/>
              <a:buChar char="■"/>
              <a:defRPr>
                <a:solidFill>
                  <a:schemeClr val="lt1"/>
                </a:solidFill>
              </a:defRPr>
            </a:lvl6pPr>
            <a:lvl7pPr marL="4267093" lvl="6" indent="-423323">
              <a:spcBef>
                <a:spcPts val="2133"/>
              </a:spcBef>
              <a:spcAft>
                <a:spcPts val="0"/>
              </a:spcAft>
              <a:buClr>
                <a:schemeClr val="lt1"/>
              </a:buClr>
              <a:buSzPts val="1400"/>
              <a:buChar char="●"/>
              <a:defRPr>
                <a:solidFill>
                  <a:schemeClr val="lt1"/>
                </a:solidFill>
              </a:defRPr>
            </a:lvl7pPr>
            <a:lvl8pPr marL="4876678" lvl="7" indent="-423323">
              <a:spcBef>
                <a:spcPts val="2133"/>
              </a:spcBef>
              <a:spcAft>
                <a:spcPts val="0"/>
              </a:spcAft>
              <a:buClr>
                <a:schemeClr val="lt1"/>
              </a:buClr>
              <a:buSzPts val="1400"/>
              <a:buChar char="○"/>
              <a:defRPr>
                <a:solidFill>
                  <a:schemeClr val="lt1"/>
                </a:solidFill>
              </a:defRPr>
            </a:lvl8pPr>
            <a:lvl9pPr marL="5486263" lvl="8" indent="-423323">
              <a:spcBef>
                <a:spcPts val="2133"/>
              </a:spcBef>
              <a:spcAft>
                <a:spcPts val="2133"/>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7771454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11"/>
        <p:cNvGrpSpPr/>
        <p:nvPr/>
      </p:nvGrpSpPr>
      <p:grpSpPr>
        <a:xfrm>
          <a:off x="0" y="0"/>
          <a:ext cx="0" cy="0"/>
          <a:chOff x="0" y="0"/>
          <a:chExt cx="0" cy="0"/>
        </a:xfrm>
      </p:grpSpPr>
      <p:sp>
        <p:nvSpPr>
          <p:cNvPr id="12" name="Google Shape;12;p57"/>
          <p:cNvSpPr/>
          <p:nvPr/>
        </p:nvSpPr>
        <p:spPr>
          <a:xfrm>
            <a:off x="10059311" y="877033"/>
            <a:ext cx="1732400" cy="577200"/>
          </a:xfrm>
          <a:prstGeom prst="triangle">
            <a:avLst>
              <a:gd name="adj" fmla="val 32425"/>
            </a:avLst>
          </a:prstGeom>
          <a:solidFill>
            <a:srgbClr val="263248"/>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vo"/>
              <a:ea typeface="Arvo"/>
              <a:cs typeface="Arvo"/>
              <a:sym typeface="Arvo"/>
            </a:endParaRPr>
          </a:p>
        </p:txBody>
      </p:sp>
      <p:grpSp>
        <p:nvGrpSpPr>
          <p:cNvPr id="13" name="Google Shape;13;p57"/>
          <p:cNvGrpSpPr/>
          <p:nvPr/>
        </p:nvGrpSpPr>
        <p:grpSpPr>
          <a:xfrm>
            <a:off x="0" y="-9451"/>
            <a:ext cx="11548531" cy="6867451"/>
            <a:chOff x="0" y="-7088"/>
            <a:chExt cx="8661398" cy="5150588"/>
          </a:xfrm>
        </p:grpSpPr>
        <p:sp>
          <p:nvSpPr>
            <p:cNvPr id="14" name="Google Shape;14;p57"/>
            <p:cNvSpPr/>
            <p:nvPr/>
          </p:nvSpPr>
          <p:spPr>
            <a:xfrm>
              <a:off x="0" y="0"/>
              <a:ext cx="3525000" cy="5143500"/>
            </a:xfrm>
            <a:prstGeom prst="rect">
              <a:avLst/>
            </a:prstGeom>
            <a:solidFill>
              <a:srgbClr val="C7D3E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dirty="0">
                <a:solidFill>
                  <a:srgbClr val="000000"/>
                </a:solidFill>
                <a:latin typeface="Arial"/>
                <a:ea typeface="Arial"/>
                <a:cs typeface="Arial"/>
                <a:sym typeface="Arial"/>
              </a:endParaRPr>
            </a:p>
          </p:txBody>
        </p:sp>
        <p:sp>
          <p:nvSpPr>
            <p:cNvPr id="15" name="Google Shape;15;p57"/>
            <p:cNvSpPr/>
            <p:nvPr/>
          </p:nvSpPr>
          <p:spPr>
            <a:xfrm rot="10800000" flipH="1">
              <a:off x="3517898" y="-7088"/>
              <a:ext cx="5143500" cy="5143500"/>
            </a:xfrm>
            <a:prstGeom prst="rtTriangle">
              <a:avLst/>
            </a:prstGeom>
            <a:solidFill>
              <a:srgbClr val="C7D3E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vo"/>
                <a:ea typeface="Arvo"/>
                <a:cs typeface="Arvo"/>
                <a:sym typeface="Arvo"/>
              </a:endParaRPr>
            </a:p>
          </p:txBody>
        </p:sp>
      </p:grpSp>
      <p:grpSp>
        <p:nvGrpSpPr>
          <p:cNvPr id="16" name="Google Shape;16;p57"/>
          <p:cNvGrpSpPr/>
          <p:nvPr/>
        </p:nvGrpSpPr>
        <p:grpSpPr>
          <a:xfrm rot="10800000" flipH="1">
            <a:off x="2" y="1454351"/>
            <a:ext cx="11796669" cy="3949300"/>
            <a:chOff x="-8178042" y="-4493254"/>
            <a:chExt cx="19483597" cy="6522736"/>
          </a:xfrm>
        </p:grpSpPr>
        <p:sp>
          <p:nvSpPr>
            <p:cNvPr id="17" name="Google Shape;17;p57"/>
            <p:cNvSpPr/>
            <p:nvPr/>
          </p:nvSpPr>
          <p:spPr>
            <a:xfrm>
              <a:off x="-8178042" y="-4493118"/>
              <a:ext cx="12968400" cy="6522600"/>
            </a:xfrm>
            <a:prstGeom prst="rect">
              <a:avLst/>
            </a:prstGeom>
            <a:solidFill>
              <a:srgbClr val="3F537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vo"/>
                <a:ea typeface="Arvo"/>
                <a:cs typeface="Arvo"/>
                <a:sym typeface="Arvo"/>
              </a:endParaRPr>
            </a:p>
          </p:txBody>
        </p:sp>
        <p:sp>
          <p:nvSpPr>
            <p:cNvPr id="18" name="Google Shape;18;p57"/>
            <p:cNvSpPr/>
            <p:nvPr/>
          </p:nvSpPr>
          <p:spPr>
            <a:xfrm>
              <a:off x="4782955" y="-4493254"/>
              <a:ext cx="6522600" cy="6522600"/>
            </a:xfrm>
            <a:prstGeom prst="rtTriangle">
              <a:avLst/>
            </a:prstGeom>
            <a:solidFill>
              <a:srgbClr val="3F537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vo"/>
                <a:ea typeface="Arvo"/>
                <a:cs typeface="Arvo"/>
                <a:sym typeface="Arvo"/>
              </a:endParaRPr>
            </a:p>
          </p:txBody>
        </p:sp>
      </p:grpSp>
      <p:grpSp>
        <p:nvGrpSpPr>
          <p:cNvPr id="19" name="Google Shape;19;p57"/>
          <p:cNvGrpSpPr/>
          <p:nvPr/>
        </p:nvGrpSpPr>
        <p:grpSpPr>
          <a:xfrm>
            <a:off x="4902981" y="5704465"/>
            <a:ext cx="7307771" cy="577328"/>
            <a:chOff x="5582265" y="4646738"/>
            <a:chExt cx="5480828" cy="432996"/>
          </a:xfrm>
        </p:grpSpPr>
        <p:sp>
          <p:nvSpPr>
            <p:cNvPr id="20" name="Google Shape;20;p57"/>
            <p:cNvSpPr/>
            <p:nvPr/>
          </p:nvSpPr>
          <p:spPr>
            <a:xfrm rot="10800000">
              <a:off x="5582265" y="4948334"/>
              <a:ext cx="394200" cy="131400"/>
            </a:xfrm>
            <a:prstGeom prst="triangle">
              <a:avLst>
                <a:gd name="adj" fmla="val 32425"/>
              </a:avLst>
            </a:prstGeom>
            <a:solidFill>
              <a:srgbClr val="D26F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nvGrpSpPr>
            <p:cNvPr id="21" name="Google Shape;21;p57"/>
            <p:cNvGrpSpPr/>
            <p:nvPr/>
          </p:nvGrpSpPr>
          <p:grpSpPr>
            <a:xfrm flipH="1">
              <a:off x="5585232" y="4646738"/>
              <a:ext cx="5477861" cy="304551"/>
              <a:chOff x="-24158748" y="330075"/>
              <a:chExt cx="30568423" cy="1699506"/>
            </a:xfrm>
          </p:grpSpPr>
          <p:sp>
            <p:nvSpPr>
              <p:cNvPr id="22" name="Google Shape;22;p57"/>
              <p:cNvSpPr/>
              <p:nvPr/>
            </p:nvSpPr>
            <p:spPr>
              <a:xfrm>
                <a:off x="-24158748" y="330081"/>
                <a:ext cx="28908000" cy="1699500"/>
              </a:xfrm>
              <a:prstGeom prst="rect">
                <a:avLst/>
              </a:prstGeom>
              <a:solidFill>
                <a:srgbClr val="FF98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23" name="Google Shape;23;p57"/>
              <p:cNvSpPr/>
              <p:nvPr/>
            </p:nvSpPr>
            <p:spPr>
              <a:xfrm>
                <a:off x="4710175" y="330075"/>
                <a:ext cx="1699500" cy="1699500"/>
              </a:xfrm>
              <a:prstGeom prst="rtTriangle">
                <a:avLst/>
              </a:prstGeom>
              <a:solidFill>
                <a:srgbClr val="FF98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grpSp>
      <p:sp>
        <p:nvSpPr>
          <p:cNvPr id="24" name="Google Shape;24;p57"/>
          <p:cNvSpPr txBox="1">
            <a:spLocks noGrp="1"/>
          </p:cNvSpPr>
          <p:nvPr>
            <p:ph type="ctrTitle"/>
          </p:nvPr>
        </p:nvSpPr>
        <p:spPr>
          <a:xfrm>
            <a:off x="643469" y="1454333"/>
            <a:ext cx="6984320" cy="3949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5333"/>
            </a:lvl1pPr>
            <a:lvl2pPr lvl="1" algn="ctr">
              <a:lnSpc>
                <a:spcPct val="100000"/>
              </a:lnSpc>
              <a:spcBef>
                <a:spcPts val="0"/>
              </a:spcBef>
              <a:spcAft>
                <a:spcPts val="0"/>
              </a:spcAft>
              <a:buSzPts val="4800"/>
              <a:buNone/>
              <a:defRPr sz="6400"/>
            </a:lvl2pPr>
            <a:lvl3pPr lvl="2" algn="ctr">
              <a:lnSpc>
                <a:spcPct val="100000"/>
              </a:lnSpc>
              <a:spcBef>
                <a:spcPts val="0"/>
              </a:spcBef>
              <a:spcAft>
                <a:spcPts val="0"/>
              </a:spcAft>
              <a:buSzPts val="4800"/>
              <a:buNone/>
              <a:defRPr sz="6400"/>
            </a:lvl3pPr>
            <a:lvl4pPr lvl="3" algn="ctr">
              <a:lnSpc>
                <a:spcPct val="100000"/>
              </a:lnSpc>
              <a:spcBef>
                <a:spcPts val="0"/>
              </a:spcBef>
              <a:spcAft>
                <a:spcPts val="0"/>
              </a:spcAft>
              <a:buSzPts val="4800"/>
              <a:buNone/>
              <a:defRPr sz="6400"/>
            </a:lvl4pPr>
            <a:lvl5pPr lvl="4" algn="ctr">
              <a:lnSpc>
                <a:spcPct val="100000"/>
              </a:lnSpc>
              <a:spcBef>
                <a:spcPts val="0"/>
              </a:spcBef>
              <a:spcAft>
                <a:spcPts val="0"/>
              </a:spcAft>
              <a:buSzPts val="4800"/>
              <a:buNone/>
              <a:defRPr sz="6400"/>
            </a:lvl5pPr>
            <a:lvl6pPr lvl="5" algn="ctr">
              <a:lnSpc>
                <a:spcPct val="100000"/>
              </a:lnSpc>
              <a:spcBef>
                <a:spcPts val="0"/>
              </a:spcBef>
              <a:spcAft>
                <a:spcPts val="0"/>
              </a:spcAft>
              <a:buSzPts val="4800"/>
              <a:buNone/>
              <a:defRPr sz="6400"/>
            </a:lvl6pPr>
            <a:lvl7pPr lvl="6" algn="ctr">
              <a:lnSpc>
                <a:spcPct val="100000"/>
              </a:lnSpc>
              <a:spcBef>
                <a:spcPts val="0"/>
              </a:spcBef>
              <a:spcAft>
                <a:spcPts val="0"/>
              </a:spcAft>
              <a:buSzPts val="4800"/>
              <a:buNone/>
              <a:defRPr sz="6400"/>
            </a:lvl7pPr>
            <a:lvl8pPr lvl="7" algn="ctr">
              <a:lnSpc>
                <a:spcPct val="100000"/>
              </a:lnSpc>
              <a:spcBef>
                <a:spcPts val="0"/>
              </a:spcBef>
              <a:spcAft>
                <a:spcPts val="0"/>
              </a:spcAft>
              <a:buSzPts val="4800"/>
              <a:buNone/>
              <a:defRPr sz="6400"/>
            </a:lvl8pPr>
            <a:lvl9pPr lvl="8" algn="ctr">
              <a:lnSpc>
                <a:spcPct val="100000"/>
              </a:lnSpc>
              <a:spcBef>
                <a:spcPts val="0"/>
              </a:spcBef>
              <a:spcAft>
                <a:spcPts val="0"/>
              </a:spcAft>
              <a:buSzPts val="4800"/>
              <a:buNone/>
              <a:defRPr sz="6400"/>
            </a:lvl9pPr>
          </a:lstStyle>
          <a:p>
            <a:r>
              <a:rPr lang="en-US"/>
              <a:t>Click to edit Master title style</a:t>
            </a:r>
            <a:endParaRPr/>
          </a:p>
        </p:txBody>
      </p:sp>
      <p:pic>
        <p:nvPicPr>
          <p:cNvPr id="25" name="Google Shape;25;p57"/>
          <p:cNvPicPr preferRelativeResize="0"/>
          <p:nvPr/>
        </p:nvPicPr>
        <p:blipFill rotWithShape="1">
          <a:blip r:embed="rId2">
            <a:alphaModFix/>
          </a:blip>
          <a:srcRect/>
          <a:stretch/>
        </p:blipFill>
        <p:spPr>
          <a:xfrm>
            <a:off x="7570875" y="1454217"/>
            <a:ext cx="2268772" cy="2268772"/>
          </a:xfrm>
          <a:prstGeom prst="rect">
            <a:avLst/>
          </a:prstGeom>
          <a:noFill/>
          <a:ln>
            <a:noFill/>
          </a:ln>
        </p:spPr>
      </p:pic>
    </p:spTree>
    <p:extLst>
      <p:ext uri="{BB962C8B-B14F-4D97-AF65-F5344CB8AC3E}">
        <p14:creationId xmlns:p14="http://schemas.microsoft.com/office/powerpoint/2010/main" val="13758796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6_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DE90C6C-FDE3-C662-2486-197F1D3B3A34}"/>
              </a:ext>
            </a:extLst>
          </p:cNvPr>
          <p:cNvPicPr>
            <a:picLocks noChangeAspect="1"/>
          </p:cNvPicPr>
          <p:nvPr userDrawn="1"/>
        </p:nvPicPr>
        <p:blipFill>
          <a:blip r:embed="rId2"/>
          <a:srcRect/>
          <a:stretch/>
        </p:blipFill>
        <p:spPr>
          <a:xfrm>
            <a:off x="0" y="0"/>
            <a:ext cx="12192000" cy="6858000"/>
          </a:xfrm>
          <a:prstGeom prst="rect">
            <a:avLst/>
          </a:prstGeom>
        </p:spPr>
      </p:pic>
      <p:sp>
        <p:nvSpPr>
          <p:cNvPr id="13" name="Text Placeholder 3">
            <a:extLst>
              <a:ext uri="{FF2B5EF4-FFF2-40B4-BE49-F238E27FC236}">
                <a16:creationId xmlns:a16="http://schemas.microsoft.com/office/drawing/2014/main" id="{DFC56D8D-12A6-4A5A-B92D-575EE1DEE392}"/>
              </a:ext>
            </a:extLst>
          </p:cNvPr>
          <p:cNvSpPr>
            <a:spLocks noGrp="1"/>
          </p:cNvSpPr>
          <p:nvPr>
            <p:ph type="body" sz="quarter" idx="12"/>
          </p:nvPr>
        </p:nvSpPr>
        <p:spPr>
          <a:xfrm>
            <a:off x="356323" y="1528131"/>
            <a:ext cx="5337923" cy="1866872"/>
          </a:xfrm>
          <a:prstGeom prst="rect">
            <a:avLst/>
          </a:prstGeom>
        </p:spPr>
        <p:txBody>
          <a:bodyPr/>
          <a:lstStyle>
            <a:lvl1pPr>
              <a:lnSpc>
                <a:spcPct val="80000"/>
              </a:lnSpc>
              <a:defRPr sz="6667" b="1">
                <a:solidFill>
                  <a:schemeClr val="tx1"/>
                </a:solidFill>
              </a:defRPr>
            </a:lvl1pPr>
          </a:lstStyle>
          <a:p>
            <a:pPr lvl="0"/>
            <a:endParaRPr lang="en-SG" dirty="0"/>
          </a:p>
        </p:txBody>
      </p:sp>
      <p:sp>
        <p:nvSpPr>
          <p:cNvPr id="16" name="Text Placeholder 3">
            <a:extLst>
              <a:ext uri="{FF2B5EF4-FFF2-40B4-BE49-F238E27FC236}">
                <a16:creationId xmlns:a16="http://schemas.microsoft.com/office/drawing/2014/main" id="{8F1328D7-7673-4614-9EEB-F014CD487900}"/>
              </a:ext>
            </a:extLst>
          </p:cNvPr>
          <p:cNvSpPr>
            <a:spLocks noGrp="1"/>
          </p:cNvSpPr>
          <p:nvPr>
            <p:ph type="body" sz="quarter" idx="13"/>
          </p:nvPr>
        </p:nvSpPr>
        <p:spPr>
          <a:xfrm>
            <a:off x="356323" y="3549449"/>
            <a:ext cx="4813671" cy="999104"/>
          </a:xfrm>
          <a:prstGeom prst="rect">
            <a:avLst/>
          </a:prstGeom>
        </p:spPr>
        <p:txBody>
          <a:bodyPr/>
          <a:lstStyle>
            <a:lvl1pPr>
              <a:defRPr sz="1867" b="0">
                <a:solidFill>
                  <a:schemeClr val="tx1"/>
                </a:solidFill>
              </a:defRPr>
            </a:lvl1pPr>
          </a:lstStyle>
          <a:p>
            <a:pPr lvl="0"/>
            <a:endParaRPr lang="en-SG" dirty="0"/>
          </a:p>
        </p:txBody>
      </p:sp>
      <p:sp>
        <p:nvSpPr>
          <p:cNvPr id="18" name="Rectangle 1">
            <a:extLst>
              <a:ext uri="{FF2B5EF4-FFF2-40B4-BE49-F238E27FC236}">
                <a16:creationId xmlns:a16="http://schemas.microsoft.com/office/drawing/2014/main" id="{B0011CE1-EDBF-46B7-9599-4FD9FCE16C51}"/>
              </a:ext>
            </a:extLst>
          </p:cNvPr>
          <p:cNvSpPr/>
          <p:nvPr userDrawn="1"/>
        </p:nvSpPr>
        <p:spPr>
          <a:xfrm rot="2871830">
            <a:off x="6936865" y="138470"/>
            <a:ext cx="257671" cy="2397084"/>
          </a:xfrm>
          <a:custGeom>
            <a:avLst/>
            <a:gdLst>
              <a:gd name="connsiteX0" fmla="*/ 0 w 193253"/>
              <a:gd name="connsiteY0" fmla="*/ 0 h 1820147"/>
              <a:gd name="connsiteX1" fmla="*/ 193253 w 193253"/>
              <a:gd name="connsiteY1" fmla="*/ 0 h 1820147"/>
              <a:gd name="connsiteX2" fmla="*/ 193253 w 193253"/>
              <a:gd name="connsiteY2" fmla="*/ 1820147 h 1820147"/>
              <a:gd name="connsiteX3" fmla="*/ 0 w 193253"/>
              <a:gd name="connsiteY3" fmla="*/ 1820147 h 1820147"/>
              <a:gd name="connsiteX4" fmla="*/ 0 w 193253"/>
              <a:gd name="connsiteY4" fmla="*/ 0 h 1820147"/>
              <a:gd name="connsiteX0" fmla="*/ 0 w 197852"/>
              <a:gd name="connsiteY0" fmla="*/ 0 h 1820147"/>
              <a:gd name="connsiteX1" fmla="*/ 197852 w 197852"/>
              <a:gd name="connsiteY1" fmla="*/ 4378 h 1820147"/>
              <a:gd name="connsiteX2" fmla="*/ 193253 w 197852"/>
              <a:gd name="connsiteY2" fmla="*/ 1820147 h 1820147"/>
              <a:gd name="connsiteX3" fmla="*/ 0 w 197852"/>
              <a:gd name="connsiteY3" fmla="*/ 1820147 h 1820147"/>
              <a:gd name="connsiteX4" fmla="*/ 0 w 197852"/>
              <a:gd name="connsiteY4" fmla="*/ 0 h 1820147"/>
              <a:gd name="connsiteX0" fmla="*/ 5041 w 197852"/>
              <a:gd name="connsiteY0" fmla="*/ 17956 h 1815769"/>
              <a:gd name="connsiteX1" fmla="*/ 197852 w 197852"/>
              <a:gd name="connsiteY1" fmla="*/ 0 h 1815769"/>
              <a:gd name="connsiteX2" fmla="*/ 193253 w 197852"/>
              <a:gd name="connsiteY2" fmla="*/ 1815769 h 1815769"/>
              <a:gd name="connsiteX3" fmla="*/ 0 w 197852"/>
              <a:gd name="connsiteY3" fmla="*/ 1815769 h 1815769"/>
              <a:gd name="connsiteX4" fmla="*/ 5041 w 197852"/>
              <a:gd name="connsiteY4" fmla="*/ 17956 h 1815769"/>
              <a:gd name="connsiteX0" fmla="*/ 5041 w 193253"/>
              <a:gd name="connsiteY0" fmla="*/ 0 h 1797813"/>
              <a:gd name="connsiteX1" fmla="*/ 189316 w 193253"/>
              <a:gd name="connsiteY1" fmla="*/ 220 h 1797813"/>
              <a:gd name="connsiteX2" fmla="*/ 193253 w 193253"/>
              <a:gd name="connsiteY2" fmla="*/ 1797813 h 1797813"/>
              <a:gd name="connsiteX3" fmla="*/ 0 w 193253"/>
              <a:gd name="connsiteY3" fmla="*/ 1797813 h 1797813"/>
              <a:gd name="connsiteX4" fmla="*/ 5041 w 193253"/>
              <a:gd name="connsiteY4" fmla="*/ 0 h 17978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253" h="1797813">
                <a:moveTo>
                  <a:pt x="5041" y="0"/>
                </a:moveTo>
                <a:lnTo>
                  <a:pt x="189316" y="220"/>
                </a:lnTo>
                <a:cubicBezTo>
                  <a:pt x="190628" y="599418"/>
                  <a:pt x="191941" y="1198615"/>
                  <a:pt x="193253" y="1797813"/>
                </a:cubicBezTo>
                <a:lnTo>
                  <a:pt x="0" y="1797813"/>
                </a:lnTo>
                <a:cubicBezTo>
                  <a:pt x="1680" y="1198542"/>
                  <a:pt x="3361" y="599271"/>
                  <a:pt x="5041" y="0"/>
                </a:cubicBezTo>
                <a:close/>
              </a:path>
            </a:pathLst>
          </a:cu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pic>
        <p:nvPicPr>
          <p:cNvPr id="21" name="Graphic 20">
            <a:extLst>
              <a:ext uri="{FF2B5EF4-FFF2-40B4-BE49-F238E27FC236}">
                <a16:creationId xmlns:a16="http://schemas.microsoft.com/office/drawing/2014/main" id="{C043153B-9164-4B7D-8967-9232760F7739}"/>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47547" y="393707"/>
            <a:ext cx="2822077" cy="584956"/>
          </a:xfrm>
          <a:prstGeom prst="rect">
            <a:avLst/>
          </a:prstGeom>
        </p:spPr>
      </p:pic>
      <p:sp>
        <p:nvSpPr>
          <p:cNvPr id="2" name="Isosceles Triangle 2">
            <a:extLst>
              <a:ext uri="{FF2B5EF4-FFF2-40B4-BE49-F238E27FC236}">
                <a16:creationId xmlns:a16="http://schemas.microsoft.com/office/drawing/2014/main" id="{A15BFF93-6482-1724-38DE-4828529F78E7}"/>
              </a:ext>
            </a:extLst>
          </p:cNvPr>
          <p:cNvSpPr/>
          <p:nvPr userDrawn="1"/>
        </p:nvSpPr>
        <p:spPr>
          <a:xfrm rot="16200000">
            <a:off x="10798933" y="5465604"/>
            <a:ext cx="1375097" cy="1413193"/>
          </a:xfrm>
          <a:custGeom>
            <a:avLst/>
            <a:gdLst>
              <a:gd name="connsiteX0" fmla="*/ 0 w 906866"/>
              <a:gd name="connsiteY0" fmla="*/ 754622 h 754622"/>
              <a:gd name="connsiteX1" fmla="*/ 453433 w 906866"/>
              <a:gd name="connsiteY1" fmla="*/ 0 h 754622"/>
              <a:gd name="connsiteX2" fmla="*/ 906866 w 906866"/>
              <a:gd name="connsiteY2" fmla="*/ 754622 h 754622"/>
              <a:gd name="connsiteX3" fmla="*/ 0 w 906866"/>
              <a:gd name="connsiteY3" fmla="*/ 754622 h 754622"/>
              <a:gd name="connsiteX0" fmla="*/ 0 w 1143086"/>
              <a:gd name="connsiteY0" fmla="*/ 754622 h 754622"/>
              <a:gd name="connsiteX1" fmla="*/ 453433 w 1143086"/>
              <a:gd name="connsiteY1" fmla="*/ 0 h 754622"/>
              <a:gd name="connsiteX2" fmla="*/ 1143086 w 1143086"/>
              <a:gd name="connsiteY2" fmla="*/ 747002 h 754622"/>
              <a:gd name="connsiteX3" fmla="*/ 0 w 1143086"/>
              <a:gd name="connsiteY3" fmla="*/ 754622 h 754622"/>
              <a:gd name="connsiteX0" fmla="*/ 0 w 1143086"/>
              <a:gd name="connsiteY0" fmla="*/ 1227062 h 1227062"/>
              <a:gd name="connsiteX1" fmla="*/ 3853 w 1143086"/>
              <a:gd name="connsiteY1" fmla="*/ 0 h 1227062"/>
              <a:gd name="connsiteX2" fmla="*/ 1143086 w 1143086"/>
              <a:gd name="connsiteY2" fmla="*/ 1219442 h 1227062"/>
              <a:gd name="connsiteX3" fmla="*/ 0 w 1143086"/>
              <a:gd name="connsiteY3" fmla="*/ 1227062 h 1227062"/>
              <a:gd name="connsiteX0" fmla="*/ 0 w 1143086"/>
              <a:gd name="connsiteY0" fmla="*/ 1219442 h 1219442"/>
              <a:gd name="connsiteX1" fmla="*/ 3853 w 1143086"/>
              <a:gd name="connsiteY1" fmla="*/ 0 h 1219442"/>
              <a:gd name="connsiteX2" fmla="*/ 1143086 w 1143086"/>
              <a:gd name="connsiteY2" fmla="*/ 1219442 h 1219442"/>
              <a:gd name="connsiteX3" fmla="*/ 0 w 1143086"/>
              <a:gd name="connsiteY3" fmla="*/ 1219442 h 1219442"/>
              <a:gd name="connsiteX0" fmla="*/ 0 w 1062123"/>
              <a:gd name="connsiteY0" fmla="*/ 1219442 h 1219442"/>
              <a:gd name="connsiteX1" fmla="*/ 3853 w 1062123"/>
              <a:gd name="connsiteY1" fmla="*/ 0 h 1219442"/>
              <a:gd name="connsiteX2" fmla="*/ 1062123 w 1062123"/>
              <a:gd name="connsiteY2" fmla="*/ 1131336 h 1219442"/>
              <a:gd name="connsiteX3" fmla="*/ 0 w 1062123"/>
              <a:gd name="connsiteY3" fmla="*/ 1219442 h 1219442"/>
              <a:gd name="connsiteX0" fmla="*/ 0 w 1062273"/>
              <a:gd name="connsiteY0" fmla="*/ 1219442 h 1219442"/>
              <a:gd name="connsiteX1" fmla="*/ 3853 w 1062273"/>
              <a:gd name="connsiteY1" fmla="*/ 0 h 1219442"/>
              <a:gd name="connsiteX2" fmla="*/ 1062123 w 1062273"/>
              <a:gd name="connsiteY2" fmla="*/ 1131336 h 1219442"/>
              <a:gd name="connsiteX3" fmla="*/ 0 w 1062273"/>
              <a:gd name="connsiteY3" fmla="*/ 1219442 h 1219442"/>
              <a:gd name="connsiteX0" fmla="*/ 0 w 1062273"/>
              <a:gd name="connsiteY0" fmla="*/ 1219442 h 1219442"/>
              <a:gd name="connsiteX1" fmla="*/ 3853 w 1062273"/>
              <a:gd name="connsiteY1" fmla="*/ 0 h 1219442"/>
              <a:gd name="connsiteX2" fmla="*/ 1062123 w 1062273"/>
              <a:gd name="connsiteY2" fmla="*/ 1131336 h 1219442"/>
              <a:gd name="connsiteX3" fmla="*/ 0 w 1062273"/>
              <a:gd name="connsiteY3" fmla="*/ 1219442 h 1219442"/>
              <a:gd name="connsiteX0" fmla="*/ 31902 w 1058464"/>
              <a:gd name="connsiteY0" fmla="*/ 1131335 h 1132395"/>
              <a:gd name="connsiteX1" fmla="*/ 36 w 1058464"/>
              <a:gd name="connsiteY1" fmla="*/ 0 h 1132395"/>
              <a:gd name="connsiteX2" fmla="*/ 1058306 w 1058464"/>
              <a:gd name="connsiteY2" fmla="*/ 1131336 h 1132395"/>
              <a:gd name="connsiteX3" fmla="*/ 31902 w 1058464"/>
              <a:gd name="connsiteY3" fmla="*/ 1131335 h 1132395"/>
              <a:gd name="connsiteX0" fmla="*/ 5810 w 1032372"/>
              <a:gd name="connsiteY0" fmla="*/ 1074182 h 1075242"/>
              <a:gd name="connsiteX1" fmla="*/ 137 w 1032372"/>
              <a:gd name="connsiteY1" fmla="*/ 0 h 1075242"/>
              <a:gd name="connsiteX2" fmla="*/ 1032214 w 1032372"/>
              <a:gd name="connsiteY2" fmla="*/ 1074183 h 1075242"/>
              <a:gd name="connsiteX3" fmla="*/ 5810 w 1032372"/>
              <a:gd name="connsiteY3" fmla="*/ 1074182 h 1075242"/>
              <a:gd name="connsiteX0" fmla="*/ 1200 w 1032523"/>
              <a:gd name="connsiteY0" fmla="*/ 1078945 h 1078945"/>
              <a:gd name="connsiteX1" fmla="*/ 289 w 1032523"/>
              <a:gd name="connsiteY1" fmla="*/ 0 h 1078945"/>
              <a:gd name="connsiteX2" fmla="*/ 1032366 w 1032523"/>
              <a:gd name="connsiteY2" fmla="*/ 1074183 h 1078945"/>
              <a:gd name="connsiteX3" fmla="*/ 1200 w 1032523"/>
              <a:gd name="connsiteY3" fmla="*/ 1078945 h 1078945"/>
              <a:gd name="connsiteX0" fmla="*/ 0 w 1031323"/>
              <a:gd name="connsiteY0" fmla="*/ 1059895 h 1059895"/>
              <a:gd name="connsiteX1" fmla="*/ 1470 w 1031323"/>
              <a:gd name="connsiteY1" fmla="*/ 0 h 1059895"/>
              <a:gd name="connsiteX2" fmla="*/ 1031166 w 1031323"/>
              <a:gd name="connsiteY2" fmla="*/ 1055133 h 1059895"/>
              <a:gd name="connsiteX3" fmla="*/ 0 w 1031323"/>
              <a:gd name="connsiteY3" fmla="*/ 1059895 h 1059895"/>
            </a:gdLst>
            <a:ahLst/>
            <a:cxnLst>
              <a:cxn ang="0">
                <a:pos x="connsiteX0" y="connsiteY0"/>
              </a:cxn>
              <a:cxn ang="0">
                <a:pos x="connsiteX1" y="connsiteY1"/>
              </a:cxn>
              <a:cxn ang="0">
                <a:pos x="connsiteX2" y="connsiteY2"/>
              </a:cxn>
              <a:cxn ang="0">
                <a:pos x="connsiteX3" y="connsiteY3"/>
              </a:cxn>
            </a:cxnLst>
            <a:rect l="l" t="t" r="r" b="b"/>
            <a:pathLst>
              <a:path w="1031323" h="1059895">
                <a:moveTo>
                  <a:pt x="0" y="1059895"/>
                </a:moveTo>
                <a:cubicBezTo>
                  <a:pt x="1284" y="650874"/>
                  <a:pt x="186" y="409021"/>
                  <a:pt x="1470" y="0"/>
                </a:cubicBezTo>
                <a:cubicBezTo>
                  <a:pt x="354227" y="377112"/>
                  <a:pt x="1042740" y="1051880"/>
                  <a:pt x="1031166" y="1055133"/>
                </a:cubicBezTo>
                <a:cubicBezTo>
                  <a:pt x="1043043" y="1057517"/>
                  <a:pt x="381029" y="1059895"/>
                  <a:pt x="0" y="1059895"/>
                </a:cubicBezTo>
                <a:close/>
              </a:path>
            </a:pathLst>
          </a:cu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sp>
        <p:nvSpPr>
          <p:cNvPr id="4" name="Rectangle 11">
            <a:extLst>
              <a:ext uri="{FF2B5EF4-FFF2-40B4-BE49-F238E27FC236}">
                <a16:creationId xmlns:a16="http://schemas.microsoft.com/office/drawing/2014/main" id="{F51460D6-F294-9FEC-8A11-8E4DE73D906F}"/>
              </a:ext>
            </a:extLst>
          </p:cNvPr>
          <p:cNvSpPr/>
          <p:nvPr userDrawn="1"/>
        </p:nvSpPr>
        <p:spPr>
          <a:xfrm rot="13500000">
            <a:off x="11360201" y="5062314"/>
            <a:ext cx="311071" cy="2220841"/>
          </a:xfrm>
          <a:custGeom>
            <a:avLst/>
            <a:gdLst>
              <a:gd name="connsiteX0" fmla="*/ 0 w 185368"/>
              <a:gd name="connsiteY0" fmla="*/ 0 h 1259721"/>
              <a:gd name="connsiteX1" fmla="*/ 185368 w 185368"/>
              <a:gd name="connsiteY1" fmla="*/ 0 h 1259721"/>
              <a:gd name="connsiteX2" fmla="*/ 185368 w 185368"/>
              <a:gd name="connsiteY2" fmla="*/ 1259721 h 1259721"/>
              <a:gd name="connsiteX3" fmla="*/ 0 w 185368"/>
              <a:gd name="connsiteY3" fmla="*/ 1259721 h 1259721"/>
              <a:gd name="connsiteX4" fmla="*/ 0 w 185368"/>
              <a:gd name="connsiteY4" fmla="*/ 0 h 1259721"/>
              <a:gd name="connsiteX0" fmla="*/ 11136 w 185368"/>
              <a:gd name="connsiteY0" fmla="*/ 134862 h 1259721"/>
              <a:gd name="connsiteX1" fmla="*/ 185368 w 185368"/>
              <a:gd name="connsiteY1" fmla="*/ 0 h 1259721"/>
              <a:gd name="connsiteX2" fmla="*/ 185368 w 185368"/>
              <a:gd name="connsiteY2" fmla="*/ 1259721 h 1259721"/>
              <a:gd name="connsiteX3" fmla="*/ 0 w 185368"/>
              <a:gd name="connsiteY3" fmla="*/ 1259721 h 1259721"/>
              <a:gd name="connsiteX4" fmla="*/ 11136 w 185368"/>
              <a:gd name="connsiteY4" fmla="*/ 134862 h 1259721"/>
              <a:gd name="connsiteX0" fmla="*/ 11136 w 185368"/>
              <a:gd name="connsiteY0" fmla="*/ 221597 h 1346456"/>
              <a:gd name="connsiteX1" fmla="*/ 168470 w 185368"/>
              <a:gd name="connsiteY1" fmla="*/ 0 h 1346456"/>
              <a:gd name="connsiteX2" fmla="*/ 185368 w 185368"/>
              <a:gd name="connsiteY2" fmla="*/ 1346456 h 1346456"/>
              <a:gd name="connsiteX3" fmla="*/ 0 w 185368"/>
              <a:gd name="connsiteY3" fmla="*/ 1346456 h 1346456"/>
              <a:gd name="connsiteX4" fmla="*/ 11136 w 185368"/>
              <a:gd name="connsiteY4" fmla="*/ 221597 h 1346456"/>
              <a:gd name="connsiteX0" fmla="*/ 0 w 174232"/>
              <a:gd name="connsiteY0" fmla="*/ 221597 h 1368722"/>
              <a:gd name="connsiteX1" fmla="*/ 157334 w 174232"/>
              <a:gd name="connsiteY1" fmla="*/ 0 h 1368722"/>
              <a:gd name="connsiteX2" fmla="*/ 174232 w 174232"/>
              <a:gd name="connsiteY2" fmla="*/ 1346456 h 1368722"/>
              <a:gd name="connsiteX3" fmla="*/ 366 w 174232"/>
              <a:gd name="connsiteY3" fmla="*/ 1368722 h 1368722"/>
              <a:gd name="connsiteX4" fmla="*/ 0 w 174232"/>
              <a:gd name="connsiteY4" fmla="*/ 221597 h 1368722"/>
              <a:gd name="connsiteX0" fmla="*/ 28972 w 173866"/>
              <a:gd name="connsiteY0" fmla="*/ 283202 h 1368722"/>
              <a:gd name="connsiteX1" fmla="*/ 156968 w 173866"/>
              <a:gd name="connsiteY1" fmla="*/ 0 h 1368722"/>
              <a:gd name="connsiteX2" fmla="*/ 173866 w 173866"/>
              <a:gd name="connsiteY2" fmla="*/ 1346456 h 1368722"/>
              <a:gd name="connsiteX3" fmla="*/ 0 w 173866"/>
              <a:gd name="connsiteY3" fmla="*/ 1368722 h 1368722"/>
              <a:gd name="connsiteX4" fmla="*/ 28972 w 173866"/>
              <a:gd name="connsiteY4" fmla="*/ 283202 h 1368722"/>
              <a:gd name="connsiteX0" fmla="*/ 13460 w 173866"/>
              <a:gd name="connsiteY0" fmla="*/ 267631 h 1368722"/>
              <a:gd name="connsiteX1" fmla="*/ 156968 w 173866"/>
              <a:gd name="connsiteY1" fmla="*/ 0 h 1368722"/>
              <a:gd name="connsiteX2" fmla="*/ 173866 w 173866"/>
              <a:gd name="connsiteY2" fmla="*/ 1346456 h 1368722"/>
              <a:gd name="connsiteX3" fmla="*/ 0 w 173866"/>
              <a:gd name="connsiteY3" fmla="*/ 1368722 h 1368722"/>
              <a:gd name="connsiteX4" fmla="*/ 13460 w 173866"/>
              <a:gd name="connsiteY4" fmla="*/ 267631 h 1368722"/>
              <a:gd name="connsiteX0" fmla="*/ 13460 w 173866"/>
              <a:gd name="connsiteY0" fmla="*/ 257249 h 1358340"/>
              <a:gd name="connsiteX1" fmla="*/ 167308 w 173866"/>
              <a:gd name="connsiteY1" fmla="*/ 0 h 1358340"/>
              <a:gd name="connsiteX2" fmla="*/ 173866 w 173866"/>
              <a:gd name="connsiteY2" fmla="*/ 1336074 h 1358340"/>
              <a:gd name="connsiteX3" fmla="*/ 0 w 173866"/>
              <a:gd name="connsiteY3" fmla="*/ 1358340 h 1358340"/>
              <a:gd name="connsiteX4" fmla="*/ 13460 w 173866"/>
              <a:gd name="connsiteY4" fmla="*/ 257249 h 1358340"/>
              <a:gd name="connsiteX0" fmla="*/ 32818 w 173866"/>
              <a:gd name="connsiteY0" fmla="*/ 279771 h 1358340"/>
              <a:gd name="connsiteX1" fmla="*/ 167308 w 173866"/>
              <a:gd name="connsiteY1" fmla="*/ 0 h 1358340"/>
              <a:gd name="connsiteX2" fmla="*/ 173866 w 173866"/>
              <a:gd name="connsiteY2" fmla="*/ 1336074 h 1358340"/>
              <a:gd name="connsiteX3" fmla="*/ 0 w 173866"/>
              <a:gd name="connsiteY3" fmla="*/ 1358340 h 1358340"/>
              <a:gd name="connsiteX4" fmla="*/ 32818 w 173866"/>
              <a:gd name="connsiteY4" fmla="*/ 279771 h 1358340"/>
              <a:gd name="connsiteX0" fmla="*/ 32818 w 173866"/>
              <a:gd name="connsiteY0" fmla="*/ 269656 h 1348225"/>
              <a:gd name="connsiteX1" fmla="*/ 162520 w 173866"/>
              <a:gd name="connsiteY1" fmla="*/ -1 h 1348225"/>
              <a:gd name="connsiteX2" fmla="*/ 173866 w 173866"/>
              <a:gd name="connsiteY2" fmla="*/ 1325959 h 1348225"/>
              <a:gd name="connsiteX3" fmla="*/ 0 w 173866"/>
              <a:gd name="connsiteY3" fmla="*/ 1348225 h 1348225"/>
              <a:gd name="connsiteX4" fmla="*/ 32818 w 173866"/>
              <a:gd name="connsiteY4" fmla="*/ 269656 h 1348225"/>
              <a:gd name="connsiteX0" fmla="*/ 23240 w 164288"/>
              <a:gd name="connsiteY0" fmla="*/ 269657 h 1327995"/>
              <a:gd name="connsiteX1" fmla="*/ 152942 w 164288"/>
              <a:gd name="connsiteY1" fmla="*/ 0 h 1327995"/>
              <a:gd name="connsiteX2" fmla="*/ 164288 w 164288"/>
              <a:gd name="connsiteY2" fmla="*/ 1325960 h 1327995"/>
              <a:gd name="connsiteX3" fmla="*/ 0 w 164288"/>
              <a:gd name="connsiteY3" fmla="*/ 1327995 h 1327995"/>
              <a:gd name="connsiteX4" fmla="*/ 23240 w 164288"/>
              <a:gd name="connsiteY4" fmla="*/ 269657 h 1327995"/>
              <a:gd name="connsiteX0" fmla="*/ 23240 w 170070"/>
              <a:gd name="connsiteY0" fmla="*/ 261634 h 1319972"/>
              <a:gd name="connsiteX1" fmla="*/ 170070 w 170070"/>
              <a:gd name="connsiteY1" fmla="*/ 0 h 1319972"/>
              <a:gd name="connsiteX2" fmla="*/ 164288 w 170070"/>
              <a:gd name="connsiteY2" fmla="*/ 1317937 h 1319972"/>
              <a:gd name="connsiteX3" fmla="*/ 0 w 170070"/>
              <a:gd name="connsiteY3" fmla="*/ 1319972 h 1319972"/>
              <a:gd name="connsiteX4" fmla="*/ 23240 w 170070"/>
              <a:gd name="connsiteY4" fmla="*/ 261634 h 1319972"/>
              <a:gd name="connsiteX0" fmla="*/ 23240 w 170070"/>
              <a:gd name="connsiteY0" fmla="*/ 261634 h 1368726"/>
              <a:gd name="connsiteX1" fmla="*/ 170070 w 170070"/>
              <a:gd name="connsiteY1" fmla="*/ 0 h 1368726"/>
              <a:gd name="connsiteX2" fmla="*/ 167819 w 170070"/>
              <a:gd name="connsiteY2" fmla="*/ 1368726 h 1368726"/>
              <a:gd name="connsiteX3" fmla="*/ 0 w 170070"/>
              <a:gd name="connsiteY3" fmla="*/ 1319972 h 1368726"/>
              <a:gd name="connsiteX4" fmla="*/ 23240 w 170070"/>
              <a:gd name="connsiteY4" fmla="*/ 261634 h 1368726"/>
              <a:gd name="connsiteX0" fmla="*/ 23240 w 184789"/>
              <a:gd name="connsiteY0" fmla="*/ 261634 h 1396262"/>
              <a:gd name="connsiteX1" fmla="*/ 170070 w 184789"/>
              <a:gd name="connsiteY1" fmla="*/ 0 h 1396262"/>
              <a:gd name="connsiteX2" fmla="*/ 184648 w 184789"/>
              <a:gd name="connsiteY2" fmla="*/ 1396262 h 1396262"/>
              <a:gd name="connsiteX3" fmla="*/ 0 w 184789"/>
              <a:gd name="connsiteY3" fmla="*/ 1319972 h 1396262"/>
              <a:gd name="connsiteX4" fmla="*/ 23240 w 184789"/>
              <a:gd name="connsiteY4" fmla="*/ 261634 h 1396262"/>
              <a:gd name="connsiteX0" fmla="*/ 14074 w 184789"/>
              <a:gd name="connsiteY0" fmla="*/ 296650 h 1396262"/>
              <a:gd name="connsiteX1" fmla="*/ 170070 w 184789"/>
              <a:gd name="connsiteY1" fmla="*/ 0 h 1396262"/>
              <a:gd name="connsiteX2" fmla="*/ 184648 w 184789"/>
              <a:gd name="connsiteY2" fmla="*/ 1396262 h 1396262"/>
              <a:gd name="connsiteX3" fmla="*/ 0 w 184789"/>
              <a:gd name="connsiteY3" fmla="*/ 1319972 h 1396262"/>
              <a:gd name="connsiteX4" fmla="*/ 14074 w 184789"/>
              <a:gd name="connsiteY4" fmla="*/ 296650 h 1396262"/>
              <a:gd name="connsiteX0" fmla="*/ 22940 w 184789"/>
              <a:gd name="connsiteY0" fmla="*/ 281148 h 1396262"/>
              <a:gd name="connsiteX1" fmla="*/ 170070 w 184789"/>
              <a:gd name="connsiteY1" fmla="*/ 0 h 1396262"/>
              <a:gd name="connsiteX2" fmla="*/ 184648 w 184789"/>
              <a:gd name="connsiteY2" fmla="*/ 1396262 h 1396262"/>
              <a:gd name="connsiteX3" fmla="*/ 0 w 184789"/>
              <a:gd name="connsiteY3" fmla="*/ 1319972 h 1396262"/>
              <a:gd name="connsiteX4" fmla="*/ 22940 w 184789"/>
              <a:gd name="connsiteY4" fmla="*/ 281148 h 1396262"/>
              <a:gd name="connsiteX0" fmla="*/ 27672 w 184789"/>
              <a:gd name="connsiteY0" fmla="*/ 253884 h 1396262"/>
              <a:gd name="connsiteX1" fmla="*/ 170070 w 184789"/>
              <a:gd name="connsiteY1" fmla="*/ 0 h 1396262"/>
              <a:gd name="connsiteX2" fmla="*/ 184648 w 184789"/>
              <a:gd name="connsiteY2" fmla="*/ 1396262 h 1396262"/>
              <a:gd name="connsiteX3" fmla="*/ 0 w 184789"/>
              <a:gd name="connsiteY3" fmla="*/ 1319972 h 1396262"/>
              <a:gd name="connsiteX4" fmla="*/ 27672 w 184789"/>
              <a:gd name="connsiteY4" fmla="*/ 253884 h 1396262"/>
              <a:gd name="connsiteX0" fmla="*/ 0 w 190766"/>
              <a:gd name="connsiteY0" fmla="*/ 250212 h 1396262"/>
              <a:gd name="connsiteX1" fmla="*/ 176047 w 190766"/>
              <a:gd name="connsiteY1" fmla="*/ 0 h 1396262"/>
              <a:gd name="connsiteX2" fmla="*/ 190625 w 190766"/>
              <a:gd name="connsiteY2" fmla="*/ 1396262 h 1396262"/>
              <a:gd name="connsiteX3" fmla="*/ 5977 w 190766"/>
              <a:gd name="connsiteY3" fmla="*/ 1319972 h 1396262"/>
              <a:gd name="connsiteX4" fmla="*/ 0 w 190766"/>
              <a:gd name="connsiteY4" fmla="*/ 250212 h 1396262"/>
              <a:gd name="connsiteX0" fmla="*/ 0 w 197591"/>
              <a:gd name="connsiteY0" fmla="*/ 232644 h 1378694"/>
              <a:gd name="connsiteX1" fmla="*/ 197591 w 197591"/>
              <a:gd name="connsiteY1" fmla="*/ 0 h 1378694"/>
              <a:gd name="connsiteX2" fmla="*/ 190625 w 197591"/>
              <a:gd name="connsiteY2" fmla="*/ 1378694 h 1378694"/>
              <a:gd name="connsiteX3" fmla="*/ 5977 w 197591"/>
              <a:gd name="connsiteY3" fmla="*/ 1302404 h 1378694"/>
              <a:gd name="connsiteX4" fmla="*/ 0 w 197591"/>
              <a:gd name="connsiteY4" fmla="*/ 232644 h 1378694"/>
              <a:gd name="connsiteX0" fmla="*/ 24386 w 191715"/>
              <a:gd name="connsiteY0" fmla="*/ 197901 h 1378694"/>
              <a:gd name="connsiteX1" fmla="*/ 191715 w 191715"/>
              <a:gd name="connsiteY1" fmla="*/ 0 h 1378694"/>
              <a:gd name="connsiteX2" fmla="*/ 184749 w 191715"/>
              <a:gd name="connsiteY2" fmla="*/ 1378694 h 1378694"/>
              <a:gd name="connsiteX3" fmla="*/ 101 w 191715"/>
              <a:gd name="connsiteY3" fmla="*/ 1302404 h 1378694"/>
              <a:gd name="connsiteX4" fmla="*/ 24386 w 191715"/>
              <a:gd name="connsiteY4" fmla="*/ 197901 h 1378694"/>
              <a:gd name="connsiteX0" fmla="*/ 0 w 167329"/>
              <a:gd name="connsiteY0" fmla="*/ 197901 h 1378694"/>
              <a:gd name="connsiteX1" fmla="*/ 167329 w 167329"/>
              <a:gd name="connsiteY1" fmla="*/ 0 h 1378694"/>
              <a:gd name="connsiteX2" fmla="*/ 160363 w 167329"/>
              <a:gd name="connsiteY2" fmla="*/ 1378694 h 1378694"/>
              <a:gd name="connsiteX3" fmla="*/ 4847 w 167329"/>
              <a:gd name="connsiteY3" fmla="*/ 1254857 h 1378694"/>
              <a:gd name="connsiteX4" fmla="*/ 0 w 167329"/>
              <a:gd name="connsiteY4" fmla="*/ 197901 h 1378694"/>
              <a:gd name="connsiteX0" fmla="*/ 22856 w 190185"/>
              <a:gd name="connsiteY0" fmla="*/ 197901 h 1378694"/>
              <a:gd name="connsiteX1" fmla="*/ 190185 w 190185"/>
              <a:gd name="connsiteY1" fmla="*/ 0 h 1378694"/>
              <a:gd name="connsiteX2" fmla="*/ 183219 w 190185"/>
              <a:gd name="connsiteY2" fmla="*/ 1378694 h 1378694"/>
              <a:gd name="connsiteX3" fmla="*/ 106 w 190185"/>
              <a:gd name="connsiteY3" fmla="*/ 1244237 h 1378694"/>
              <a:gd name="connsiteX4" fmla="*/ 22856 w 190185"/>
              <a:gd name="connsiteY4" fmla="*/ 197901 h 1378694"/>
              <a:gd name="connsiteX0" fmla="*/ 22856 w 190185"/>
              <a:gd name="connsiteY0" fmla="*/ 197901 h 1378694"/>
              <a:gd name="connsiteX1" fmla="*/ 190185 w 190185"/>
              <a:gd name="connsiteY1" fmla="*/ 0 h 1378694"/>
              <a:gd name="connsiteX2" fmla="*/ 183220 w 190185"/>
              <a:gd name="connsiteY2" fmla="*/ 1378694 h 1378694"/>
              <a:gd name="connsiteX3" fmla="*/ 106 w 190185"/>
              <a:gd name="connsiteY3" fmla="*/ 1244237 h 1378694"/>
              <a:gd name="connsiteX4" fmla="*/ 22856 w 190185"/>
              <a:gd name="connsiteY4" fmla="*/ 197901 h 1378694"/>
              <a:gd name="connsiteX0" fmla="*/ 20607 w 190194"/>
              <a:gd name="connsiteY0" fmla="*/ 172292 h 1378694"/>
              <a:gd name="connsiteX1" fmla="*/ 190194 w 190194"/>
              <a:gd name="connsiteY1" fmla="*/ 0 h 1378694"/>
              <a:gd name="connsiteX2" fmla="*/ 183229 w 190194"/>
              <a:gd name="connsiteY2" fmla="*/ 1378694 h 1378694"/>
              <a:gd name="connsiteX3" fmla="*/ 115 w 190194"/>
              <a:gd name="connsiteY3" fmla="*/ 1244237 h 1378694"/>
              <a:gd name="connsiteX4" fmla="*/ 20607 w 190194"/>
              <a:gd name="connsiteY4" fmla="*/ 172292 h 1378694"/>
              <a:gd name="connsiteX0" fmla="*/ 20607 w 195117"/>
              <a:gd name="connsiteY0" fmla="*/ 192045 h 1398447"/>
              <a:gd name="connsiteX1" fmla="*/ 195117 w 195117"/>
              <a:gd name="connsiteY1" fmla="*/ 0 h 1398447"/>
              <a:gd name="connsiteX2" fmla="*/ 183229 w 195117"/>
              <a:gd name="connsiteY2" fmla="*/ 1398447 h 1398447"/>
              <a:gd name="connsiteX3" fmla="*/ 115 w 195117"/>
              <a:gd name="connsiteY3" fmla="*/ 1263990 h 1398447"/>
              <a:gd name="connsiteX4" fmla="*/ 20607 w 195117"/>
              <a:gd name="connsiteY4" fmla="*/ 192045 h 1398447"/>
              <a:gd name="connsiteX0" fmla="*/ 14590 w 195152"/>
              <a:gd name="connsiteY0" fmla="*/ 198994 h 1398447"/>
              <a:gd name="connsiteX1" fmla="*/ 195152 w 195152"/>
              <a:gd name="connsiteY1" fmla="*/ 0 h 1398447"/>
              <a:gd name="connsiteX2" fmla="*/ 183264 w 195152"/>
              <a:gd name="connsiteY2" fmla="*/ 1398447 h 1398447"/>
              <a:gd name="connsiteX3" fmla="*/ 150 w 195152"/>
              <a:gd name="connsiteY3" fmla="*/ 1263990 h 1398447"/>
              <a:gd name="connsiteX4" fmla="*/ 14590 w 195152"/>
              <a:gd name="connsiteY4" fmla="*/ 198994 h 1398447"/>
              <a:gd name="connsiteX0" fmla="*/ 14590 w 183796"/>
              <a:gd name="connsiteY0" fmla="*/ 185097 h 1384550"/>
              <a:gd name="connsiteX1" fmla="*/ 183048 w 183796"/>
              <a:gd name="connsiteY1" fmla="*/ 0 h 1384550"/>
              <a:gd name="connsiteX2" fmla="*/ 183264 w 183796"/>
              <a:gd name="connsiteY2" fmla="*/ 1384550 h 1384550"/>
              <a:gd name="connsiteX3" fmla="*/ 150 w 183796"/>
              <a:gd name="connsiteY3" fmla="*/ 1250093 h 1384550"/>
              <a:gd name="connsiteX4" fmla="*/ 14590 w 183796"/>
              <a:gd name="connsiteY4" fmla="*/ 185097 h 1384550"/>
              <a:gd name="connsiteX0" fmla="*/ 14590 w 184829"/>
              <a:gd name="connsiteY0" fmla="*/ 185097 h 1397354"/>
              <a:gd name="connsiteX1" fmla="*/ 183048 w 184829"/>
              <a:gd name="connsiteY1" fmla="*/ 0 h 1397354"/>
              <a:gd name="connsiteX2" fmla="*/ 184393 w 184829"/>
              <a:gd name="connsiteY2" fmla="*/ 1397354 h 1397354"/>
              <a:gd name="connsiteX3" fmla="*/ 150 w 184829"/>
              <a:gd name="connsiteY3" fmla="*/ 1250093 h 1397354"/>
              <a:gd name="connsiteX4" fmla="*/ 14590 w 184829"/>
              <a:gd name="connsiteY4" fmla="*/ 185097 h 1397354"/>
              <a:gd name="connsiteX0" fmla="*/ 14590 w 184492"/>
              <a:gd name="connsiteY0" fmla="*/ 202666 h 1414923"/>
              <a:gd name="connsiteX1" fmla="*/ 161504 w 184492"/>
              <a:gd name="connsiteY1" fmla="*/ 0 h 1414923"/>
              <a:gd name="connsiteX2" fmla="*/ 184393 w 184492"/>
              <a:gd name="connsiteY2" fmla="*/ 1414923 h 1414923"/>
              <a:gd name="connsiteX3" fmla="*/ 150 w 184492"/>
              <a:gd name="connsiteY3" fmla="*/ 1267662 h 1414923"/>
              <a:gd name="connsiteX4" fmla="*/ 14590 w 184492"/>
              <a:gd name="connsiteY4" fmla="*/ 202666 h 1414923"/>
              <a:gd name="connsiteX0" fmla="*/ 14590 w 184526"/>
              <a:gd name="connsiteY0" fmla="*/ 196810 h 1409067"/>
              <a:gd name="connsiteX1" fmla="*/ 168685 w 184526"/>
              <a:gd name="connsiteY1" fmla="*/ 0 h 1409067"/>
              <a:gd name="connsiteX2" fmla="*/ 184393 w 184526"/>
              <a:gd name="connsiteY2" fmla="*/ 1409067 h 1409067"/>
              <a:gd name="connsiteX3" fmla="*/ 150 w 184526"/>
              <a:gd name="connsiteY3" fmla="*/ 1261806 h 1409067"/>
              <a:gd name="connsiteX4" fmla="*/ 14590 w 184526"/>
              <a:gd name="connsiteY4" fmla="*/ 196810 h 1409067"/>
              <a:gd name="connsiteX0" fmla="*/ 712 w 184933"/>
              <a:gd name="connsiteY0" fmla="*/ 197904 h 1409067"/>
              <a:gd name="connsiteX1" fmla="*/ 169092 w 184933"/>
              <a:gd name="connsiteY1" fmla="*/ 0 h 1409067"/>
              <a:gd name="connsiteX2" fmla="*/ 184800 w 184933"/>
              <a:gd name="connsiteY2" fmla="*/ 1409067 h 1409067"/>
              <a:gd name="connsiteX3" fmla="*/ 557 w 184933"/>
              <a:gd name="connsiteY3" fmla="*/ 1261806 h 1409067"/>
              <a:gd name="connsiteX4" fmla="*/ 712 w 184933"/>
              <a:gd name="connsiteY4" fmla="*/ 197904 h 1409067"/>
              <a:gd name="connsiteX0" fmla="*/ 712 w 185008"/>
              <a:gd name="connsiteY0" fmla="*/ 205826 h 1416989"/>
              <a:gd name="connsiteX1" fmla="*/ 176532 w 185008"/>
              <a:gd name="connsiteY1" fmla="*/ 0 h 1416989"/>
              <a:gd name="connsiteX2" fmla="*/ 184800 w 185008"/>
              <a:gd name="connsiteY2" fmla="*/ 1416989 h 1416989"/>
              <a:gd name="connsiteX3" fmla="*/ 557 w 185008"/>
              <a:gd name="connsiteY3" fmla="*/ 1269728 h 1416989"/>
              <a:gd name="connsiteX4" fmla="*/ 712 w 185008"/>
              <a:gd name="connsiteY4" fmla="*/ 205826 h 1416989"/>
              <a:gd name="connsiteX0" fmla="*/ 712 w 185170"/>
              <a:gd name="connsiteY0" fmla="*/ 187888 h 1399051"/>
              <a:gd name="connsiteX1" fmla="*/ 182334 w 185170"/>
              <a:gd name="connsiteY1" fmla="*/ 0 h 1399051"/>
              <a:gd name="connsiteX2" fmla="*/ 184800 w 185170"/>
              <a:gd name="connsiteY2" fmla="*/ 1399051 h 1399051"/>
              <a:gd name="connsiteX3" fmla="*/ 557 w 185170"/>
              <a:gd name="connsiteY3" fmla="*/ 1251790 h 1399051"/>
              <a:gd name="connsiteX4" fmla="*/ 712 w 185170"/>
              <a:gd name="connsiteY4" fmla="*/ 187888 h 1399051"/>
              <a:gd name="connsiteX0" fmla="*/ 712 w 191470"/>
              <a:gd name="connsiteY0" fmla="*/ 197235 h 1408398"/>
              <a:gd name="connsiteX1" fmla="*/ 191470 w 191470"/>
              <a:gd name="connsiteY1" fmla="*/ 0 h 1408398"/>
              <a:gd name="connsiteX2" fmla="*/ 184800 w 191470"/>
              <a:gd name="connsiteY2" fmla="*/ 1408398 h 1408398"/>
              <a:gd name="connsiteX3" fmla="*/ 557 w 191470"/>
              <a:gd name="connsiteY3" fmla="*/ 1261137 h 1408398"/>
              <a:gd name="connsiteX4" fmla="*/ 712 w 191470"/>
              <a:gd name="connsiteY4" fmla="*/ 197235 h 1408398"/>
              <a:gd name="connsiteX0" fmla="*/ 712 w 205141"/>
              <a:gd name="connsiteY0" fmla="*/ 197235 h 1416020"/>
              <a:gd name="connsiteX1" fmla="*/ 191470 w 205141"/>
              <a:gd name="connsiteY1" fmla="*/ 0 h 1416020"/>
              <a:gd name="connsiteX2" fmla="*/ 204992 w 205141"/>
              <a:gd name="connsiteY2" fmla="*/ 1416020 h 1416020"/>
              <a:gd name="connsiteX3" fmla="*/ 557 w 205141"/>
              <a:gd name="connsiteY3" fmla="*/ 1261137 h 1416020"/>
              <a:gd name="connsiteX4" fmla="*/ 712 w 205141"/>
              <a:gd name="connsiteY4" fmla="*/ 197235 h 1416020"/>
              <a:gd name="connsiteX0" fmla="*/ 712 w 205183"/>
              <a:gd name="connsiteY0" fmla="*/ 149617 h 1368402"/>
              <a:gd name="connsiteX1" fmla="*/ 195553 w 205183"/>
              <a:gd name="connsiteY1" fmla="*/ 0 h 1368402"/>
              <a:gd name="connsiteX2" fmla="*/ 204992 w 205183"/>
              <a:gd name="connsiteY2" fmla="*/ 1368402 h 1368402"/>
              <a:gd name="connsiteX3" fmla="*/ 557 w 205183"/>
              <a:gd name="connsiteY3" fmla="*/ 1213519 h 1368402"/>
              <a:gd name="connsiteX4" fmla="*/ 712 w 205183"/>
              <a:gd name="connsiteY4" fmla="*/ 149617 h 1368402"/>
              <a:gd name="connsiteX0" fmla="*/ 0 w 207533"/>
              <a:gd name="connsiteY0" fmla="*/ 174342 h 1368402"/>
              <a:gd name="connsiteX1" fmla="*/ 197903 w 207533"/>
              <a:gd name="connsiteY1" fmla="*/ 0 h 1368402"/>
              <a:gd name="connsiteX2" fmla="*/ 207342 w 207533"/>
              <a:gd name="connsiteY2" fmla="*/ 1368402 h 1368402"/>
              <a:gd name="connsiteX3" fmla="*/ 2907 w 207533"/>
              <a:gd name="connsiteY3" fmla="*/ 1213519 h 1368402"/>
              <a:gd name="connsiteX4" fmla="*/ 0 w 207533"/>
              <a:gd name="connsiteY4" fmla="*/ 174342 h 1368402"/>
              <a:gd name="connsiteX0" fmla="*/ 0 w 207533"/>
              <a:gd name="connsiteY0" fmla="*/ 174342 h 1368402"/>
              <a:gd name="connsiteX1" fmla="*/ 197903 w 207533"/>
              <a:gd name="connsiteY1" fmla="*/ 0 h 1368402"/>
              <a:gd name="connsiteX2" fmla="*/ 207342 w 207533"/>
              <a:gd name="connsiteY2" fmla="*/ 1368402 h 1368402"/>
              <a:gd name="connsiteX3" fmla="*/ 2907 w 207533"/>
              <a:gd name="connsiteY3" fmla="*/ 1175058 h 1368402"/>
              <a:gd name="connsiteX4" fmla="*/ 0 w 207533"/>
              <a:gd name="connsiteY4" fmla="*/ 174342 h 1368402"/>
              <a:gd name="connsiteX0" fmla="*/ 0 w 209045"/>
              <a:gd name="connsiteY0" fmla="*/ 174342 h 1358786"/>
              <a:gd name="connsiteX1" fmla="*/ 197903 w 209045"/>
              <a:gd name="connsiteY1" fmla="*/ 0 h 1358786"/>
              <a:gd name="connsiteX2" fmla="*/ 208872 w 209045"/>
              <a:gd name="connsiteY2" fmla="*/ 1358786 h 1358786"/>
              <a:gd name="connsiteX3" fmla="*/ 2907 w 209045"/>
              <a:gd name="connsiteY3" fmla="*/ 1175058 h 1358786"/>
              <a:gd name="connsiteX4" fmla="*/ 0 w 209045"/>
              <a:gd name="connsiteY4" fmla="*/ 174342 h 1358786"/>
              <a:gd name="connsiteX0" fmla="*/ 0 w 212106"/>
              <a:gd name="connsiteY0" fmla="*/ 185331 h 1358786"/>
              <a:gd name="connsiteX1" fmla="*/ 200964 w 212106"/>
              <a:gd name="connsiteY1" fmla="*/ 0 h 1358786"/>
              <a:gd name="connsiteX2" fmla="*/ 211933 w 212106"/>
              <a:gd name="connsiteY2" fmla="*/ 1358786 h 1358786"/>
              <a:gd name="connsiteX3" fmla="*/ 5968 w 212106"/>
              <a:gd name="connsiteY3" fmla="*/ 1175058 h 1358786"/>
              <a:gd name="connsiteX4" fmla="*/ 0 w 212106"/>
              <a:gd name="connsiteY4" fmla="*/ 185331 h 13587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106" h="1358786">
                <a:moveTo>
                  <a:pt x="0" y="185331"/>
                </a:moveTo>
                <a:cubicBezTo>
                  <a:pt x="63586" y="119586"/>
                  <a:pt x="137378" y="65745"/>
                  <a:pt x="200964" y="0"/>
                </a:cubicBezTo>
                <a:cubicBezTo>
                  <a:pt x="199037" y="439312"/>
                  <a:pt x="213860" y="919474"/>
                  <a:pt x="211933" y="1358786"/>
                </a:cubicBezTo>
                <a:lnTo>
                  <a:pt x="5968" y="1175058"/>
                </a:lnTo>
                <a:cubicBezTo>
                  <a:pt x="3976" y="818471"/>
                  <a:pt x="1992" y="541918"/>
                  <a:pt x="0" y="185331"/>
                </a:cubicBezTo>
                <a:close/>
              </a:path>
            </a:pathLst>
          </a:custGeom>
          <a:solidFill>
            <a:srgbClr val="E306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sp>
        <p:nvSpPr>
          <p:cNvPr id="5" name="Freeform: Shape 4">
            <a:extLst>
              <a:ext uri="{FF2B5EF4-FFF2-40B4-BE49-F238E27FC236}">
                <a16:creationId xmlns:a16="http://schemas.microsoft.com/office/drawing/2014/main" id="{D00AA2F6-9E32-1951-916C-8943096E1C7C}"/>
              </a:ext>
            </a:extLst>
          </p:cNvPr>
          <p:cNvSpPr/>
          <p:nvPr userDrawn="1"/>
        </p:nvSpPr>
        <p:spPr>
          <a:xfrm>
            <a:off x="1058466" y="3902882"/>
            <a:ext cx="5774133" cy="2955801"/>
          </a:xfrm>
          <a:custGeom>
            <a:avLst/>
            <a:gdLst>
              <a:gd name="connsiteX0" fmla="*/ 0 w 7242629"/>
              <a:gd name="connsiteY0" fmla="*/ 0 h 6858000"/>
              <a:gd name="connsiteX1" fmla="*/ 7242629 w 7242629"/>
              <a:gd name="connsiteY1" fmla="*/ 6858000 h 6858000"/>
              <a:gd name="connsiteX2" fmla="*/ 2313585 w 7242629"/>
              <a:gd name="connsiteY2" fmla="*/ 6858000 h 6858000"/>
              <a:gd name="connsiteX3" fmla="*/ 0 w 7242629"/>
              <a:gd name="connsiteY3" fmla="*/ 4667280 h 6858000"/>
              <a:gd name="connsiteX0" fmla="*/ 0 w 7242629"/>
              <a:gd name="connsiteY0" fmla="*/ 0 h 6858000"/>
              <a:gd name="connsiteX1" fmla="*/ 7242629 w 7242629"/>
              <a:gd name="connsiteY1" fmla="*/ 6858000 h 6858000"/>
              <a:gd name="connsiteX2" fmla="*/ 2323185 w 7242629"/>
              <a:gd name="connsiteY2" fmla="*/ 6838800 h 6858000"/>
              <a:gd name="connsiteX3" fmla="*/ 0 w 7242629"/>
              <a:gd name="connsiteY3" fmla="*/ 4667280 h 6858000"/>
              <a:gd name="connsiteX4" fmla="*/ 0 w 7242629"/>
              <a:gd name="connsiteY4" fmla="*/ 0 h 6858000"/>
              <a:gd name="connsiteX0" fmla="*/ 0 w 7242629"/>
              <a:gd name="connsiteY0" fmla="*/ 0 h 6858000"/>
              <a:gd name="connsiteX1" fmla="*/ 3430585 w 7242629"/>
              <a:gd name="connsiteY1" fmla="*/ 32736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488185 w 7242629"/>
              <a:gd name="connsiteY1" fmla="*/ 32736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526585 w 7242629"/>
              <a:gd name="connsiteY1" fmla="*/ 32736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584185 w 7242629"/>
              <a:gd name="connsiteY1" fmla="*/ 33888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593785 w 7242629"/>
              <a:gd name="connsiteY1" fmla="*/ 33888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632185 w 7242629"/>
              <a:gd name="connsiteY1" fmla="*/ 34272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04229"/>
              <a:gd name="connsiteY0" fmla="*/ 0 h 6858000"/>
              <a:gd name="connsiteX1" fmla="*/ 3632185 w 7204229"/>
              <a:gd name="connsiteY1" fmla="*/ 34272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3689785 w 7204229"/>
              <a:gd name="connsiteY1" fmla="*/ 33984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3660985 w 7204229"/>
              <a:gd name="connsiteY1" fmla="*/ 33792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3632185 w 7204229"/>
              <a:gd name="connsiteY1" fmla="*/ 33792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857785 w 7204229"/>
              <a:gd name="connsiteY1" fmla="*/ 7968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20985 w 7204229"/>
              <a:gd name="connsiteY1" fmla="*/ 9696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876985 w 7204229"/>
              <a:gd name="connsiteY1" fmla="*/ 13344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40185 w 7204229"/>
              <a:gd name="connsiteY1" fmla="*/ 1008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963385 w 7204229"/>
              <a:gd name="connsiteY1" fmla="*/ 8928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972985 w 7204229"/>
              <a:gd name="connsiteY1" fmla="*/ 1104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30585 w 7204229"/>
              <a:gd name="connsiteY1" fmla="*/ 960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01785 w 7204229"/>
              <a:gd name="connsiteY1" fmla="*/ 1008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992185 w 7204229"/>
              <a:gd name="connsiteY1" fmla="*/ 9696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9600 w 7204229"/>
              <a:gd name="connsiteY0" fmla="*/ 739200 h 5888400"/>
              <a:gd name="connsiteX1" fmla="*/ 992185 w 7204229"/>
              <a:gd name="connsiteY1" fmla="*/ 0 h 5888400"/>
              <a:gd name="connsiteX2" fmla="*/ 3632185 w 7204229"/>
              <a:gd name="connsiteY2" fmla="*/ 2409600 h 5888400"/>
              <a:gd name="connsiteX3" fmla="*/ 7204229 w 7204229"/>
              <a:gd name="connsiteY3" fmla="*/ 5888400 h 5888400"/>
              <a:gd name="connsiteX4" fmla="*/ 2323185 w 7204229"/>
              <a:gd name="connsiteY4" fmla="*/ 5869200 h 5888400"/>
              <a:gd name="connsiteX5" fmla="*/ 0 w 7204229"/>
              <a:gd name="connsiteY5" fmla="*/ 3697680 h 5888400"/>
              <a:gd name="connsiteX6" fmla="*/ 9600 w 7204229"/>
              <a:gd name="connsiteY6" fmla="*/ 739200 h 5888400"/>
              <a:gd name="connsiteX0" fmla="*/ 0 w 7194629"/>
              <a:gd name="connsiteY0" fmla="*/ 739200 h 5888400"/>
              <a:gd name="connsiteX1" fmla="*/ 982585 w 7194629"/>
              <a:gd name="connsiteY1" fmla="*/ 0 h 5888400"/>
              <a:gd name="connsiteX2" fmla="*/ 3622585 w 7194629"/>
              <a:gd name="connsiteY2" fmla="*/ 2409600 h 5888400"/>
              <a:gd name="connsiteX3" fmla="*/ 7194629 w 7194629"/>
              <a:gd name="connsiteY3" fmla="*/ 5888400 h 5888400"/>
              <a:gd name="connsiteX4" fmla="*/ 2313585 w 7194629"/>
              <a:gd name="connsiteY4" fmla="*/ 5869200 h 5888400"/>
              <a:gd name="connsiteX5" fmla="*/ 777600 w 7194629"/>
              <a:gd name="connsiteY5" fmla="*/ 4456080 h 5888400"/>
              <a:gd name="connsiteX6" fmla="*/ 0 w 7194629"/>
              <a:gd name="connsiteY6" fmla="*/ 739200 h 5888400"/>
              <a:gd name="connsiteX0" fmla="*/ 0 w 7194629"/>
              <a:gd name="connsiteY0" fmla="*/ 0 h 5149200"/>
              <a:gd name="connsiteX1" fmla="*/ 2336185 w 7194629"/>
              <a:gd name="connsiteY1" fmla="*/ 2496000 h 5149200"/>
              <a:gd name="connsiteX2" fmla="*/ 3622585 w 7194629"/>
              <a:gd name="connsiteY2" fmla="*/ 1670400 h 5149200"/>
              <a:gd name="connsiteX3" fmla="*/ 7194629 w 7194629"/>
              <a:gd name="connsiteY3" fmla="*/ 5149200 h 5149200"/>
              <a:gd name="connsiteX4" fmla="*/ 2313585 w 7194629"/>
              <a:gd name="connsiteY4" fmla="*/ 5130000 h 5149200"/>
              <a:gd name="connsiteX5" fmla="*/ 777600 w 7194629"/>
              <a:gd name="connsiteY5" fmla="*/ 3716880 h 5149200"/>
              <a:gd name="connsiteX6" fmla="*/ 0 w 7194629"/>
              <a:gd name="connsiteY6" fmla="*/ 0 h 5149200"/>
              <a:gd name="connsiteX0" fmla="*/ 0 w 7194629"/>
              <a:gd name="connsiteY0" fmla="*/ 0 h 5149200"/>
              <a:gd name="connsiteX1" fmla="*/ 3622585 w 7194629"/>
              <a:gd name="connsiteY1" fmla="*/ 1670400 h 5149200"/>
              <a:gd name="connsiteX2" fmla="*/ 7194629 w 7194629"/>
              <a:gd name="connsiteY2" fmla="*/ 5149200 h 5149200"/>
              <a:gd name="connsiteX3" fmla="*/ 2313585 w 7194629"/>
              <a:gd name="connsiteY3" fmla="*/ 5130000 h 5149200"/>
              <a:gd name="connsiteX4" fmla="*/ 777600 w 7194629"/>
              <a:gd name="connsiteY4" fmla="*/ 3716880 h 5149200"/>
              <a:gd name="connsiteX5" fmla="*/ 0 w 7194629"/>
              <a:gd name="connsiteY5" fmla="*/ 0 h 5149200"/>
              <a:gd name="connsiteX0" fmla="*/ 1737600 w 6417029"/>
              <a:gd name="connsiteY0" fmla="*/ 796800 h 3478800"/>
              <a:gd name="connsiteX1" fmla="*/ 2844985 w 6417029"/>
              <a:gd name="connsiteY1" fmla="*/ 0 h 3478800"/>
              <a:gd name="connsiteX2" fmla="*/ 6417029 w 6417029"/>
              <a:gd name="connsiteY2" fmla="*/ 3478800 h 3478800"/>
              <a:gd name="connsiteX3" fmla="*/ 1535985 w 6417029"/>
              <a:gd name="connsiteY3" fmla="*/ 3459600 h 3478800"/>
              <a:gd name="connsiteX4" fmla="*/ 0 w 6417029"/>
              <a:gd name="connsiteY4" fmla="*/ 2046480 h 3478800"/>
              <a:gd name="connsiteX5" fmla="*/ 1737600 w 6417029"/>
              <a:gd name="connsiteY5" fmla="*/ 796800 h 3478800"/>
              <a:gd name="connsiteX0" fmla="*/ 1392000 w 6417029"/>
              <a:gd name="connsiteY0" fmla="*/ 1036800 h 3478800"/>
              <a:gd name="connsiteX1" fmla="*/ 2844985 w 6417029"/>
              <a:gd name="connsiteY1" fmla="*/ 0 h 3478800"/>
              <a:gd name="connsiteX2" fmla="*/ 6417029 w 6417029"/>
              <a:gd name="connsiteY2" fmla="*/ 3478800 h 3478800"/>
              <a:gd name="connsiteX3" fmla="*/ 1535985 w 6417029"/>
              <a:gd name="connsiteY3" fmla="*/ 3459600 h 3478800"/>
              <a:gd name="connsiteX4" fmla="*/ 0 w 6417029"/>
              <a:gd name="connsiteY4" fmla="*/ 2046480 h 3478800"/>
              <a:gd name="connsiteX5" fmla="*/ 1392000 w 6417029"/>
              <a:gd name="connsiteY5" fmla="*/ 1036800 h 3478800"/>
              <a:gd name="connsiteX0" fmla="*/ 1369520 w 6394549"/>
              <a:gd name="connsiteY0" fmla="*/ 1036800 h 3478800"/>
              <a:gd name="connsiteX1" fmla="*/ 2822505 w 6394549"/>
              <a:gd name="connsiteY1" fmla="*/ 0 h 3478800"/>
              <a:gd name="connsiteX2" fmla="*/ 6394549 w 6394549"/>
              <a:gd name="connsiteY2" fmla="*/ 3478800 h 3478800"/>
              <a:gd name="connsiteX3" fmla="*/ 1513505 w 6394549"/>
              <a:gd name="connsiteY3" fmla="*/ 3459600 h 3478800"/>
              <a:gd name="connsiteX4" fmla="*/ 0 w 6394549"/>
              <a:gd name="connsiteY4" fmla="*/ 2001521 h 3478800"/>
              <a:gd name="connsiteX5" fmla="*/ 1369520 w 6394549"/>
              <a:gd name="connsiteY5" fmla="*/ 1036800 h 3478800"/>
              <a:gd name="connsiteX0" fmla="*/ 1369520 w 6394549"/>
              <a:gd name="connsiteY0" fmla="*/ 1036800 h 3482080"/>
              <a:gd name="connsiteX1" fmla="*/ 2822505 w 6394549"/>
              <a:gd name="connsiteY1" fmla="*/ 0 h 3482080"/>
              <a:gd name="connsiteX2" fmla="*/ 6394549 w 6394549"/>
              <a:gd name="connsiteY2" fmla="*/ 3478800 h 3482080"/>
              <a:gd name="connsiteX3" fmla="*/ 1513506 w 6394549"/>
              <a:gd name="connsiteY3" fmla="*/ 3482080 h 3482080"/>
              <a:gd name="connsiteX4" fmla="*/ 0 w 6394549"/>
              <a:gd name="connsiteY4" fmla="*/ 2001521 h 3482080"/>
              <a:gd name="connsiteX5" fmla="*/ 1369520 w 6394549"/>
              <a:gd name="connsiteY5" fmla="*/ 1036800 h 3482080"/>
              <a:gd name="connsiteX0" fmla="*/ 1369520 w 5826494"/>
              <a:gd name="connsiteY0" fmla="*/ 1036800 h 3482080"/>
              <a:gd name="connsiteX1" fmla="*/ 2822505 w 5826494"/>
              <a:gd name="connsiteY1" fmla="*/ 0 h 3482080"/>
              <a:gd name="connsiteX2" fmla="*/ 5826494 w 5826494"/>
              <a:gd name="connsiteY2" fmla="*/ 2934088 h 3482080"/>
              <a:gd name="connsiteX3" fmla="*/ 1513506 w 5826494"/>
              <a:gd name="connsiteY3" fmla="*/ 3482080 h 3482080"/>
              <a:gd name="connsiteX4" fmla="*/ 0 w 5826494"/>
              <a:gd name="connsiteY4" fmla="*/ 2001521 h 3482080"/>
              <a:gd name="connsiteX5" fmla="*/ 1369520 w 5826494"/>
              <a:gd name="connsiteY5" fmla="*/ 1036800 h 3482080"/>
              <a:gd name="connsiteX0" fmla="*/ 1369520 w 5826494"/>
              <a:gd name="connsiteY0" fmla="*/ 1036800 h 2945150"/>
              <a:gd name="connsiteX1" fmla="*/ 2822505 w 5826494"/>
              <a:gd name="connsiteY1" fmla="*/ 0 h 2945150"/>
              <a:gd name="connsiteX2" fmla="*/ 5826494 w 5826494"/>
              <a:gd name="connsiteY2" fmla="*/ 2934088 h 2945150"/>
              <a:gd name="connsiteX3" fmla="*/ 1427908 w 5826494"/>
              <a:gd name="connsiteY3" fmla="*/ 2945150 h 2945150"/>
              <a:gd name="connsiteX4" fmla="*/ 0 w 5826494"/>
              <a:gd name="connsiteY4" fmla="*/ 2001521 h 2945150"/>
              <a:gd name="connsiteX5" fmla="*/ 1369520 w 5826494"/>
              <a:gd name="connsiteY5" fmla="*/ 1036800 h 2945150"/>
              <a:gd name="connsiteX0" fmla="*/ 1369520 w 5826494"/>
              <a:gd name="connsiteY0" fmla="*/ 1036800 h 2945150"/>
              <a:gd name="connsiteX1" fmla="*/ 2822505 w 5826494"/>
              <a:gd name="connsiteY1" fmla="*/ 0 h 2945150"/>
              <a:gd name="connsiteX2" fmla="*/ 5826494 w 5826494"/>
              <a:gd name="connsiteY2" fmla="*/ 2934088 h 2945150"/>
              <a:gd name="connsiteX3" fmla="*/ 961012 w 5826494"/>
              <a:gd name="connsiteY3" fmla="*/ 2945150 h 2945150"/>
              <a:gd name="connsiteX4" fmla="*/ 0 w 5826494"/>
              <a:gd name="connsiteY4" fmla="*/ 2001521 h 2945150"/>
              <a:gd name="connsiteX5" fmla="*/ 1369520 w 5826494"/>
              <a:gd name="connsiteY5" fmla="*/ 1036800 h 2945150"/>
              <a:gd name="connsiteX0" fmla="*/ 1369520 w 5826494"/>
              <a:gd name="connsiteY0" fmla="*/ 1044581 h 2952931"/>
              <a:gd name="connsiteX1" fmla="*/ 2814724 w 5826494"/>
              <a:gd name="connsiteY1" fmla="*/ 0 h 2952931"/>
              <a:gd name="connsiteX2" fmla="*/ 5826494 w 5826494"/>
              <a:gd name="connsiteY2" fmla="*/ 2941869 h 2952931"/>
              <a:gd name="connsiteX3" fmla="*/ 961012 w 5826494"/>
              <a:gd name="connsiteY3" fmla="*/ 2952931 h 2952931"/>
              <a:gd name="connsiteX4" fmla="*/ 0 w 5826494"/>
              <a:gd name="connsiteY4" fmla="*/ 2009302 h 2952931"/>
              <a:gd name="connsiteX5" fmla="*/ 1369520 w 5826494"/>
              <a:gd name="connsiteY5" fmla="*/ 1044581 h 2952931"/>
              <a:gd name="connsiteX0" fmla="*/ 1369520 w 5849839"/>
              <a:gd name="connsiteY0" fmla="*/ 1044581 h 2952931"/>
              <a:gd name="connsiteX1" fmla="*/ 2814724 w 5849839"/>
              <a:gd name="connsiteY1" fmla="*/ 0 h 2952931"/>
              <a:gd name="connsiteX2" fmla="*/ 5849839 w 5849839"/>
              <a:gd name="connsiteY2" fmla="*/ 2941870 h 2952931"/>
              <a:gd name="connsiteX3" fmla="*/ 961012 w 5849839"/>
              <a:gd name="connsiteY3" fmla="*/ 2952931 h 2952931"/>
              <a:gd name="connsiteX4" fmla="*/ 0 w 5849839"/>
              <a:gd name="connsiteY4" fmla="*/ 2009302 h 2952931"/>
              <a:gd name="connsiteX5" fmla="*/ 1369520 w 5849839"/>
              <a:gd name="connsiteY5" fmla="*/ 1044581 h 2952931"/>
              <a:gd name="connsiteX0" fmla="*/ 1369520 w 5849839"/>
              <a:gd name="connsiteY0" fmla="*/ 1008453 h 2916803"/>
              <a:gd name="connsiteX1" fmla="*/ 2908659 w 5849839"/>
              <a:gd name="connsiteY1" fmla="*/ 0 h 2916803"/>
              <a:gd name="connsiteX2" fmla="*/ 5849839 w 5849839"/>
              <a:gd name="connsiteY2" fmla="*/ 2905742 h 2916803"/>
              <a:gd name="connsiteX3" fmla="*/ 961012 w 5849839"/>
              <a:gd name="connsiteY3" fmla="*/ 2916803 h 2916803"/>
              <a:gd name="connsiteX4" fmla="*/ 0 w 5849839"/>
              <a:gd name="connsiteY4" fmla="*/ 1973174 h 2916803"/>
              <a:gd name="connsiteX5" fmla="*/ 1369520 w 5849839"/>
              <a:gd name="connsiteY5" fmla="*/ 1008453 h 2916803"/>
              <a:gd name="connsiteX0" fmla="*/ 1355069 w 5849839"/>
              <a:gd name="connsiteY0" fmla="*/ 1066259 h 2916803"/>
              <a:gd name="connsiteX1" fmla="*/ 2908659 w 5849839"/>
              <a:gd name="connsiteY1" fmla="*/ 0 h 2916803"/>
              <a:gd name="connsiteX2" fmla="*/ 5849839 w 5849839"/>
              <a:gd name="connsiteY2" fmla="*/ 2905742 h 2916803"/>
              <a:gd name="connsiteX3" fmla="*/ 961012 w 5849839"/>
              <a:gd name="connsiteY3" fmla="*/ 2916803 h 2916803"/>
              <a:gd name="connsiteX4" fmla="*/ 0 w 5849839"/>
              <a:gd name="connsiteY4" fmla="*/ 1973174 h 2916803"/>
              <a:gd name="connsiteX5" fmla="*/ 1355069 w 5849839"/>
              <a:gd name="connsiteY5" fmla="*/ 1066259 h 2916803"/>
              <a:gd name="connsiteX0" fmla="*/ 1340618 w 5835388"/>
              <a:gd name="connsiteY0" fmla="*/ 1066259 h 2916803"/>
              <a:gd name="connsiteX1" fmla="*/ 2894208 w 5835388"/>
              <a:gd name="connsiteY1" fmla="*/ 0 h 2916803"/>
              <a:gd name="connsiteX2" fmla="*/ 5835388 w 5835388"/>
              <a:gd name="connsiteY2" fmla="*/ 2905742 h 2916803"/>
              <a:gd name="connsiteX3" fmla="*/ 946561 w 5835388"/>
              <a:gd name="connsiteY3" fmla="*/ 2916803 h 2916803"/>
              <a:gd name="connsiteX4" fmla="*/ 0 w 5835388"/>
              <a:gd name="connsiteY4" fmla="*/ 1929819 h 2916803"/>
              <a:gd name="connsiteX5" fmla="*/ 1340618 w 5835388"/>
              <a:gd name="connsiteY5" fmla="*/ 1066259 h 2916803"/>
              <a:gd name="connsiteX0" fmla="*/ 1340618 w 5835388"/>
              <a:gd name="connsiteY0" fmla="*/ 1066259 h 2916803"/>
              <a:gd name="connsiteX1" fmla="*/ 2894208 w 5835388"/>
              <a:gd name="connsiteY1" fmla="*/ 0 h 2916803"/>
              <a:gd name="connsiteX2" fmla="*/ 5835388 w 5835388"/>
              <a:gd name="connsiteY2" fmla="*/ 2905742 h 2916803"/>
              <a:gd name="connsiteX3" fmla="*/ 946561 w 5835388"/>
              <a:gd name="connsiteY3" fmla="*/ 2916803 h 2916803"/>
              <a:gd name="connsiteX4" fmla="*/ 0 w 5835388"/>
              <a:gd name="connsiteY4" fmla="*/ 1958723 h 2916803"/>
              <a:gd name="connsiteX5" fmla="*/ 1340618 w 5835388"/>
              <a:gd name="connsiteY5" fmla="*/ 1066259 h 2916803"/>
              <a:gd name="connsiteX0" fmla="*/ 1340618 w 5777582"/>
              <a:gd name="connsiteY0" fmla="*/ 1066259 h 2916803"/>
              <a:gd name="connsiteX1" fmla="*/ 2894208 w 5777582"/>
              <a:gd name="connsiteY1" fmla="*/ 0 h 2916803"/>
              <a:gd name="connsiteX2" fmla="*/ 5777582 w 5777582"/>
              <a:gd name="connsiteY2" fmla="*/ 2905742 h 2916803"/>
              <a:gd name="connsiteX3" fmla="*/ 946561 w 5777582"/>
              <a:gd name="connsiteY3" fmla="*/ 2916803 h 2916803"/>
              <a:gd name="connsiteX4" fmla="*/ 0 w 5777582"/>
              <a:gd name="connsiteY4" fmla="*/ 1958723 h 2916803"/>
              <a:gd name="connsiteX5" fmla="*/ 1340618 w 5777582"/>
              <a:gd name="connsiteY5" fmla="*/ 1066259 h 2916803"/>
              <a:gd name="connsiteX0" fmla="*/ 1340618 w 5828162"/>
              <a:gd name="connsiteY0" fmla="*/ 1066259 h 2916803"/>
              <a:gd name="connsiteX1" fmla="*/ 2894208 w 5828162"/>
              <a:gd name="connsiteY1" fmla="*/ 0 h 2916803"/>
              <a:gd name="connsiteX2" fmla="*/ 5828162 w 5828162"/>
              <a:gd name="connsiteY2" fmla="*/ 2912968 h 2916803"/>
              <a:gd name="connsiteX3" fmla="*/ 946561 w 5828162"/>
              <a:gd name="connsiteY3" fmla="*/ 2916803 h 2916803"/>
              <a:gd name="connsiteX4" fmla="*/ 0 w 5828162"/>
              <a:gd name="connsiteY4" fmla="*/ 1958723 h 2916803"/>
              <a:gd name="connsiteX5" fmla="*/ 1340618 w 5828162"/>
              <a:gd name="connsiteY5" fmla="*/ 1066259 h 2916803"/>
              <a:gd name="connsiteX0" fmla="*/ 0 w 5828162"/>
              <a:gd name="connsiteY0" fmla="*/ 1958723 h 2916803"/>
              <a:gd name="connsiteX1" fmla="*/ 2894208 w 5828162"/>
              <a:gd name="connsiteY1" fmla="*/ 0 h 2916803"/>
              <a:gd name="connsiteX2" fmla="*/ 5828162 w 5828162"/>
              <a:gd name="connsiteY2" fmla="*/ 2912968 h 2916803"/>
              <a:gd name="connsiteX3" fmla="*/ 946561 w 5828162"/>
              <a:gd name="connsiteY3" fmla="*/ 2916803 h 2916803"/>
              <a:gd name="connsiteX4" fmla="*/ 0 w 5828162"/>
              <a:gd name="connsiteY4" fmla="*/ 1958723 h 2916803"/>
              <a:gd name="connsiteX0" fmla="*/ 0 w 5828162"/>
              <a:gd name="connsiteY0" fmla="*/ 1938491 h 2896571"/>
              <a:gd name="connsiteX1" fmla="*/ 2904324 w 5828162"/>
              <a:gd name="connsiteY1" fmla="*/ 0 h 2896571"/>
              <a:gd name="connsiteX2" fmla="*/ 5828162 w 5828162"/>
              <a:gd name="connsiteY2" fmla="*/ 2892736 h 2896571"/>
              <a:gd name="connsiteX3" fmla="*/ 946561 w 5828162"/>
              <a:gd name="connsiteY3" fmla="*/ 2896571 h 2896571"/>
              <a:gd name="connsiteX4" fmla="*/ 0 w 5828162"/>
              <a:gd name="connsiteY4" fmla="*/ 1938491 h 2896571"/>
              <a:gd name="connsiteX0" fmla="*/ 0 w 5797814"/>
              <a:gd name="connsiteY0" fmla="*/ 1948607 h 2896571"/>
              <a:gd name="connsiteX1" fmla="*/ 2873976 w 5797814"/>
              <a:gd name="connsiteY1" fmla="*/ 0 h 2896571"/>
              <a:gd name="connsiteX2" fmla="*/ 5797814 w 5797814"/>
              <a:gd name="connsiteY2" fmla="*/ 2892736 h 2896571"/>
              <a:gd name="connsiteX3" fmla="*/ 916213 w 5797814"/>
              <a:gd name="connsiteY3" fmla="*/ 2896571 h 2896571"/>
              <a:gd name="connsiteX4" fmla="*/ 0 w 5797814"/>
              <a:gd name="connsiteY4" fmla="*/ 1948607 h 2896571"/>
              <a:gd name="connsiteX0" fmla="*/ 0 w 5797814"/>
              <a:gd name="connsiteY0" fmla="*/ 1948607 h 2937035"/>
              <a:gd name="connsiteX1" fmla="*/ 2873976 w 5797814"/>
              <a:gd name="connsiteY1" fmla="*/ 0 h 2937035"/>
              <a:gd name="connsiteX2" fmla="*/ 5797814 w 5797814"/>
              <a:gd name="connsiteY2" fmla="*/ 2892736 h 2937035"/>
              <a:gd name="connsiteX3" fmla="*/ 936446 w 5797814"/>
              <a:gd name="connsiteY3" fmla="*/ 2937035 h 2937035"/>
              <a:gd name="connsiteX4" fmla="*/ 0 w 5797814"/>
              <a:gd name="connsiteY4" fmla="*/ 1948607 h 2937035"/>
              <a:gd name="connsiteX0" fmla="*/ 0 w 5797814"/>
              <a:gd name="connsiteY0" fmla="*/ 1908143 h 2896571"/>
              <a:gd name="connsiteX1" fmla="*/ 2681771 w 5797814"/>
              <a:gd name="connsiteY1" fmla="*/ 0 h 2896571"/>
              <a:gd name="connsiteX2" fmla="*/ 5797814 w 5797814"/>
              <a:gd name="connsiteY2" fmla="*/ 2852272 h 2896571"/>
              <a:gd name="connsiteX3" fmla="*/ 936446 w 5797814"/>
              <a:gd name="connsiteY3" fmla="*/ 2896571 h 2896571"/>
              <a:gd name="connsiteX4" fmla="*/ 0 w 5797814"/>
              <a:gd name="connsiteY4" fmla="*/ 1908143 h 2896571"/>
              <a:gd name="connsiteX0" fmla="*/ 0 w 5605609"/>
              <a:gd name="connsiteY0" fmla="*/ 1908143 h 2896571"/>
              <a:gd name="connsiteX1" fmla="*/ 2681771 w 5605609"/>
              <a:gd name="connsiteY1" fmla="*/ 0 h 2896571"/>
              <a:gd name="connsiteX2" fmla="*/ 5605609 w 5605609"/>
              <a:gd name="connsiteY2" fmla="*/ 2791576 h 2896571"/>
              <a:gd name="connsiteX3" fmla="*/ 936446 w 5605609"/>
              <a:gd name="connsiteY3" fmla="*/ 2896571 h 2896571"/>
              <a:gd name="connsiteX4" fmla="*/ 0 w 5605609"/>
              <a:gd name="connsiteY4" fmla="*/ 1908143 h 2896571"/>
              <a:gd name="connsiteX0" fmla="*/ 0 w 5676421"/>
              <a:gd name="connsiteY0" fmla="*/ 1908143 h 2896571"/>
              <a:gd name="connsiteX1" fmla="*/ 2681771 w 5676421"/>
              <a:gd name="connsiteY1" fmla="*/ 0 h 2896571"/>
              <a:gd name="connsiteX2" fmla="*/ 5676421 w 5676421"/>
              <a:gd name="connsiteY2" fmla="*/ 2821925 h 2896571"/>
              <a:gd name="connsiteX3" fmla="*/ 936446 w 5676421"/>
              <a:gd name="connsiteY3" fmla="*/ 2896571 h 2896571"/>
              <a:gd name="connsiteX4" fmla="*/ 0 w 5676421"/>
              <a:gd name="connsiteY4" fmla="*/ 1908143 h 2896571"/>
              <a:gd name="connsiteX0" fmla="*/ 0 w 5676421"/>
              <a:gd name="connsiteY0" fmla="*/ 1908143 h 2896571"/>
              <a:gd name="connsiteX1" fmla="*/ 2681771 w 5676421"/>
              <a:gd name="connsiteY1" fmla="*/ 0 h 2896571"/>
              <a:gd name="connsiteX2" fmla="*/ 5676421 w 5676421"/>
              <a:gd name="connsiteY2" fmla="*/ 2842157 h 2896571"/>
              <a:gd name="connsiteX3" fmla="*/ 936446 w 5676421"/>
              <a:gd name="connsiteY3" fmla="*/ 2896571 h 2896571"/>
              <a:gd name="connsiteX4" fmla="*/ 0 w 5676421"/>
              <a:gd name="connsiteY4" fmla="*/ 1908143 h 2896571"/>
              <a:gd name="connsiteX0" fmla="*/ 0 w 5727001"/>
              <a:gd name="connsiteY0" fmla="*/ 1908143 h 2896571"/>
              <a:gd name="connsiteX1" fmla="*/ 2681771 w 5727001"/>
              <a:gd name="connsiteY1" fmla="*/ 0 h 2896571"/>
              <a:gd name="connsiteX2" fmla="*/ 5727001 w 5727001"/>
              <a:gd name="connsiteY2" fmla="*/ 2842157 h 2896571"/>
              <a:gd name="connsiteX3" fmla="*/ 936446 w 5727001"/>
              <a:gd name="connsiteY3" fmla="*/ 2896571 h 2896571"/>
              <a:gd name="connsiteX4" fmla="*/ 0 w 5727001"/>
              <a:gd name="connsiteY4" fmla="*/ 1908143 h 2896571"/>
              <a:gd name="connsiteX0" fmla="*/ 0 w 5727001"/>
              <a:gd name="connsiteY0" fmla="*/ 1908143 h 2896571"/>
              <a:gd name="connsiteX1" fmla="*/ 2681771 w 5727001"/>
              <a:gd name="connsiteY1" fmla="*/ 0 h 2896571"/>
              <a:gd name="connsiteX2" fmla="*/ 5727001 w 5727001"/>
              <a:gd name="connsiteY2" fmla="*/ 2872505 h 2896571"/>
              <a:gd name="connsiteX3" fmla="*/ 936446 w 5727001"/>
              <a:gd name="connsiteY3" fmla="*/ 2896571 h 2896571"/>
              <a:gd name="connsiteX4" fmla="*/ 0 w 5727001"/>
              <a:gd name="connsiteY4" fmla="*/ 1908143 h 2896571"/>
              <a:gd name="connsiteX0" fmla="*/ 0 w 5716885"/>
              <a:gd name="connsiteY0" fmla="*/ 1908143 h 2896571"/>
              <a:gd name="connsiteX1" fmla="*/ 2681771 w 5716885"/>
              <a:gd name="connsiteY1" fmla="*/ 0 h 2896571"/>
              <a:gd name="connsiteX2" fmla="*/ 5716885 w 5716885"/>
              <a:gd name="connsiteY2" fmla="*/ 2852273 h 2896571"/>
              <a:gd name="connsiteX3" fmla="*/ 936446 w 5716885"/>
              <a:gd name="connsiteY3" fmla="*/ 2896571 h 2896571"/>
              <a:gd name="connsiteX4" fmla="*/ 0 w 5716885"/>
              <a:gd name="connsiteY4" fmla="*/ 1908143 h 2896571"/>
              <a:gd name="connsiteX0" fmla="*/ 0 w 5716885"/>
              <a:gd name="connsiteY0" fmla="*/ 1867679 h 2856107"/>
              <a:gd name="connsiteX1" fmla="*/ 2661539 w 5716885"/>
              <a:gd name="connsiteY1" fmla="*/ 0 h 2856107"/>
              <a:gd name="connsiteX2" fmla="*/ 5716885 w 5716885"/>
              <a:gd name="connsiteY2" fmla="*/ 2811809 h 2856107"/>
              <a:gd name="connsiteX3" fmla="*/ 936446 w 5716885"/>
              <a:gd name="connsiteY3" fmla="*/ 2856107 h 2856107"/>
              <a:gd name="connsiteX4" fmla="*/ 0 w 5716885"/>
              <a:gd name="connsiteY4" fmla="*/ 1867679 h 2856107"/>
              <a:gd name="connsiteX0" fmla="*/ 0 w 5716885"/>
              <a:gd name="connsiteY0" fmla="*/ 1898027 h 2886455"/>
              <a:gd name="connsiteX1" fmla="*/ 2681771 w 5716885"/>
              <a:gd name="connsiteY1" fmla="*/ 0 h 2886455"/>
              <a:gd name="connsiteX2" fmla="*/ 5716885 w 5716885"/>
              <a:gd name="connsiteY2" fmla="*/ 2842157 h 2886455"/>
              <a:gd name="connsiteX3" fmla="*/ 936446 w 5716885"/>
              <a:gd name="connsiteY3" fmla="*/ 2886455 h 2886455"/>
              <a:gd name="connsiteX4" fmla="*/ 0 w 5716885"/>
              <a:gd name="connsiteY4" fmla="*/ 1898027 h 2886455"/>
              <a:gd name="connsiteX0" fmla="*/ 0 w 5686537"/>
              <a:gd name="connsiteY0" fmla="*/ 1948607 h 2886455"/>
              <a:gd name="connsiteX1" fmla="*/ 2651423 w 5686537"/>
              <a:gd name="connsiteY1" fmla="*/ 0 h 2886455"/>
              <a:gd name="connsiteX2" fmla="*/ 5686537 w 5686537"/>
              <a:gd name="connsiteY2" fmla="*/ 2842157 h 2886455"/>
              <a:gd name="connsiteX3" fmla="*/ 906098 w 5686537"/>
              <a:gd name="connsiteY3" fmla="*/ 2886455 h 2886455"/>
              <a:gd name="connsiteX4" fmla="*/ 0 w 5686537"/>
              <a:gd name="connsiteY4" fmla="*/ 1948607 h 2886455"/>
              <a:gd name="connsiteX0" fmla="*/ 0 w 5565144"/>
              <a:gd name="connsiteY0" fmla="*/ 2059884 h 2886455"/>
              <a:gd name="connsiteX1" fmla="*/ 2530030 w 5565144"/>
              <a:gd name="connsiteY1" fmla="*/ 0 h 2886455"/>
              <a:gd name="connsiteX2" fmla="*/ 5565144 w 5565144"/>
              <a:gd name="connsiteY2" fmla="*/ 2842157 h 2886455"/>
              <a:gd name="connsiteX3" fmla="*/ 784705 w 5565144"/>
              <a:gd name="connsiteY3" fmla="*/ 2886455 h 2886455"/>
              <a:gd name="connsiteX4" fmla="*/ 0 w 5565144"/>
              <a:gd name="connsiteY4" fmla="*/ 2059884 h 2886455"/>
              <a:gd name="connsiteX0" fmla="*/ 0 w 5585376"/>
              <a:gd name="connsiteY0" fmla="*/ 2059884 h 2886455"/>
              <a:gd name="connsiteX1" fmla="*/ 2530030 w 5585376"/>
              <a:gd name="connsiteY1" fmla="*/ 0 h 2886455"/>
              <a:gd name="connsiteX2" fmla="*/ 5585376 w 5585376"/>
              <a:gd name="connsiteY2" fmla="*/ 2862389 h 2886455"/>
              <a:gd name="connsiteX3" fmla="*/ 784705 w 5585376"/>
              <a:gd name="connsiteY3" fmla="*/ 2886455 h 2886455"/>
              <a:gd name="connsiteX4" fmla="*/ 0 w 5585376"/>
              <a:gd name="connsiteY4" fmla="*/ 2059884 h 2886455"/>
              <a:gd name="connsiteX0" fmla="*/ 0 w 5635956"/>
              <a:gd name="connsiteY0" fmla="*/ 2059884 h 2886455"/>
              <a:gd name="connsiteX1" fmla="*/ 2530030 w 5635956"/>
              <a:gd name="connsiteY1" fmla="*/ 0 h 2886455"/>
              <a:gd name="connsiteX2" fmla="*/ 5635956 w 5635956"/>
              <a:gd name="connsiteY2" fmla="*/ 2872505 h 2886455"/>
              <a:gd name="connsiteX3" fmla="*/ 784705 w 5635956"/>
              <a:gd name="connsiteY3" fmla="*/ 2886455 h 2886455"/>
              <a:gd name="connsiteX4" fmla="*/ 0 w 5635956"/>
              <a:gd name="connsiteY4" fmla="*/ 2059884 h 2886455"/>
              <a:gd name="connsiteX0" fmla="*/ 0 w 5762407"/>
              <a:gd name="connsiteY0" fmla="*/ 1899713 h 2886455"/>
              <a:gd name="connsiteX1" fmla="*/ 2656481 w 5762407"/>
              <a:gd name="connsiteY1" fmla="*/ 0 h 2886455"/>
              <a:gd name="connsiteX2" fmla="*/ 5762407 w 5762407"/>
              <a:gd name="connsiteY2" fmla="*/ 2872505 h 2886455"/>
              <a:gd name="connsiteX3" fmla="*/ 911156 w 5762407"/>
              <a:gd name="connsiteY3" fmla="*/ 2886455 h 2886455"/>
              <a:gd name="connsiteX4" fmla="*/ 0 w 5762407"/>
              <a:gd name="connsiteY4" fmla="*/ 1899713 h 2886455"/>
              <a:gd name="connsiteX0" fmla="*/ 0 w 5762407"/>
              <a:gd name="connsiteY0" fmla="*/ 1899713 h 2886455"/>
              <a:gd name="connsiteX1" fmla="*/ 2656481 w 5762407"/>
              <a:gd name="connsiteY1" fmla="*/ 0 h 2886455"/>
              <a:gd name="connsiteX2" fmla="*/ 5762407 w 5762407"/>
              <a:gd name="connsiteY2" fmla="*/ 2872505 h 2886455"/>
              <a:gd name="connsiteX3" fmla="*/ 911156 w 5762407"/>
              <a:gd name="connsiteY3" fmla="*/ 2886455 h 2886455"/>
              <a:gd name="connsiteX4" fmla="*/ 0 w 5762407"/>
              <a:gd name="connsiteY4" fmla="*/ 1899713 h 2886455"/>
              <a:gd name="connsiteX0" fmla="*/ 0 w 5769151"/>
              <a:gd name="connsiteY0" fmla="*/ 1919945 h 2886455"/>
              <a:gd name="connsiteX1" fmla="*/ 2663225 w 5769151"/>
              <a:gd name="connsiteY1" fmla="*/ 0 h 2886455"/>
              <a:gd name="connsiteX2" fmla="*/ 5769151 w 5769151"/>
              <a:gd name="connsiteY2" fmla="*/ 2872505 h 2886455"/>
              <a:gd name="connsiteX3" fmla="*/ 917900 w 5769151"/>
              <a:gd name="connsiteY3" fmla="*/ 2886455 h 2886455"/>
              <a:gd name="connsiteX4" fmla="*/ 0 w 5769151"/>
              <a:gd name="connsiteY4" fmla="*/ 1919945 h 2886455"/>
              <a:gd name="connsiteX0" fmla="*/ 0 w 5769151"/>
              <a:gd name="connsiteY0" fmla="*/ 1899713 h 2866223"/>
              <a:gd name="connsiteX1" fmla="*/ 2656482 w 5769151"/>
              <a:gd name="connsiteY1" fmla="*/ 0 h 2866223"/>
              <a:gd name="connsiteX2" fmla="*/ 5769151 w 5769151"/>
              <a:gd name="connsiteY2" fmla="*/ 2852273 h 2866223"/>
              <a:gd name="connsiteX3" fmla="*/ 917900 w 5769151"/>
              <a:gd name="connsiteY3" fmla="*/ 2866223 h 2866223"/>
              <a:gd name="connsiteX4" fmla="*/ 0 w 5769151"/>
              <a:gd name="connsiteY4" fmla="*/ 1899713 h 2866223"/>
              <a:gd name="connsiteX0" fmla="*/ 0 w 5769151"/>
              <a:gd name="connsiteY0" fmla="*/ 1899713 h 2872967"/>
              <a:gd name="connsiteX1" fmla="*/ 2656482 w 5769151"/>
              <a:gd name="connsiteY1" fmla="*/ 0 h 2872967"/>
              <a:gd name="connsiteX2" fmla="*/ 5769151 w 5769151"/>
              <a:gd name="connsiteY2" fmla="*/ 2852273 h 2872967"/>
              <a:gd name="connsiteX3" fmla="*/ 911157 w 5769151"/>
              <a:gd name="connsiteY3" fmla="*/ 2872967 h 2872967"/>
              <a:gd name="connsiteX4" fmla="*/ 0 w 5769151"/>
              <a:gd name="connsiteY4" fmla="*/ 1899713 h 2872967"/>
              <a:gd name="connsiteX0" fmla="*/ 0 w 5769151"/>
              <a:gd name="connsiteY0" fmla="*/ 1899713 h 2879711"/>
              <a:gd name="connsiteX1" fmla="*/ 2656482 w 5769151"/>
              <a:gd name="connsiteY1" fmla="*/ 0 h 2879711"/>
              <a:gd name="connsiteX2" fmla="*/ 5769151 w 5769151"/>
              <a:gd name="connsiteY2" fmla="*/ 2852273 h 2879711"/>
              <a:gd name="connsiteX3" fmla="*/ 911157 w 5769151"/>
              <a:gd name="connsiteY3" fmla="*/ 2879711 h 2879711"/>
              <a:gd name="connsiteX4" fmla="*/ 0 w 5769151"/>
              <a:gd name="connsiteY4" fmla="*/ 1899713 h 2879711"/>
              <a:gd name="connsiteX0" fmla="*/ 0 w 5769151"/>
              <a:gd name="connsiteY0" fmla="*/ 1988229 h 2968227"/>
              <a:gd name="connsiteX1" fmla="*/ 2669127 w 5769151"/>
              <a:gd name="connsiteY1" fmla="*/ 0 h 2968227"/>
              <a:gd name="connsiteX2" fmla="*/ 5769151 w 5769151"/>
              <a:gd name="connsiteY2" fmla="*/ 2940789 h 2968227"/>
              <a:gd name="connsiteX3" fmla="*/ 911157 w 5769151"/>
              <a:gd name="connsiteY3" fmla="*/ 2968227 h 2968227"/>
              <a:gd name="connsiteX4" fmla="*/ 0 w 5769151"/>
              <a:gd name="connsiteY4" fmla="*/ 1988229 h 2968227"/>
              <a:gd name="connsiteX0" fmla="*/ 0 w 5769151"/>
              <a:gd name="connsiteY0" fmla="*/ 1962939 h 2942937"/>
              <a:gd name="connsiteX1" fmla="*/ 2694417 w 5769151"/>
              <a:gd name="connsiteY1" fmla="*/ 0 h 2942937"/>
              <a:gd name="connsiteX2" fmla="*/ 5769151 w 5769151"/>
              <a:gd name="connsiteY2" fmla="*/ 2915499 h 2942937"/>
              <a:gd name="connsiteX3" fmla="*/ 911157 w 5769151"/>
              <a:gd name="connsiteY3" fmla="*/ 2942937 h 2942937"/>
              <a:gd name="connsiteX4" fmla="*/ 0 w 5769151"/>
              <a:gd name="connsiteY4" fmla="*/ 1962939 h 2942937"/>
              <a:gd name="connsiteX0" fmla="*/ 0 w 5769151"/>
              <a:gd name="connsiteY0" fmla="*/ 2013519 h 2942937"/>
              <a:gd name="connsiteX1" fmla="*/ 2694417 w 5769151"/>
              <a:gd name="connsiteY1" fmla="*/ 0 h 2942937"/>
              <a:gd name="connsiteX2" fmla="*/ 5769151 w 5769151"/>
              <a:gd name="connsiteY2" fmla="*/ 2915499 h 2942937"/>
              <a:gd name="connsiteX3" fmla="*/ 911157 w 5769151"/>
              <a:gd name="connsiteY3" fmla="*/ 2942937 h 2942937"/>
              <a:gd name="connsiteX4" fmla="*/ 0 w 5769151"/>
              <a:gd name="connsiteY4" fmla="*/ 2013519 h 2942937"/>
              <a:gd name="connsiteX0" fmla="*/ 0 w 5503605"/>
              <a:gd name="connsiteY0" fmla="*/ 2317001 h 2942937"/>
              <a:gd name="connsiteX1" fmla="*/ 2428871 w 5503605"/>
              <a:gd name="connsiteY1" fmla="*/ 0 h 2942937"/>
              <a:gd name="connsiteX2" fmla="*/ 5503605 w 5503605"/>
              <a:gd name="connsiteY2" fmla="*/ 2915499 h 2942937"/>
              <a:gd name="connsiteX3" fmla="*/ 645611 w 5503605"/>
              <a:gd name="connsiteY3" fmla="*/ 2942937 h 2942937"/>
              <a:gd name="connsiteX4" fmla="*/ 0 w 5503605"/>
              <a:gd name="connsiteY4" fmla="*/ 2317001 h 2942937"/>
              <a:gd name="connsiteX0" fmla="*/ 0 w 5503605"/>
              <a:gd name="connsiteY0" fmla="*/ 2317001 h 2942937"/>
              <a:gd name="connsiteX1" fmla="*/ 2428871 w 5503605"/>
              <a:gd name="connsiteY1" fmla="*/ 0 h 2942937"/>
              <a:gd name="connsiteX2" fmla="*/ 5503605 w 5503605"/>
              <a:gd name="connsiteY2" fmla="*/ 2915499 h 2942937"/>
              <a:gd name="connsiteX3" fmla="*/ 645611 w 5503605"/>
              <a:gd name="connsiteY3" fmla="*/ 2942937 h 2942937"/>
              <a:gd name="connsiteX4" fmla="*/ 0 w 5503605"/>
              <a:gd name="connsiteY4" fmla="*/ 2317001 h 2942937"/>
              <a:gd name="connsiteX0" fmla="*/ 0 w 5503605"/>
              <a:gd name="connsiteY0" fmla="*/ 2317001 h 2942937"/>
              <a:gd name="connsiteX1" fmla="*/ 2428871 w 5503605"/>
              <a:gd name="connsiteY1" fmla="*/ 0 h 2942937"/>
              <a:gd name="connsiteX2" fmla="*/ 5503605 w 5503605"/>
              <a:gd name="connsiteY2" fmla="*/ 2915499 h 2942937"/>
              <a:gd name="connsiteX3" fmla="*/ 860578 w 5503605"/>
              <a:gd name="connsiteY3" fmla="*/ 2942937 h 2942937"/>
              <a:gd name="connsiteX4" fmla="*/ 0 w 5503605"/>
              <a:gd name="connsiteY4" fmla="*/ 2317001 h 2942937"/>
              <a:gd name="connsiteX0" fmla="*/ 0 w 5364509"/>
              <a:gd name="connsiteY0" fmla="*/ 2215840 h 2942937"/>
              <a:gd name="connsiteX1" fmla="*/ 2289775 w 5364509"/>
              <a:gd name="connsiteY1" fmla="*/ 0 h 2942937"/>
              <a:gd name="connsiteX2" fmla="*/ 5364509 w 5364509"/>
              <a:gd name="connsiteY2" fmla="*/ 2915499 h 2942937"/>
              <a:gd name="connsiteX3" fmla="*/ 721482 w 5364509"/>
              <a:gd name="connsiteY3" fmla="*/ 2942937 h 2942937"/>
              <a:gd name="connsiteX4" fmla="*/ 0 w 5364509"/>
              <a:gd name="connsiteY4" fmla="*/ 2215840 h 2942937"/>
              <a:gd name="connsiteX0" fmla="*/ 0 w 5364509"/>
              <a:gd name="connsiteY0" fmla="*/ 2215840 h 2915499"/>
              <a:gd name="connsiteX1" fmla="*/ 2289775 w 5364509"/>
              <a:gd name="connsiteY1" fmla="*/ 0 h 2915499"/>
              <a:gd name="connsiteX2" fmla="*/ 5364509 w 5364509"/>
              <a:gd name="connsiteY2" fmla="*/ 2915499 h 2915499"/>
              <a:gd name="connsiteX3" fmla="*/ 0 w 5364509"/>
              <a:gd name="connsiteY3" fmla="*/ 2215840 h 2915499"/>
              <a:gd name="connsiteX0" fmla="*/ 0 w 5327774"/>
              <a:gd name="connsiteY0" fmla="*/ 2348085 h 2915499"/>
              <a:gd name="connsiteX1" fmla="*/ 2253040 w 5327774"/>
              <a:gd name="connsiteY1" fmla="*/ 0 h 2915499"/>
              <a:gd name="connsiteX2" fmla="*/ 5327774 w 5327774"/>
              <a:gd name="connsiteY2" fmla="*/ 2915499 h 2915499"/>
              <a:gd name="connsiteX3" fmla="*/ 0 w 5327774"/>
              <a:gd name="connsiteY3" fmla="*/ 2348085 h 2915499"/>
              <a:gd name="connsiteX0" fmla="*/ 0 w 4695932"/>
              <a:gd name="connsiteY0" fmla="*/ 2348085 h 2348085"/>
              <a:gd name="connsiteX1" fmla="*/ 2253040 w 4695932"/>
              <a:gd name="connsiteY1" fmla="*/ 0 h 2348085"/>
              <a:gd name="connsiteX2" fmla="*/ 4695932 w 4695932"/>
              <a:gd name="connsiteY2" fmla="*/ 2320392 h 2348085"/>
              <a:gd name="connsiteX3" fmla="*/ 0 w 4695932"/>
              <a:gd name="connsiteY3" fmla="*/ 2348085 h 2348085"/>
              <a:gd name="connsiteX0" fmla="*/ 0 w 4695932"/>
              <a:gd name="connsiteY0" fmla="*/ 2460076 h 2460076"/>
              <a:gd name="connsiteX1" fmla="*/ 2358807 w 4695932"/>
              <a:gd name="connsiteY1" fmla="*/ 0 h 2460076"/>
              <a:gd name="connsiteX2" fmla="*/ 4695932 w 4695932"/>
              <a:gd name="connsiteY2" fmla="*/ 2432383 h 2460076"/>
              <a:gd name="connsiteX3" fmla="*/ 0 w 4695932"/>
              <a:gd name="connsiteY3" fmla="*/ 2460076 h 2460076"/>
              <a:gd name="connsiteX0" fmla="*/ 0 w 4695932"/>
              <a:gd name="connsiteY0" fmla="*/ 2377949 h 2377949"/>
              <a:gd name="connsiteX1" fmla="*/ 2288296 w 4695932"/>
              <a:gd name="connsiteY1" fmla="*/ 0 h 2377949"/>
              <a:gd name="connsiteX2" fmla="*/ 4695932 w 4695932"/>
              <a:gd name="connsiteY2" fmla="*/ 2350256 h 2377949"/>
              <a:gd name="connsiteX3" fmla="*/ 0 w 4695932"/>
              <a:gd name="connsiteY3" fmla="*/ 2377949 h 2377949"/>
              <a:gd name="connsiteX0" fmla="*/ 0 w 4646574"/>
              <a:gd name="connsiteY0" fmla="*/ 2377949 h 2377949"/>
              <a:gd name="connsiteX1" fmla="*/ 2288296 w 4646574"/>
              <a:gd name="connsiteY1" fmla="*/ 0 h 2377949"/>
              <a:gd name="connsiteX2" fmla="*/ 4646574 w 4646574"/>
              <a:gd name="connsiteY2" fmla="*/ 2350256 h 2377949"/>
              <a:gd name="connsiteX3" fmla="*/ 0 w 4646574"/>
              <a:gd name="connsiteY3" fmla="*/ 2377949 h 2377949"/>
              <a:gd name="connsiteX0" fmla="*/ 0 w 5491143"/>
              <a:gd name="connsiteY0" fmla="*/ 2423575 h 2423575"/>
              <a:gd name="connsiteX1" fmla="*/ 3132865 w 5491143"/>
              <a:gd name="connsiteY1" fmla="*/ 0 h 2423575"/>
              <a:gd name="connsiteX2" fmla="*/ 5491143 w 5491143"/>
              <a:gd name="connsiteY2" fmla="*/ 2350256 h 2423575"/>
              <a:gd name="connsiteX3" fmla="*/ 0 w 5491143"/>
              <a:gd name="connsiteY3" fmla="*/ 2423575 h 2423575"/>
              <a:gd name="connsiteX0" fmla="*/ 0 w 5439435"/>
              <a:gd name="connsiteY0" fmla="*/ 2423575 h 2423575"/>
              <a:gd name="connsiteX1" fmla="*/ 3132865 w 5439435"/>
              <a:gd name="connsiteY1" fmla="*/ 0 h 2423575"/>
              <a:gd name="connsiteX2" fmla="*/ 5439435 w 5439435"/>
              <a:gd name="connsiteY2" fmla="*/ 2359381 h 2423575"/>
              <a:gd name="connsiteX3" fmla="*/ 0 w 5439435"/>
              <a:gd name="connsiteY3" fmla="*/ 2423575 h 2423575"/>
              <a:gd name="connsiteX0" fmla="*/ 0 w 5482525"/>
              <a:gd name="connsiteY0" fmla="*/ 2423575 h 2423575"/>
              <a:gd name="connsiteX1" fmla="*/ 3132865 w 5482525"/>
              <a:gd name="connsiteY1" fmla="*/ 0 h 2423575"/>
              <a:gd name="connsiteX2" fmla="*/ 5482525 w 5482525"/>
              <a:gd name="connsiteY2" fmla="*/ 2414133 h 2423575"/>
              <a:gd name="connsiteX3" fmla="*/ 0 w 5482525"/>
              <a:gd name="connsiteY3" fmla="*/ 2423575 h 2423575"/>
              <a:gd name="connsiteX0" fmla="*/ 0 w 5491143"/>
              <a:gd name="connsiteY0" fmla="*/ 2405325 h 2414133"/>
              <a:gd name="connsiteX1" fmla="*/ 3141483 w 5491143"/>
              <a:gd name="connsiteY1" fmla="*/ 0 h 2414133"/>
              <a:gd name="connsiteX2" fmla="*/ 5491143 w 5491143"/>
              <a:gd name="connsiteY2" fmla="*/ 2414133 h 2414133"/>
              <a:gd name="connsiteX3" fmla="*/ 0 w 5491143"/>
              <a:gd name="connsiteY3" fmla="*/ 2405325 h 2414133"/>
              <a:gd name="connsiteX0" fmla="*/ 0 w 5516997"/>
              <a:gd name="connsiteY0" fmla="*/ 2405325 h 2405325"/>
              <a:gd name="connsiteX1" fmla="*/ 3141483 w 5516997"/>
              <a:gd name="connsiteY1" fmla="*/ 0 h 2405325"/>
              <a:gd name="connsiteX2" fmla="*/ 5516997 w 5516997"/>
              <a:gd name="connsiteY2" fmla="*/ 2395882 h 2405325"/>
              <a:gd name="connsiteX3" fmla="*/ 0 w 5516997"/>
              <a:gd name="connsiteY3" fmla="*/ 2405325 h 2405325"/>
              <a:gd name="connsiteX0" fmla="*/ 0 w 5524753"/>
              <a:gd name="connsiteY0" fmla="*/ 2413538 h 2413538"/>
              <a:gd name="connsiteX1" fmla="*/ 3149239 w 5524753"/>
              <a:gd name="connsiteY1" fmla="*/ 0 h 2413538"/>
              <a:gd name="connsiteX2" fmla="*/ 5524753 w 5524753"/>
              <a:gd name="connsiteY2" fmla="*/ 2395882 h 2413538"/>
              <a:gd name="connsiteX3" fmla="*/ 0 w 5524753"/>
              <a:gd name="connsiteY3" fmla="*/ 2413538 h 2413538"/>
              <a:gd name="connsiteX0" fmla="*/ 0 w 5435258"/>
              <a:gd name="connsiteY0" fmla="*/ 2413538 h 2413538"/>
              <a:gd name="connsiteX1" fmla="*/ 3149239 w 5435258"/>
              <a:gd name="connsiteY1" fmla="*/ 0 h 2413538"/>
              <a:gd name="connsiteX2" fmla="*/ 5435258 w 5435258"/>
              <a:gd name="connsiteY2" fmla="*/ 2370611 h 2413538"/>
              <a:gd name="connsiteX3" fmla="*/ 0 w 5435258"/>
              <a:gd name="connsiteY3" fmla="*/ 2413538 h 2413538"/>
              <a:gd name="connsiteX0" fmla="*/ 0 w 5314114"/>
              <a:gd name="connsiteY0" fmla="*/ 2413538 h 2413538"/>
              <a:gd name="connsiteX1" fmla="*/ 3149239 w 5314114"/>
              <a:gd name="connsiteY1" fmla="*/ 0 h 2413538"/>
              <a:gd name="connsiteX2" fmla="*/ 5314114 w 5314114"/>
              <a:gd name="connsiteY2" fmla="*/ 2257604 h 2413538"/>
              <a:gd name="connsiteX3" fmla="*/ 0 w 5314114"/>
              <a:gd name="connsiteY3" fmla="*/ 2413538 h 2413538"/>
              <a:gd name="connsiteX0" fmla="*/ 0 w 5206430"/>
              <a:gd name="connsiteY0" fmla="*/ 2277929 h 2277929"/>
              <a:gd name="connsiteX1" fmla="*/ 3041555 w 5206430"/>
              <a:gd name="connsiteY1" fmla="*/ 0 h 2277929"/>
              <a:gd name="connsiteX2" fmla="*/ 5206430 w 5206430"/>
              <a:gd name="connsiteY2" fmla="*/ 2257604 h 2277929"/>
              <a:gd name="connsiteX3" fmla="*/ 0 w 5206430"/>
              <a:gd name="connsiteY3" fmla="*/ 2277929 h 2277929"/>
              <a:gd name="connsiteX0" fmla="*/ 0 w 5219891"/>
              <a:gd name="connsiteY0" fmla="*/ 2277929 h 2277929"/>
              <a:gd name="connsiteX1" fmla="*/ 3041555 w 5219891"/>
              <a:gd name="connsiteY1" fmla="*/ 0 h 2277929"/>
              <a:gd name="connsiteX2" fmla="*/ 5219891 w 5219891"/>
              <a:gd name="connsiteY2" fmla="*/ 2257604 h 2277929"/>
              <a:gd name="connsiteX3" fmla="*/ 0 w 5219891"/>
              <a:gd name="connsiteY3" fmla="*/ 2277929 h 2277929"/>
              <a:gd name="connsiteX0" fmla="*/ 0 w 5246811"/>
              <a:gd name="connsiteY0" fmla="*/ 2277929 h 2277929"/>
              <a:gd name="connsiteX1" fmla="*/ 3041555 w 5246811"/>
              <a:gd name="connsiteY1" fmla="*/ 0 h 2277929"/>
              <a:gd name="connsiteX2" fmla="*/ 5246811 w 5246811"/>
              <a:gd name="connsiteY2" fmla="*/ 2257604 h 2277929"/>
              <a:gd name="connsiteX3" fmla="*/ 0 w 5246811"/>
              <a:gd name="connsiteY3" fmla="*/ 2277929 h 2277929"/>
              <a:gd name="connsiteX0" fmla="*/ 0 w 5246811"/>
              <a:gd name="connsiteY0" fmla="*/ 2284743 h 2284743"/>
              <a:gd name="connsiteX1" fmla="*/ 3041555 w 5246811"/>
              <a:gd name="connsiteY1" fmla="*/ 0 h 2284743"/>
              <a:gd name="connsiteX2" fmla="*/ 5246811 w 5246811"/>
              <a:gd name="connsiteY2" fmla="*/ 2264418 h 2284743"/>
              <a:gd name="connsiteX3" fmla="*/ 0 w 5246811"/>
              <a:gd name="connsiteY3" fmla="*/ 2284743 h 2284743"/>
              <a:gd name="connsiteX0" fmla="*/ 0 w 5222463"/>
              <a:gd name="connsiteY0" fmla="*/ 2298370 h 2298370"/>
              <a:gd name="connsiteX1" fmla="*/ 3017207 w 5222463"/>
              <a:gd name="connsiteY1" fmla="*/ 0 h 2298370"/>
              <a:gd name="connsiteX2" fmla="*/ 5222463 w 5222463"/>
              <a:gd name="connsiteY2" fmla="*/ 2264418 h 2298370"/>
              <a:gd name="connsiteX3" fmla="*/ 0 w 5222463"/>
              <a:gd name="connsiteY3" fmla="*/ 2298370 h 2298370"/>
              <a:gd name="connsiteX0" fmla="*/ 0 w 5198115"/>
              <a:gd name="connsiteY0" fmla="*/ 2298370 h 2298370"/>
              <a:gd name="connsiteX1" fmla="*/ 3017207 w 5198115"/>
              <a:gd name="connsiteY1" fmla="*/ 0 h 2298370"/>
              <a:gd name="connsiteX2" fmla="*/ 5198115 w 5198115"/>
              <a:gd name="connsiteY2" fmla="*/ 2271232 h 2298370"/>
              <a:gd name="connsiteX3" fmla="*/ 0 w 5198115"/>
              <a:gd name="connsiteY3" fmla="*/ 2298370 h 2298370"/>
              <a:gd name="connsiteX0" fmla="*/ 0 w 5198115"/>
              <a:gd name="connsiteY0" fmla="*/ 2293222 h 2293222"/>
              <a:gd name="connsiteX1" fmla="*/ 2998811 w 5198115"/>
              <a:gd name="connsiteY1" fmla="*/ 0 h 2293222"/>
              <a:gd name="connsiteX2" fmla="*/ 5198115 w 5198115"/>
              <a:gd name="connsiteY2" fmla="*/ 2266084 h 2293222"/>
              <a:gd name="connsiteX3" fmla="*/ 0 w 5198115"/>
              <a:gd name="connsiteY3" fmla="*/ 2293222 h 2293222"/>
              <a:gd name="connsiteX0" fmla="*/ 0 w 5198115"/>
              <a:gd name="connsiteY0" fmla="*/ 2293222 h 2293222"/>
              <a:gd name="connsiteX1" fmla="*/ 2998811 w 5198115"/>
              <a:gd name="connsiteY1" fmla="*/ 0 h 2293222"/>
              <a:gd name="connsiteX2" fmla="*/ 5198115 w 5198115"/>
              <a:gd name="connsiteY2" fmla="*/ 2255788 h 2293222"/>
              <a:gd name="connsiteX3" fmla="*/ 0 w 5198115"/>
              <a:gd name="connsiteY3" fmla="*/ 2293222 h 2293222"/>
              <a:gd name="connsiteX0" fmla="*/ 0 w 5179719"/>
              <a:gd name="connsiteY0" fmla="*/ 2293222 h 2293222"/>
              <a:gd name="connsiteX1" fmla="*/ 2998811 w 5179719"/>
              <a:gd name="connsiteY1" fmla="*/ 0 h 2293222"/>
              <a:gd name="connsiteX2" fmla="*/ 5179719 w 5179719"/>
              <a:gd name="connsiteY2" fmla="*/ 2255788 h 2293222"/>
              <a:gd name="connsiteX3" fmla="*/ 0 w 5179719"/>
              <a:gd name="connsiteY3" fmla="*/ 2293222 h 2293222"/>
              <a:gd name="connsiteX0" fmla="*/ 0 w 5210379"/>
              <a:gd name="connsiteY0" fmla="*/ 2293222 h 2293222"/>
              <a:gd name="connsiteX1" fmla="*/ 2998811 w 5210379"/>
              <a:gd name="connsiteY1" fmla="*/ 0 h 2293222"/>
              <a:gd name="connsiteX2" fmla="*/ 5210379 w 5210379"/>
              <a:gd name="connsiteY2" fmla="*/ 2255788 h 2293222"/>
              <a:gd name="connsiteX3" fmla="*/ 0 w 5210379"/>
              <a:gd name="connsiteY3" fmla="*/ 2293222 h 2293222"/>
              <a:gd name="connsiteX0" fmla="*/ 0 w 5165070"/>
              <a:gd name="connsiteY0" fmla="*/ 2254611 h 2255788"/>
              <a:gd name="connsiteX1" fmla="*/ 2953502 w 5165070"/>
              <a:gd name="connsiteY1" fmla="*/ 0 h 2255788"/>
              <a:gd name="connsiteX2" fmla="*/ 5165070 w 5165070"/>
              <a:gd name="connsiteY2" fmla="*/ 2255788 h 2255788"/>
              <a:gd name="connsiteX3" fmla="*/ 0 w 5165070"/>
              <a:gd name="connsiteY3" fmla="*/ 2254611 h 2255788"/>
              <a:gd name="connsiteX0" fmla="*/ 0 w 5138640"/>
              <a:gd name="connsiteY0" fmla="*/ 2241741 h 2255788"/>
              <a:gd name="connsiteX1" fmla="*/ 2927072 w 5138640"/>
              <a:gd name="connsiteY1" fmla="*/ 0 h 2255788"/>
              <a:gd name="connsiteX2" fmla="*/ 5138640 w 5138640"/>
              <a:gd name="connsiteY2" fmla="*/ 2255788 h 2255788"/>
              <a:gd name="connsiteX3" fmla="*/ 0 w 5138640"/>
              <a:gd name="connsiteY3" fmla="*/ 2241741 h 2255788"/>
              <a:gd name="connsiteX0" fmla="*/ 0 w 5149967"/>
              <a:gd name="connsiteY0" fmla="*/ 2251394 h 2255788"/>
              <a:gd name="connsiteX1" fmla="*/ 2938399 w 5149967"/>
              <a:gd name="connsiteY1" fmla="*/ 0 h 2255788"/>
              <a:gd name="connsiteX2" fmla="*/ 5149967 w 5149967"/>
              <a:gd name="connsiteY2" fmla="*/ 2255788 h 2255788"/>
              <a:gd name="connsiteX3" fmla="*/ 0 w 5149967"/>
              <a:gd name="connsiteY3" fmla="*/ 2251394 h 2255788"/>
              <a:gd name="connsiteX0" fmla="*/ 0 w 5161294"/>
              <a:gd name="connsiteY0" fmla="*/ 2251394 h 2255788"/>
              <a:gd name="connsiteX1" fmla="*/ 2949726 w 5161294"/>
              <a:gd name="connsiteY1" fmla="*/ 0 h 2255788"/>
              <a:gd name="connsiteX2" fmla="*/ 5161294 w 5161294"/>
              <a:gd name="connsiteY2" fmla="*/ 2255788 h 2255788"/>
              <a:gd name="connsiteX3" fmla="*/ 0 w 5161294"/>
              <a:gd name="connsiteY3" fmla="*/ 2251394 h 2255788"/>
              <a:gd name="connsiteX0" fmla="*/ 0 w 5161294"/>
              <a:gd name="connsiteY0" fmla="*/ 2246568 h 2250962"/>
              <a:gd name="connsiteX1" fmla="*/ 2955391 w 5161294"/>
              <a:gd name="connsiteY1" fmla="*/ 0 h 2250962"/>
              <a:gd name="connsiteX2" fmla="*/ 5161294 w 5161294"/>
              <a:gd name="connsiteY2" fmla="*/ 2250962 h 2250962"/>
              <a:gd name="connsiteX3" fmla="*/ 0 w 5161294"/>
              <a:gd name="connsiteY3" fmla="*/ 2246568 h 2250962"/>
              <a:gd name="connsiteX0" fmla="*/ 0 w 5149967"/>
              <a:gd name="connsiteY0" fmla="*/ 2246568 h 2246568"/>
              <a:gd name="connsiteX1" fmla="*/ 2955391 w 5149967"/>
              <a:gd name="connsiteY1" fmla="*/ 0 h 2246568"/>
              <a:gd name="connsiteX2" fmla="*/ 5149967 w 5149967"/>
              <a:gd name="connsiteY2" fmla="*/ 2243722 h 2246568"/>
              <a:gd name="connsiteX3" fmla="*/ 0 w 5149967"/>
              <a:gd name="connsiteY3" fmla="*/ 2246568 h 2246568"/>
            </a:gdLst>
            <a:ahLst/>
            <a:cxnLst>
              <a:cxn ang="0">
                <a:pos x="connsiteX0" y="connsiteY0"/>
              </a:cxn>
              <a:cxn ang="0">
                <a:pos x="connsiteX1" y="connsiteY1"/>
              </a:cxn>
              <a:cxn ang="0">
                <a:pos x="connsiteX2" y="connsiteY2"/>
              </a:cxn>
              <a:cxn ang="0">
                <a:pos x="connsiteX3" y="connsiteY3"/>
              </a:cxn>
            </a:cxnLst>
            <a:rect l="l" t="t" r="r" b="b"/>
            <a:pathLst>
              <a:path w="5149967" h="2246568">
                <a:moveTo>
                  <a:pt x="0" y="2246568"/>
                </a:moveTo>
                <a:lnTo>
                  <a:pt x="2955391" y="0"/>
                </a:lnTo>
                <a:lnTo>
                  <a:pt x="5149967" y="2243722"/>
                </a:lnTo>
                <a:lnTo>
                  <a:pt x="0" y="2246568"/>
                </a:lnTo>
                <a:close/>
              </a:path>
            </a:pathLst>
          </a:custGeom>
          <a:solidFill>
            <a:schemeClr val="bg1">
              <a:lumMod val="8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ID" sz="1400" b="1" dirty="0"/>
              <a:t> </a:t>
            </a:r>
          </a:p>
        </p:txBody>
      </p:sp>
    </p:spTree>
    <p:extLst>
      <p:ext uri="{BB962C8B-B14F-4D97-AF65-F5344CB8AC3E}">
        <p14:creationId xmlns:p14="http://schemas.microsoft.com/office/powerpoint/2010/main" val="1551198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4ADB08-1EB9-42B6-AEE5-D0C7695412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D3E007F2-5ECD-4C9C-95FE-E9CAF6A0EE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4AA8F24D-21B0-455E-80A1-1C8917BE12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SG"/>
          </a:p>
        </p:txBody>
      </p:sp>
      <p:sp>
        <p:nvSpPr>
          <p:cNvPr id="5" name="Footer Placeholder 4">
            <a:extLst>
              <a:ext uri="{FF2B5EF4-FFF2-40B4-BE49-F238E27FC236}">
                <a16:creationId xmlns:a16="http://schemas.microsoft.com/office/drawing/2014/main" id="{53774F77-5866-4BE4-909E-22CFEB520A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it-IT"/>
              <a:t>ITI122 Generative AI - PDC in Generative AI &amp; Deep Learning</a:t>
            </a:r>
            <a:endParaRPr lang="en-SG"/>
          </a:p>
        </p:txBody>
      </p:sp>
      <p:sp>
        <p:nvSpPr>
          <p:cNvPr id="6" name="Slide Number Placeholder 5">
            <a:extLst>
              <a:ext uri="{FF2B5EF4-FFF2-40B4-BE49-F238E27FC236}">
                <a16:creationId xmlns:a16="http://schemas.microsoft.com/office/drawing/2014/main" id="{AC61C9B2-EA38-47FE-848F-FF32C8E846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19DD2C-80DA-488C-99A4-6C8CE83C9C30}" type="slidenum">
              <a:rPr lang="en-SG" smtClean="0"/>
              <a:t>‹#›</a:t>
            </a:fld>
            <a:endParaRPr lang="en-SG"/>
          </a:p>
        </p:txBody>
      </p:sp>
      <p:sp>
        <p:nvSpPr>
          <p:cNvPr id="7" name="MSIPCMContentMarking" descr="{&quot;HashCode&quot;:-2012720162,&quot;Placement&quot;:&quot;Header&quot;,&quot;Top&quot;:0.0,&quot;Left&quot;:0.0,&quot;SlideWidth&quot;:960,&quot;SlideHeight&quot;:540}">
            <a:extLst>
              <a:ext uri="{FF2B5EF4-FFF2-40B4-BE49-F238E27FC236}">
                <a16:creationId xmlns:a16="http://schemas.microsoft.com/office/drawing/2014/main" id="{D9BD36F5-CDDD-89EC-1204-46A113C95B1B}"/>
              </a:ext>
            </a:extLst>
          </p:cNvPr>
          <p:cNvSpPr txBox="1"/>
          <p:nvPr userDrawn="1"/>
        </p:nvSpPr>
        <p:spPr>
          <a:xfrm>
            <a:off x="0" y="0"/>
            <a:ext cx="1033377" cy="262344"/>
          </a:xfrm>
          <a:prstGeom prst="rect">
            <a:avLst/>
          </a:prstGeom>
          <a:noFill/>
        </p:spPr>
        <p:txBody>
          <a:bodyPr vert="horz" wrap="square" lIns="0" tIns="0" rIns="0" bIns="0" rtlCol="0" anchor="ctr" anchorCtr="1">
            <a:spAutoFit/>
          </a:bodyPr>
          <a:lstStyle/>
          <a:p>
            <a:pPr algn="l">
              <a:spcBef>
                <a:spcPts val="0"/>
              </a:spcBef>
              <a:spcAft>
                <a:spcPts val="0"/>
              </a:spcAft>
            </a:pPr>
            <a:r>
              <a:rPr lang="en-SG" sz="1000">
                <a:solidFill>
                  <a:srgbClr val="000000"/>
                </a:solidFill>
                <a:latin typeface="Calibri" panose="020F0502020204030204" pitchFamily="34" charset="0"/>
              </a:rPr>
              <a:t>Official (Open)</a:t>
            </a:r>
          </a:p>
        </p:txBody>
      </p:sp>
    </p:spTree>
    <p:extLst>
      <p:ext uri="{BB962C8B-B14F-4D97-AF65-F5344CB8AC3E}">
        <p14:creationId xmlns:p14="http://schemas.microsoft.com/office/powerpoint/2010/main" val="3516846981"/>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1" r:id="rId12"/>
    <p:sldLayoutId id="2147483692" r:id="rId13"/>
    <p:sldLayoutId id="2147483693" r:id="rId14"/>
    <p:sldLayoutId id="2147483695" r:id="rId15"/>
    <p:sldLayoutId id="2147483696" r:id="rId16"/>
    <p:sldLayoutId id="2147483697" r:id="rId17"/>
    <p:sldLayoutId id="2147483698" r:id="rId18"/>
    <p:sldLayoutId id="2147483699" r:id="rId19"/>
    <p:sldLayoutId id="2147483700" r:id="rId20"/>
    <p:sldLayoutId id="2147483701" r:id="rId2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E785A33-1C05-0A99-DEA3-DBBDF06F2471}"/>
              </a:ext>
            </a:extLst>
          </p:cNvPr>
          <p:cNvSpPr>
            <a:spLocks noGrp="1"/>
          </p:cNvSpPr>
          <p:nvPr>
            <p:ph type="body" sz="quarter" idx="12"/>
          </p:nvPr>
        </p:nvSpPr>
        <p:spPr>
          <a:xfrm>
            <a:off x="203270" y="1076562"/>
            <a:ext cx="6198982" cy="1613597"/>
          </a:xfrm>
        </p:spPr>
        <p:txBody>
          <a:bodyPr>
            <a:normAutofit fontScale="92500" lnSpcReduction="20000"/>
          </a:bodyPr>
          <a:lstStyle/>
          <a:p>
            <a:pPr marL="0" indent="0">
              <a:lnSpc>
                <a:spcPct val="110000"/>
              </a:lnSpc>
              <a:spcAft>
                <a:spcPts val="600"/>
              </a:spcAft>
              <a:buNone/>
            </a:pPr>
            <a:r>
              <a:rPr lang="en-SG" sz="4800" dirty="0"/>
              <a:t>AI Model Optimization:</a:t>
            </a:r>
          </a:p>
          <a:p>
            <a:pPr marL="0" indent="0">
              <a:lnSpc>
                <a:spcPct val="110000"/>
              </a:lnSpc>
              <a:spcAft>
                <a:spcPts val="600"/>
              </a:spcAft>
              <a:buNone/>
            </a:pPr>
            <a:r>
              <a:rPr lang="en-SG" sz="4800" dirty="0"/>
              <a:t>Quantization, Pruning &amp; Beyond</a:t>
            </a:r>
          </a:p>
        </p:txBody>
      </p:sp>
    </p:spTree>
    <p:extLst>
      <p:ext uri="{BB962C8B-B14F-4D97-AF65-F5344CB8AC3E}">
        <p14:creationId xmlns:p14="http://schemas.microsoft.com/office/powerpoint/2010/main" val="34961681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Outcomes</a:t>
            </a:r>
          </a:p>
        </p:txBody>
      </p:sp>
      <p:sp>
        <p:nvSpPr>
          <p:cNvPr id="3" name="Text Placeholder 2"/>
          <p:cNvSpPr>
            <a:spLocks noGrp="1"/>
          </p:cNvSpPr>
          <p:nvPr>
            <p:ph type="body" sz="quarter" idx="11"/>
          </p:nvPr>
        </p:nvSpPr>
        <p:spPr/>
        <p:txBody>
          <a:bodyPr/>
          <a:lstStyle/>
          <a:p>
            <a:r>
              <a:rPr lang="en-US" dirty="0"/>
              <a:t>Upon completion of this session, learners should be able to:</a:t>
            </a:r>
          </a:p>
          <a:p>
            <a:r>
              <a:rPr lang="en-US" dirty="0" b="1"/>
              <a:t>Explain</a:t>
            </a:r>
            <a:r>
              <a:rPr lang="en-US" dirty="0"/>
              <a:t> why trained models need post-training optimization, and the cost/latency/energy trade-offs involved.</a:t>
            </a:r>
          </a:p>
          <a:p>
            <a:r>
              <a:rPr lang="en-US" dirty="0" b="1"/>
              <a:t>Describe</a:t>
            </a:r>
            <a:r>
              <a:rPr lang="en-US" dirty="0"/>
              <a:t> the four core techniques — quantization, pruning, knowledge distillation, and compilation — and what each actually changes.</a:t>
            </a:r>
          </a:p>
          <a:p>
            <a:r>
              <a:rPr lang="en-US" dirty="0" b="1"/>
              <a:t>Apply</a:t>
            </a:r>
            <a:r>
              <a:rPr lang="en-US" dirty="0"/>
              <a:t> a combined optimization pipeline and reason about the accuracy-vs-latency trade-off (Pareto frontier).</a:t>
            </a:r>
          </a:p>
        </p:txBody>
      </p:sp>
      <p:sp>
        <p:nvSpPr>
          <p:cNvPr id="4" name="Footer Placeholder 3"/>
          <p:cNvSpPr>
            <a:spLocks noGrp="1"/>
          </p:cNvSpPr>
          <p:nvPr>
            <p:ph type="ftr" sz="quarter" idx="13"/>
          </p:nvPr>
        </p:nvSpPr>
        <p:spPr/>
        <p:txBody>
          <a:bodyPr/>
          <a:lstStyle/>
          <a:p>
            <a:pPr algn="l"/>
            <a:r>
              <a:rPr lang="it-IT"/>
              <a:t/>
            </a:r>
            <a:endParaRPr lang="en-SG" dirty="0"/>
          </a:p>
        </p:txBody>
      </p:sp>
      <p:sp>
        <p:nvSpPr>
          <p:cNvPr id="5" name="Slide Number Placeholder 4"/>
          <p:cNvSpPr>
            <a:spLocks noGrp="1"/>
          </p:cNvSpPr>
          <p:nvPr>
            <p:ph type="sldNum" sz="quarter" idx="14"/>
          </p:nvPr>
        </p:nvSpPr>
        <p:spPr/>
        <p:txBody>
          <a:bodyPr/>
          <a:lstStyle/>
          <a:p>
            <a:fld id="{CE19DD2C-80DA-488C-99A4-6C8CE83C9C30}" type="slidenum">
              <a:rPr lang="en-SG" smtClean="0"/>
              <a:t>23</a:t>
            </a:fld>
            <a:endParaRPr lang="en-SG"/>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Does Optimization Matter?</a:t>
            </a:r>
          </a:p>
        </p:txBody>
      </p:sp>
      <p:sp>
        <p:nvSpPr>
          <p:cNvPr id="3" name="Text Placeholder 2"/>
          <p:cNvSpPr>
            <a:spLocks noGrp="1"/>
          </p:cNvSpPr>
          <p:nvPr>
            <p:ph type="body" sz="quarter" idx="11"/>
          </p:nvPr>
        </p:nvSpPr>
        <p:spPr/>
        <p:txBody>
          <a:bodyPr/>
          <a:lstStyle/>
          <a:p>
            <a:r>
              <a:rPr lang="en-US" dirty="0"/>
              <a:t>Unoptimized production models are expensive, slow, and energy-hungry.</a:t>
            </a:r>
          </a:p>
          <a:p>
            <a:r>
              <a:rPr lang="en-US" dirty="0" b="1"/>
              <a:t>Cost:</a:t>
            </a:r>
            <a:r>
              <a:rPr lang="en-US" dirty="0"/>
              <a:t> a full optimization stack can bring 10–100× reduction in inference cost — the difference between $10,000 and $100 per day at 10 million inferences.</a:t>
            </a:r>
          </a:p>
          <a:p>
            <a:r>
              <a:rPr lang="en-US" dirty="0" b="1"/>
              <a:t>Size:</a:t>
            </a:r>
            <a:r>
              <a:rPr lang="en-US" dirty="0"/>
              <a:t> BERT-base is 4 GB in FP32; at INT8 it shrinks to about 1 GB — small enough to fit on a mobile device.</a:t>
            </a:r>
          </a:p>
          <a:p>
            <a:r>
              <a:rPr lang="en-US" dirty="0" b="1"/>
              <a:t>Latency:</a:t>
            </a:r>
            <a:r>
              <a:rPr lang="en-US" dirty="0"/>
              <a:t> INT8 quantization alone typically gives 3–5× lower p50 latency on a typical GPU or CPU.</a:t>
            </a:r>
          </a:p>
          <a:p>
            <a:pPr marL="0" indent="0">
              <a:buNone/>
            </a:pPr>
            <a:r>
              <a:rPr lang="en-US" dirty="0" b="1"/>
              <a:t>Sustainability: </a:t>
            </a:r>
            <a:r>
              <a:rPr lang="en-US" dirty="0"/>
              <a:t>GPT-3 training emitted roughly 552 tonnes of CO₂ — every 10× cut in inference cost also cuts energy use and carbon footprint at scale.</a:t>
            </a:r>
          </a:p>
        </p:txBody>
      </p:sp>
      <p:sp>
        <p:nvSpPr>
          <p:cNvPr id="4" name="Footer Placeholder 3"/>
          <p:cNvSpPr>
            <a:spLocks noGrp="1"/>
          </p:cNvSpPr>
          <p:nvPr>
            <p:ph type="ftr" sz="quarter" idx="13"/>
          </p:nvPr>
        </p:nvSpPr>
        <p:spPr/>
        <p:txBody>
          <a:bodyPr/>
          <a:lstStyle/>
          <a:p>
            <a:pPr algn="l"/>
            <a:r>
              <a:rPr lang="it-IT"/>
              <a:t/>
            </a:r>
            <a:endParaRPr lang="en-SG" dirty="0"/>
          </a:p>
        </p:txBody>
      </p:sp>
      <p:sp>
        <p:nvSpPr>
          <p:cNvPr id="5" name="Slide Number Placeholder 4"/>
          <p:cNvSpPr>
            <a:spLocks noGrp="1"/>
          </p:cNvSpPr>
          <p:nvPr>
            <p:ph type="sldNum" sz="quarter" idx="14"/>
          </p:nvPr>
        </p:nvSpPr>
        <p:spPr/>
        <p:txBody>
          <a:bodyPr/>
          <a:lstStyle/>
          <a:p>
            <a:fld id="{CE19DD2C-80DA-488C-99A4-6C8CE83C9C30}" type="slidenum">
              <a:rPr lang="en-SG" smtClean="0"/>
              <a:t>23</a:t>
            </a:fld>
            <a:endParaRPr lang="en-SG"/>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Model Optimization?</a:t>
            </a:r>
          </a:p>
        </p:txBody>
      </p:sp>
      <p:sp>
        <p:nvSpPr>
          <p:cNvPr id="3" name="Text Placeholder 2"/>
          <p:cNvSpPr>
            <a:spLocks noGrp="1"/>
          </p:cNvSpPr>
          <p:nvPr>
            <p:ph type="body" sz="quarter" idx="11"/>
          </p:nvPr>
        </p:nvSpPr>
        <p:spPr/>
        <p:txBody>
          <a:bodyPr/>
          <a:lstStyle/>
          <a:p>
            <a:r>
              <a:rPr lang="en-US" dirty="0"/>
              <a:t>Model optimization is the engineering process of reducing a trained model's latency, memory, and energy cost while preserving as much task performance as possible.</a:t>
            </a:r>
          </a:p>
          <a:p>
            <a:r>
              <a:rPr lang="en-US" dirty="0" b="1"/>
              <a:t>Smaller:</a:t>
            </a:r>
            <a:r>
              <a:rPr lang="en-US" dirty="0"/>
              <a:t> fewer bits per weight means less RAM and storage.</a:t>
            </a:r>
          </a:p>
          <a:p>
            <a:r>
              <a:rPr lang="en-US" dirty="0" b="1"/>
              <a:t>Faster:</a:t>
            </a:r>
            <a:r>
              <a:rPr lang="en-US" dirty="0"/>
              <a:t> fewer operations means lower latency per request.</a:t>
            </a:r>
          </a:p>
          <a:p>
            <a:r>
              <a:rPr lang="en-US" dirty="0" b="1"/>
              <a:t>Cheaper:</a:t>
            </a:r>
            <a:r>
              <a:rPr lang="en-US" dirty="0"/>
              <a:t> less compute means lower cloud or device cost.</a:t>
            </a:r>
          </a:p>
          <a:p>
            <a:pPr marL="0" indent="0">
              <a:buNone/>
            </a:pPr>
            <a:r>
              <a:rPr lang="en-US" dirty="0" b="1"/>
              <a:t>Key insight: </a:t>
            </a:r>
            <a:r>
              <a:rPr lang="en-US" dirty="0"/>
              <a:t>optimization happens AFTER training — you keep the model's learned knowledge but change how it's represented and executed.</a:t>
            </a:r>
          </a:p>
        </p:txBody>
      </p:sp>
      <p:sp>
        <p:nvSpPr>
          <p:cNvPr id="4" name="Footer Placeholder 3"/>
          <p:cNvSpPr>
            <a:spLocks noGrp="1"/>
          </p:cNvSpPr>
          <p:nvPr>
            <p:ph type="ftr" sz="quarter" idx="13"/>
          </p:nvPr>
        </p:nvSpPr>
        <p:spPr/>
        <p:txBody>
          <a:bodyPr/>
          <a:lstStyle/>
          <a:p>
            <a:pPr algn="l"/>
            <a:r>
              <a:rPr lang="it-IT"/>
              <a:t/>
            </a:r>
            <a:endParaRPr lang="en-SG" dirty="0"/>
          </a:p>
        </p:txBody>
      </p:sp>
      <p:sp>
        <p:nvSpPr>
          <p:cNvPr id="5" name="Slide Number Placeholder 4"/>
          <p:cNvSpPr>
            <a:spLocks noGrp="1"/>
          </p:cNvSpPr>
          <p:nvPr>
            <p:ph type="sldNum" sz="quarter" idx="14"/>
          </p:nvPr>
        </p:nvSpPr>
        <p:spPr/>
        <p:txBody>
          <a:bodyPr/>
          <a:lstStyle/>
          <a:p>
            <a:fld id="{CE19DD2C-80DA-488C-99A4-6C8CE83C9C30}" type="slidenum">
              <a:rPr lang="en-SG" smtClean="0"/>
              <a:t>23</a:t>
            </a:fld>
            <a:endParaRPr lang="en-SG"/>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Four Core Optimization Techniques</a:t>
            </a:r>
          </a:p>
        </p:txBody>
      </p:sp>
      <p:sp>
        <p:nvSpPr>
          <p:cNvPr id="3" name="Text Placeholder 2"/>
          <p:cNvSpPr>
            <a:spLocks noGrp="1"/>
          </p:cNvSpPr>
          <p:nvPr>
            <p:ph type="body" sz="quarter" idx="11"/>
          </p:nvPr>
        </p:nvSpPr>
        <p:spPr/>
        <p:txBody>
          <a:bodyPr/>
          <a:lstStyle/>
          <a:p>
            <a:r>
              <a:rPr lang="en-US" dirty="0"/>
              <a:t>Each technique addresses a different axis of cost — and they can all be combined.</a:t>
            </a:r>
          </a:p>
          <a:p>
            <a:r>
              <a:rPr lang="en-US" dirty="0" b="1"/>
              <a:t>Quantization</a:t>
            </a:r>
            <a:r>
              <a:rPr lang="en-US" dirty="0"/>
              <a:t> (2–4× size): reduce bit-width, FP32 → INT8/FP16.</a:t>
            </a:r>
          </a:p>
          <a:p>
            <a:r>
              <a:rPr lang="en-US" dirty="0" b="1"/>
              <a:t>Pruning</a:t>
            </a:r>
            <a:r>
              <a:rPr lang="en-US" dirty="0"/>
              <a:t> (up to 10×): remove redundant weights or channels.</a:t>
            </a:r>
          </a:p>
          <a:p>
            <a:r>
              <a:rPr lang="en-US" dirty="0" b="1"/>
              <a:t>Knowledge Distillation</a:t>
            </a:r>
            <a:r>
              <a:rPr lang="en-US" dirty="0"/>
              <a:t> (custom size): train a smaller 'student' to match a 'teacher'.</a:t>
            </a:r>
          </a:p>
          <a:p>
            <a:r>
              <a:rPr lang="en-US" dirty="0" b="1"/>
              <a:t>Compilation</a:t>
            </a:r>
            <a:r>
              <a:rPr lang="en-US" dirty="0"/>
              <a:t> (1.5–3× speed): hardware-specific graph fusion and kernel tuning.</a:t>
            </a:r>
          </a:p>
          <a:p>
            <a:pPr marL="0" indent="0">
              <a:buNone/>
            </a:pPr>
            <a:r>
              <a:rPr lang="en-US" dirty="0" b="1"/>
              <a:t>Additive: </a:t>
            </a:r>
            <a:r>
              <a:rPr lang="en-US" dirty="0"/>
              <a:t>stacking all four can give 6–20× total improvement.</a:t>
            </a:r>
          </a:p>
        </p:txBody>
      </p:sp>
      <p:sp>
        <p:nvSpPr>
          <p:cNvPr id="4" name="Footer Placeholder 3"/>
          <p:cNvSpPr>
            <a:spLocks noGrp="1"/>
          </p:cNvSpPr>
          <p:nvPr>
            <p:ph type="ftr" sz="quarter" idx="13"/>
          </p:nvPr>
        </p:nvSpPr>
        <p:spPr/>
        <p:txBody>
          <a:bodyPr/>
          <a:lstStyle/>
          <a:p>
            <a:pPr algn="l"/>
            <a:r>
              <a:rPr lang="it-IT"/>
              <a:t/>
            </a:r>
            <a:endParaRPr lang="en-SG" dirty="0"/>
          </a:p>
        </p:txBody>
      </p:sp>
      <p:sp>
        <p:nvSpPr>
          <p:cNvPr id="5" name="Slide Number Placeholder 4"/>
          <p:cNvSpPr>
            <a:spLocks noGrp="1"/>
          </p:cNvSpPr>
          <p:nvPr>
            <p:ph type="sldNum" sz="quarter" idx="14"/>
          </p:nvPr>
        </p:nvSpPr>
        <p:spPr/>
        <p:txBody>
          <a:bodyPr/>
          <a:lstStyle/>
          <a:p>
            <a:fld id="{CE19DD2C-80DA-488C-99A4-6C8CE83C9C30}" type="slidenum">
              <a:rPr lang="en-SG" smtClean="0"/>
              <a:t>23</a:t>
            </a:fld>
            <a:endParaRPr lang="en-SG"/>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Quantization: Reducing Numerical Precision</a:t>
            </a:r>
          </a:p>
        </p:txBody>
      </p:sp>
      <p:sp>
        <p:nvSpPr>
          <p:cNvPr id="3" name="Text Placeholder 2"/>
          <p:cNvSpPr>
            <a:spLocks noGrp="1"/>
          </p:cNvSpPr>
          <p:nvPr>
            <p:ph type="body" sz="quarter" idx="11"/>
          </p:nvPr>
        </p:nvSpPr>
        <p:spPr/>
        <p:txBody>
          <a:bodyPr/>
          <a:lstStyle/>
          <a:p>
            <a:r>
              <a:rPr lang="en-US" dirty="0"/>
              <a:t>Quantization maps floating-point values to discrete integer levels using a scale factor and zero-point.</a:t>
            </a:r>
          </a:p>
          <a:p>
            <a:r>
              <a:rPr lang="en-US" dirty="0" b="1"/>
              <a:t>What changes:</a:t>
            </a:r>
            <a:r>
              <a:rPr lang="en-US" dirty="0"/>
              <a:t> FP32 (4 bytes) becomes INT8 (1 byte) — same information, 4× less storage.</a:t>
            </a:r>
          </a:p>
          <a:p>
            <a:r>
              <a:rPr lang="en-US" dirty="0" b="1"/>
              <a:t>Typical results:</a:t>
            </a:r>
            <a:r>
              <a:rPr lang="en-US" dirty="0"/>
              <a:t> 2–4× model size reduction, 1.5–3× inference speedup, usually under 1% accuracy drop.</a:t>
            </a:r>
          </a:p>
          <a:p>
            <a:r>
              <a:rPr lang="en-US" dirty="0" b="1"/>
              <a:t>Why it's first:</a:t>
            </a:r>
            <a:r>
              <a:rPr lang="en-US" dirty="0"/>
              <a:t> fast and reversible — you keep the original FP32 weights — largest guaranteed benefit for least effort.</a:t>
            </a:r>
          </a:p>
          <a:p>
            <a:pPr marL="0" indent="0">
              <a:buNone/>
            </a:pPr>
            <a:r>
              <a:rPr lang="en-US" dirty="0" b="1"/>
              <a:t>Formula: </a:t>
            </a:r>
            <a:r>
              <a:rPr lang="en-US" dirty="0" i="1"/>
              <a:t>x_int = round(x_float / scale + zero_point) — computed from the data during calibration.</a:t>
            </a:r>
          </a:p>
        </p:txBody>
      </p:sp>
      <p:sp>
        <p:nvSpPr>
          <p:cNvPr id="4" name="Footer Placeholder 3"/>
          <p:cNvSpPr>
            <a:spLocks noGrp="1"/>
          </p:cNvSpPr>
          <p:nvPr>
            <p:ph type="ftr" sz="quarter" idx="13"/>
          </p:nvPr>
        </p:nvSpPr>
        <p:spPr/>
        <p:txBody>
          <a:bodyPr/>
          <a:lstStyle/>
          <a:p>
            <a:pPr algn="l"/>
            <a:r>
              <a:rPr lang="it-IT"/>
              <a:t/>
            </a:r>
            <a:endParaRPr lang="en-SG" dirty="0"/>
          </a:p>
        </p:txBody>
      </p:sp>
      <p:sp>
        <p:nvSpPr>
          <p:cNvPr id="5" name="Slide Number Placeholder 4"/>
          <p:cNvSpPr>
            <a:spLocks noGrp="1"/>
          </p:cNvSpPr>
          <p:nvPr>
            <p:ph type="sldNum" sz="quarter" idx="14"/>
          </p:nvPr>
        </p:nvSpPr>
        <p:spPr/>
        <p:txBody>
          <a:bodyPr/>
          <a:lstStyle/>
          <a:p>
            <a:fld id="{CE19DD2C-80DA-488C-99A4-6C8CE83C9C30}" type="slidenum">
              <a:rPr lang="en-SG" smtClean="0"/>
              <a:t>23</a:t>
            </a:fld>
            <a:endParaRPr lang="en-SG"/>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Quantization: PTQ vs QAT</a:t>
            </a:r>
          </a:p>
        </p:txBody>
      </p:sp>
      <p:sp>
        <p:nvSpPr>
          <p:cNvPr id="3" name="Text Placeholder 2"/>
          <p:cNvSpPr>
            <a:spLocks noGrp="1"/>
          </p:cNvSpPr>
          <p:nvPr>
            <p:ph type="body" sz="quarter" idx="11"/>
          </p:nvPr>
        </p:nvSpPr>
        <p:spPr/>
        <p:txBody>
          <a:bodyPr/>
          <a:lstStyle/>
          <a:p>
            <a:r>
              <a:rPr lang="en-US" dirty="0" b="1"/>
              <a:t>PTQ (Post-Training Quantization):</a:t>
            </a:r>
            <a:r>
              <a:rPr lang="en-US" dirty="0"/>
              <a:t> works on an already-trained model, no retraining. Small calibration set. Try this first.</a:t>
            </a:r>
          </a:p>
          <a:p>
            <a:r>
              <a:rPr lang="en-US" dirty="0" b="1"/>
              <a:t>Dynamic PTQ:</a:t>
            </a:r>
            <a:r>
              <a:rPr lang="en-US" dirty="0"/>
              <a:t> activations quantized at runtime — easy, good for Transformers.</a:t>
            </a:r>
          </a:p>
          <a:p>
            <a:r>
              <a:rPr lang="en-US" dirty="0" b="1"/>
              <a:t>Static PTQ:</a:t>
            </a:r>
            <a:r>
              <a:rPr lang="en-US" dirty="0"/>
              <a:t> activations quantized offline — better for CNNs, needs calibration data.</a:t>
            </a:r>
          </a:p>
          <a:p>
            <a:r>
              <a:rPr lang="en-US" dirty="0" b="1"/>
              <a:t>QAT (Quantization-Aware Training):</a:t>
            </a:r>
            <a:r>
              <a:rPr lang="en-US" dirty="0"/>
              <a:t> inserts 'fake quant' nodes during fine-tuning so the model tolerates the error.</a:t>
            </a:r>
          </a:p>
          <a:p>
            <a:pPr marL="0" indent="0">
              <a:buNone/>
            </a:pPr>
            <a:r>
              <a:rPr lang="en-US" dirty="0" b="1"/>
              <a:t>Decision rule: </a:t>
            </a:r>
            <a:r>
              <a:rPr lang="en-US" dirty="0"/>
              <a:t>start with PTQ. Only move to QAT if accuracy falls short.</a:t>
            </a:r>
          </a:p>
        </p:txBody>
      </p:sp>
      <p:sp>
        <p:nvSpPr>
          <p:cNvPr id="4" name="Footer Placeholder 3"/>
          <p:cNvSpPr>
            <a:spLocks noGrp="1"/>
          </p:cNvSpPr>
          <p:nvPr>
            <p:ph type="ftr" sz="quarter" idx="13"/>
          </p:nvPr>
        </p:nvSpPr>
        <p:spPr/>
        <p:txBody>
          <a:bodyPr/>
          <a:lstStyle/>
          <a:p>
            <a:pPr algn="l"/>
            <a:r>
              <a:rPr lang="it-IT"/>
              <a:t/>
            </a:r>
            <a:endParaRPr lang="en-SG" dirty="0"/>
          </a:p>
        </p:txBody>
      </p:sp>
      <p:sp>
        <p:nvSpPr>
          <p:cNvPr id="5" name="Slide Number Placeholder 4"/>
          <p:cNvSpPr>
            <a:spLocks noGrp="1"/>
          </p:cNvSpPr>
          <p:nvPr>
            <p:ph type="sldNum" sz="quarter" idx="14"/>
          </p:nvPr>
        </p:nvSpPr>
        <p:spPr/>
        <p:txBody>
          <a:bodyPr/>
          <a:lstStyle/>
          <a:p>
            <a:fld id="{CE19DD2C-80DA-488C-99A4-6C8CE83C9C30}" type="slidenum">
              <a:rPr lang="en-SG" smtClean="0"/>
              <a:t>23</a:t>
            </a:fld>
            <a:endParaRPr lang="en-SG"/>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Pruning: Removing Redundant Weights</a:t>
            </a:r>
          </a:p>
        </p:txBody>
      </p:sp>
      <p:sp>
        <p:nvSpPr>
          <p:cNvPr id="3" name="Text Placeholder 2"/>
          <p:cNvSpPr>
            <a:spLocks noGrp="1"/>
          </p:cNvSpPr>
          <p:nvPr>
            <p:ph type="body" sz="quarter" idx="11"/>
          </p:nvPr>
        </p:nvSpPr>
        <p:spPr/>
        <p:txBody>
          <a:bodyPr/>
          <a:lstStyle/>
          <a:p>
            <a:r>
              <a:rPr lang="en-US" dirty="0"/>
              <a:t>Pruning removes weights, neurons, and channels that contribute least to the model's output.</a:t>
            </a:r>
          </a:p>
          <a:p>
            <a:r>
              <a:rPr lang="en-US" dirty="0" b="1"/>
              <a:t>Scale:</a:t>
            </a:r>
            <a:r>
              <a:rPr lang="en-US" dirty="0"/>
              <a:t> up to 50–90% of weights can be zeroed out in some networks.</a:t>
            </a:r>
          </a:p>
          <a:p>
            <a:r>
              <a:rPr lang="en-US" dirty="0" b="1"/>
              <a:t>Critical distinction:</a:t>
            </a:r>
            <a:r>
              <a:rPr lang="en-US" dirty="0"/>
              <a:t> sparsity is not the same as speedup — only structured pruning reliably speeds up a GPU.</a:t>
            </a:r>
          </a:p>
          <a:p>
            <a:r>
              <a:rPr lang="en-US" dirty="0" b="1"/>
              <a:t>Recovery:</a:t>
            </a:r>
            <a:r>
              <a:rPr lang="en-US" dirty="0"/>
              <a:t> pruned models are usually fine-tuned afterward to recover any lost accuracy.</a:t>
            </a:r>
          </a:p>
          <a:p>
            <a:pPr marL="0" indent="0">
              <a:buNone/>
            </a:pPr>
            <a:r>
              <a:rPr lang="en-US" dirty="0" b="1"/>
              <a:t>Theory: </a:t>
            </a:r>
            <a:r>
              <a:rPr lang="en-US" dirty="0"/>
              <a:t>the Lottery Ticket Hypothesis (Frankle &amp; Carbin, 2019) — large networks contain sparse sub-networks that could reach the same accuracy trained from scratch. Pruning finds them.</a:t>
            </a:r>
          </a:p>
        </p:txBody>
      </p:sp>
      <p:sp>
        <p:nvSpPr>
          <p:cNvPr id="4" name="Footer Placeholder 3"/>
          <p:cNvSpPr>
            <a:spLocks noGrp="1"/>
          </p:cNvSpPr>
          <p:nvPr>
            <p:ph type="ftr" sz="quarter" idx="13"/>
          </p:nvPr>
        </p:nvSpPr>
        <p:spPr/>
        <p:txBody>
          <a:bodyPr/>
          <a:lstStyle/>
          <a:p>
            <a:pPr algn="l"/>
            <a:r>
              <a:rPr lang="it-IT"/>
              <a:t/>
            </a:r>
            <a:endParaRPr lang="en-SG" dirty="0"/>
          </a:p>
        </p:txBody>
      </p:sp>
      <p:sp>
        <p:nvSpPr>
          <p:cNvPr id="5" name="Slide Number Placeholder 4"/>
          <p:cNvSpPr>
            <a:spLocks noGrp="1"/>
          </p:cNvSpPr>
          <p:nvPr>
            <p:ph type="sldNum" sz="quarter" idx="14"/>
          </p:nvPr>
        </p:nvSpPr>
        <p:spPr/>
        <p:txBody>
          <a:bodyPr/>
          <a:lstStyle/>
          <a:p>
            <a:fld id="{CE19DD2C-80DA-488C-99A4-6C8CE83C9C30}" type="slidenum">
              <a:rPr lang="en-SG" smtClean="0"/>
              <a:t>23</a:t>
            </a:fld>
            <a:endParaRPr lang="en-SG"/>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Pruning: Structured vs Unstructured</a:t>
            </a:r>
          </a:p>
        </p:txBody>
      </p:sp>
      <p:sp>
        <p:nvSpPr>
          <p:cNvPr id="3" name="Text Placeholder 2"/>
          <p:cNvSpPr>
            <a:spLocks noGrp="1"/>
          </p:cNvSpPr>
          <p:nvPr>
            <p:ph type="body" sz="quarter" idx="11"/>
          </p:nvPr>
        </p:nvSpPr>
        <p:spPr/>
        <p:txBody>
          <a:bodyPr/>
          <a:lstStyle/>
          <a:p>
            <a:r>
              <a:rPr lang="en-US" dirty="0" b="1"/>
              <a:t>Unstructured (weight-level):</a:t>
            </a:r>
            <a:r>
              <a:rPr lang="en-US" dirty="0"/>
              <a:t> zero out individual weights below a threshold. Dense GPU kernels still process the zeros — best for storage, not latency.</a:t>
            </a:r>
          </a:p>
          <a:p>
            <a:r>
              <a:rPr lang="en-US" dirty="0" b="1"/>
              <a:t>Structured (channel/filter-level):</a:t>
            </a:r>
            <a:r>
              <a:rPr lang="en-US" dirty="0"/>
              <a:t> remove entire filters or attention heads — smaller dense model, runs faster immediately.</a:t>
            </a:r>
          </a:p>
          <a:p>
            <a:r>
              <a:rPr lang="en-US" dirty="0" b="1"/>
              <a:t>Real example:</a:t>
            </a:r>
            <a:r>
              <a:rPr lang="en-US" dirty="0"/>
              <a:t> MobileNet-V2's depthwise convolutions are essentially pre-structured-pruned.</a:t>
            </a:r>
          </a:p>
          <a:p>
            <a:pPr marL="0" indent="0">
              <a:buNone/>
            </a:pPr>
            <a:r>
              <a:rPr lang="en-US" dirty="0" b="1"/>
              <a:t>Rule of thumb: </a:t>
            </a:r>
            <a:r>
              <a:rPr lang="en-US" dirty="0"/>
              <a:t>unstructured pruning does NOT reduce GPU latency by default; structured pruning does.</a:t>
            </a:r>
          </a:p>
        </p:txBody>
      </p:sp>
      <p:sp>
        <p:nvSpPr>
          <p:cNvPr id="4" name="Footer Placeholder 3"/>
          <p:cNvSpPr>
            <a:spLocks noGrp="1"/>
          </p:cNvSpPr>
          <p:nvPr>
            <p:ph type="ftr" sz="quarter" idx="13"/>
          </p:nvPr>
        </p:nvSpPr>
        <p:spPr/>
        <p:txBody>
          <a:bodyPr/>
          <a:lstStyle/>
          <a:p>
            <a:pPr algn="l"/>
            <a:r>
              <a:rPr lang="it-IT"/>
              <a:t/>
            </a:r>
            <a:endParaRPr lang="en-SG" dirty="0"/>
          </a:p>
        </p:txBody>
      </p:sp>
      <p:sp>
        <p:nvSpPr>
          <p:cNvPr id="5" name="Slide Number Placeholder 4"/>
          <p:cNvSpPr>
            <a:spLocks noGrp="1"/>
          </p:cNvSpPr>
          <p:nvPr>
            <p:ph type="sldNum" sz="quarter" idx="14"/>
          </p:nvPr>
        </p:nvSpPr>
        <p:spPr/>
        <p:txBody>
          <a:bodyPr/>
          <a:lstStyle/>
          <a:p>
            <a:fld id="{CE19DD2C-80DA-488C-99A4-6C8CE83C9C30}" type="slidenum">
              <a:rPr lang="en-SG" smtClean="0"/>
              <a:t>23</a:t>
            </a:fld>
            <a:endParaRPr lang="en-SG"/>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Distillation: Teacher &amp; Student</a:t>
            </a:r>
          </a:p>
        </p:txBody>
      </p:sp>
      <p:sp>
        <p:nvSpPr>
          <p:cNvPr id="3" name="Text Placeholder 2"/>
          <p:cNvSpPr>
            <a:spLocks noGrp="1"/>
          </p:cNvSpPr>
          <p:nvPr>
            <p:ph type="body" sz="quarter" idx="11"/>
          </p:nvPr>
        </p:nvSpPr>
        <p:spPr/>
        <p:txBody>
          <a:bodyPr/>
          <a:lstStyle/>
          <a:p>
            <a:r>
              <a:rPr lang="en-US" dirty="0"/>
              <a:t>A compact 'student' model is trained to mimic the behaviour of a large, accurate 'teacher' model.</a:t>
            </a:r>
          </a:p>
          <a:p>
            <a:r>
              <a:rPr lang="en-US" dirty="0" b="1"/>
              <a:t>Origin:</a:t>
            </a:r>
            <a:r>
              <a:rPr lang="en-US" dirty="0"/>
              <a:t> Hinton, Vinyals &amp; Dean, 2015 — 'Distilling the Knowledge in a Neural Network'.</a:t>
            </a:r>
          </a:p>
          <a:p>
            <a:r>
              <a:rPr lang="en-US" dirty="0" b="1"/>
              <a:t>NLP benchmark:</a:t>
            </a:r>
            <a:r>
              <a:rPr lang="en-US" dirty="0"/>
              <a:t> DistilBERT is 40% smaller than BERT-base, 60% faster, and retains 97% of BERT's performance on GLUE.</a:t>
            </a:r>
          </a:p>
          <a:p>
            <a:r>
              <a:rPr lang="en-US" dirty="0" b="1"/>
              <a:t>Vision example:</a:t>
            </a:r>
            <a:r>
              <a:rPr lang="en-US" dirty="0"/>
              <a:t> DeiT (2021) trains a ViT student using a CNN teacher, transferring the CNN's inductive bias about image structure.</a:t>
            </a:r>
          </a:p>
          <a:p>
            <a:pPr marL="0" indent="0">
              <a:buNone/>
            </a:pPr>
            <a:r>
              <a:rPr lang="en-US" dirty="0" b="1"/>
              <a:t>Why it's different: </a:t>
            </a:r>
            <a:r>
              <a:rPr lang="en-US" dirty="0"/>
              <a:t>distillation is the most 'human' of the four techniques — it's essentially mentorship encoded as a loss function.</a:t>
            </a:r>
          </a:p>
        </p:txBody>
      </p:sp>
      <p:sp>
        <p:nvSpPr>
          <p:cNvPr id="4" name="Footer Placeholder 3"/>
          <p:cNvSpPr>
            <a:spLocks noGrp="1"/>
          </p:cNvSpPr>
          <p:nvPr>
            <p:ph type="ftr" sz="quarter" idx="13"/>
          </p:nvPr>
        </p:nvSpPr>
        <p:spPr/>
        <p:txBody>
          <a:bodyPr/>
          <a:lstStyle/>
          <a:p>
            <a:pPr algn="l"/>
            <a:r>
              <a:rPr lang="it-IT"/>
              <a:t/>
            </a:r>
            <a:endParaRPr lang="en-SG" dirty="0"/>
          </a:p>
        </p:txBody>
      </p:sp>
      <p:sp>
        <p:nvSpPr>
          <p:cNvPr id="5" name="Slide Number Placeholder 4"/>
          <p:cNvSpPr>
            <a:spLocks noGrp="1"/>
          </p:cNvSpPr>
          <p:nvPr>
            <p:ph type="sldNum" sz="quarter" idx="14"/>
          </p:nvPr>
        </p:nvSpPr>
        <p:spPr/>
        <p:txBody>
          <a:bodyPr/>
          <a:lstStyle/>
          <a:p>
            <a:fld id="{CE19DD2C-80DA-488C-99A4-6C8CE83C9C30}" type="slidenum">
              <a:rPr lang="en-SG" smtClean="0"/>
              <a:t>23</a:t>
            </a:fld>
            <a:endParaRPr lang="en-SG"/>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Distillation: Soft Labels &amp; Types</a:t>
            </a:r>
          </a:p>
        </p:txBody>
      </p:sp>
      <p:sp>
        <p:nvSpPr>
          <p:cNvPr id="3" name="Text Placeholder 2"/>
          <p:cNvSpPr>
            <a:spLocks noGrp="1"/>
          </p:cNvSpPr>
          <p:nvPr>
            <p:ph type="body" sz="quarter" idx="11"/>
          </p:nvPr>
        </p:nvSpPr>
        <p:spPr/>
        <p:txBody>
          <a:bodyPr/>
          <a:lstStyle/>
          <a:p>
            <a:r>
              <a:rPr lang="en-US" dirty="0"/>
              <a:t>The student learns from the teacher's soft probability outputs, not just hard labels.</a:t>
            </a:r>
          </a:p>
          <a:p>
            <a:r>
              <a:rPr lang="en-US" dirty="0" b="1"/>
              <a:t>Soft labels:</a:t>
            </a:r>
            <a:r>
              <a:rPr lang="en-US" dirty="0"/>
              <a:t> a hard label says 'cat (100%)'. A soft label says '72% cat, 22% dog' — reveals class similarity.</a:t>
            </a:r>
          </a:p>
          <a:p>
            <a:r>
              <a:rPr lang="en-US" dirty="0" b="1"/>
              <a:t>Temperature (T):</a:t>
            </a:r>
            <a:r>
              <a:rPr lang="en-US" dirty="0"/>
              <a:t> a higher T smooths the distribution, making soft labels more informative.</a:t>
            </a:r>
          </a:p>
          <a:p>
            <a:r>
              <a:rPr lang="en-US" dirty="0" b="1"/>
              <a:t>Response- vs feature-based:</a:t>
            </a:r>
            <a:r>
              <a:rPr lang="en-US" dirty="0"/>
              <a:t> match final outputs (simple) or intermediate activations (better for vision).</a:t>
            </a:r>
          </a:p>
          <a:p>
            <a:pPr marL="0" indent="0">
              <a:buNone/>
            </a:pPr>
            <a:r>
              <a:rPr lang="en-US" dirty="0" b="1"/>
              <a:t>Bonus: </a:t>
            </a:r>
            <a:r>
              <a:rPr lang="en-US" dirty="0"/>
              <a:t>self-distillation — same architecture for student and teacher — is essentially a free accuracy gain.</a:t>
            </a:r>
          </a:p>
        </p:txBody>
      </p:sp>
      <p:sp>
        <p:nvSpPr>
          <p:cNvPr id="4" name="Footer Placeholder 3"/>
          <p:cNvSpPr>
            <a:spLocks noGrp="1"/>
          </p:cNvSpPr>
          <p:nvPr>
            <p:ph type="ftr" sz="quarter" idx="13"/>
          </p:nvPr>
        </p:nvSpPr>
        <p:spPr/>
        <p:txBody>
          <a:bodyPr/>
          <a:lstStyle/>
          <a:p>
            <a:pPr algn="l"/>
            <a:r>
              <a:rPr lang="it-IT"/>
              <a:t/>
            </a:r>
            <a:endParaRPr lang="en-SG" dirty="0"/>
          </a:p>
        </p:txBody>
      </p:sp>
      <p:sp>
        <p:nvSpPr>
          <p:cNvPr id="5" name="Slide Number Placeholder 4"/>
          <p:cNvSpPr>
            <a:spLocks noGrp="1"/>
          </p:cNvSpPr>
          <p:nvPr>
            <p:ph type="sldNum" sz="quarter" idx="14"/>
          </p:nvPr>
        </p:nvSpPr>
        <p:spPr/>
        <p:txBody>
          <a:bodyPr/>
          <a:lstStyle/>
          <a:p>
            <a:fld id="{CE19DD2C-80DA-488C-99A4-6C8CE83C9C30}" type="slidenum">
              <a:rPr lang="en-SG" smtClean="0"/>
              <a:t>23</a:t>
            </a:fld>
            <a:endParaRPr lang="en-SG"/>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Compilation: Hardware-Specific Graph Optimization</a:t>
            </a:r>
          </a:p>
        </p:txBody>
      </p:sp>
      <p:sp>
        <p:nvSpPr>
          <p:cNvPr id="3" name="Text Placeholder 2"/>
          <p:cNvSpPr>
            <a:spLocks noGrp="1"/>
          </p:cNvSpPr>
          <p:nvPr>
            <p:ph type="body" sz="quarter" idx="11"/>
          </p:nvPr>
        </p:nvSpPr>
        <p:spPr/>
        <p:txBody>
          <a:bodyPr/>
          <a:lstStyle/>
          <a:p>
            <a:r>
              <a:rPr lang="en-US" dirty="0"/>
              <a:t>Compilation is the last step before deployment — it requires a fixed model graph as input.</a:t>
            </a:r>
          </a:p>
          <a:p>
            <a:r>
              <a:rPr lang="en-US" dirty="0" b="1"/>
              <a:t>Graph fusion:</a:t>
            </a:r>
            <a:r>
              <a:rPr lang="en-US" dirty="0"/>
              <a:t> fuse Conv+BN+ReLU into a single kernel, cutting memory round-trips.</a:t>
            </a:r>
          </a:p>
          <a:p>
            <a:r>
              <a:rPr lang="en-US" dirty="0" b="1"/>
              <a:t>Kernel auto-tuning &amp; precision:</a:t>
            </a:r>
            <a:r>
              <a:rPr lang="en-US" dirty="0"/>
              <a:t> try multiple implementations per operation, and assign FP16/FP32 automatically per-op.</a:t>
            </a:r>
          </a:p>
          <a:p>
            <a:r>
              <a:rPr lang="en-US" dirty="0" b="1"/>
              <a:t>Key tools:</a:t>
            </a:r>
            <a:r>
              <a:rPr lang="en-US" dirty="0"/>
              <a:t> TensorRT (NVIDIA), OpenVINO (Intel), ONNX Runtime, Apache TVM, XLA (TPU).</a:t>
            </a:r>
          </a:p>
          <a:p>
            <a:pPr marL="0" indent="0">
              <a:buNone/>
            </a:pPr>
            <a:r>
              <a:rPr lang="en-US" dirty="0" b="1"/>
              <a:t>Analogy: </a:t>
            </a:r>
            <a:r>
              <a:rPr lang="en-US" dirty="0"/>
              <a:t>like a C++ compiler with -O3 — the model logic doesn't change, the execution plan does.</a:t>
            </a:r>
          </a:p>
        </p:txBody>
      </p:sp>
      <p:sp>
        <p:nvSpPr>
          <p:cNvPr id="4" name="Footer Placeholder 3"/>
          <p:cNvSpPr>
            <a:spLocks noGrp="1"/>
          </p:cNvSpPr>
          <p:nvPr>
            <p:ph type="ftr" sz="quarter" idx="13"/>
          </p:nvPr>
        </p:nvSpPr>
        <p:spPr/>
        <p:txBody>
          <a:bodyPr/>
          <a:lstStyle/>
          <a:p>
            <a:pPr algn="l"/>
            <a:r>
              <a:rPr lang="it-IT"/>
              <a:t/>
            </a:r>
            <a:endParaRPr lang="en-SG" dirty="0"/>
          </a:p>
        </p:txBody>
      </p:sp>
      <p:sp>
        <p:nvSpPr>
          <p:cNvPr id="5" name="Slide Number Placeholder 4"/>
          <p:cNvSpPr>
            <a:spLocks noGrp="1"/>
          </p:cNvSpPr>
          <p:nvPr>
            <p:ph type="sldNum" sz="quarter" idx="14"/>
          </p:nvPr>
        </p:nvSpPr>
        <p:spPr/>
        <p:txBody>
          <a:bodyPr/>
          <a:lstStyle/>
          <a:p>
            <a:fld id="{CE19DD2C-80DA-488C-99A4-6C8CE83C9C30}" type="slidenum">
              <a:rPr lang="en-SG" smtClean="0"/>
              <a:t>23</a:t>
            </a:fld>
            <a:endParaRPr lang="en-SG"/>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Beyond the Core Four: Batching, Caching &amp; Speculative Decoding</a:t>
            </a:r>
          </a:p>
        </p:txBody>
      </p:sp>
      <p:sp>
        <p:nvSpPr>
          <p:cNvPr id="3" name="Text Placeholder 2"/>
          <p:cNvSpPr>
            <a:spLocks noGrp="1"/>
          </p:cNvSpPr>
          <p:nvPr>
            <p:ph type="body" sz="quarter" idx="11"/>
          </p:nvPr>
        </p:nvSpPr>
        <p:spPr/>
        <p:txBody>
          <a:bodyPr/>
          <a:lstStyle/>
          <a:p>
            <a:r>
              <a:rPr lang="en-US" dirty="0"/>
              <a:t>Several serving-time techniques squeeze out further gains alongside the four core techniques (Pruna AI, HuggingFace).</a:t>
            </a:r>
          </a:p>
          <a:p>
            <a:r>
              <a:rPr lang="en-US" dirty="0" b="1"/>
              <a:t>Batching:</a:t>
            </a:r>
            <a:r>
              <a:rPr lang="en-US" dirty="0"/>
              <a:t> group inputs for simultaneous processing — WhisperS2T: 2.3× speedup over WhisperX, 3× over the HF pipeline.</a:t>
            </a:r>
          </a:p>
          <a:p>
            <a:r>
              <a:rPr lang="en-US" dirty="0" b="1"/>
              <a:t>Caching:</a:t>
            </a:r>
            <a:r>
              <a:rPr lang="en-US" dirty="0"/>
              <a:t> reuse intermediate computations — DeepCache gives diffusion models 2–5× speedup, training-free.</a:t>
            </a:r>
          </a:p>
          <a:p>
            <a:r>
              <a:rPr lang="en-US" dirty="0" b="1"/>
              <a:t>Speculative decoding:</a:t>
            </a:r>
            <a:r>
              <a:rPr lang="en-US" dirty="0"/>
              <a:t> a small 'draft' model proposes tokens; the large model verifies in parallel, cutting generation steps.</a:t>
            </a:r>
          </a:p>
          <a:p>
            <a:pPr marL="0" indent="0">
              <a:buNone/>
            </a:pPr>
            <a:r>
              <a:rPr lang="en-US" dirty="0" b="1"/>
              <a:t>Where they fit: </a:t>
            </a:r>
            <a:r>
              <a:rPr lang="en-US" dirty="0"/>
              <a:t>serving-time techniques that sit alongside the model-level ones, not replacements.</a:t>
            </a:r>
          </a:p>
        </p:txBody>
      </p:sp>
      <p:sp>
        <p:nvSpPr>
          <p:cNvPr id="4" name="Footer Placeholder 3"/>
          <p:cNvSpPr>
            <a:spLocks noGrp="1"/>
          </p:cNvSpPr>
          <p:nvPr>
            <p:ph type="ftr" sz="quarter" idx="13"/>
          </p:nvPr>
        </p:nvSpPr>
        <p:spPr/>
        <p:txBody>
          <a:bodyPr/>
          <a:lstStyle/>
          <a:p>
            <a:pPr algn="l"/>
            <a:r>
              <a:rPr lang="it-IT"/>
              <a:t/>
            </a:r>
            <a:endParaRPr lang="en-SG" dirty="0"/>
          </a:p>
        </p:txBody>
      </p:sp>
      <p:sp>
        <p:nvSpPr>
          <p:cNvPr id="5" name="Slide Number Placeholder 4"/>
          <p:cNvSpPr>
            <a:spLocks noGrp="1"/>
          </p:cNvSpPr>
          <p:nvPr>
            <p:ph type="sldNum" sz="quarter" idx="14"/>
          </p:nvPr>
        </p:nvSpPr>
        <p:spPr/>
        <p:txBody>
          <a:bodyPr/>
          <a:lstStyle/>
          <a:p>
            <a:fld id="{CE19DD2C-80DA-488C-99A4-6C8CE83C9C30}" type="slidenum">
              <a:rPr lang="en-SG" smtClean="0"/>
              <a:t>23</a:t>
            </a:fld>
            <a:endParaRPr lang="en-SG"/>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Recovery: Fine-Tuning After Compression</a:t>
            </a:r>
          </a:p>
        </p:txBody>
      </p:sp>
      <p:sp>
        <p:nvSpPr>
          <p:cNvPr id="3" name="Text Placeholder 2"/>
          <p:cNvSpPr>
            <a:spLocks noGrp="1"/>
          </p:cNvSpPr>
          <p:nvPr>
            <p:ph type="body" sz="quarter" idx="11"/>
          </p:nvPr>
        </p:nvSpPr>
        <p:spPr/>
        <p:txBody>
          <a:bodyPr/>
          <a:lstStyle/>
          <a:p>
            <a:r>
              <a:rPr lang="en-US" dirty="0"/>
              <a:t>Aggressive compression can leave a quality gap. Recovery closes it (Pruna AI, HuggingFace).</a:t>
            </a:r>
          </a:p>
          <a:p>
            <a:r>
              <a:rPr lang="en-US" dirty="0" b="1"/>
              <a:t>LoRA fine-tuning:</a:t>
            </a:r>
            <a:r>
              <a:rPr lang="en-US" dirty="0"/>
              <a:t> a lightweight, low-rank adapter is fine-tuned on the compressed model, recovering accuracy without retraining it all.</a:t>
            </a:r>
          </a:p>
          <a:p>
            <a:r>
              <a:rPr lang="en-US" dirty="0" b="1"/>
              <a:t>Norm-based recovery:</a:t>
            </a:r>
            <a:r>
              <a:rPr lang="en-US" dirty="0"/>
              <a:t> re-calibrate normalization statistics to correct distribution shifts introduced by compression.</a:t>
            </a:r>
          </a:p>
          <a:p>
            <a:r>
              <a:rPr lang="en-US" dirty="0" b="1"/>
              <a:t>When to use it:</a:t>
            </a:r>
            <a:r>
              <a:rPr lang="en-US" dirty="0"/>
              <a:t> whenever PTQ, aggressive pruning, or distillation alone falls short of your accuracy target.</a:t>
            </a:r>
          </a:p>
          <a:p>
            <a:pPr marL="0" indent="0">
              <a:buNone/>
            </a:pPr>
            <a:r>
              <a:rPr lang="en-US" dirty="0" b="1"/>
              <a:t>Think of it as: </a:t>
            </a:r>
            <a:r>
              <a:rPr lang="en-US" dirty="0"/>
              <a:t>the final polish step — compress hard for speed, then recover just enough accuracy.</a:t>
            </a:r>
          </a:p>
        </p:txBody>
      </p:sp>
      <p:sp>
        <p:nvSpPr>
          <p:cNvPr id="4" name="Footer Placeholder 3"/>
          <p:cNvSpPr>
            <a:spLocks noGrp="1"/>
          </p:cNvSpPr>
          <p:nvPr>
            <p:ph type="ftr" sz="quarter" idx="13"/>
          </p:nvPr>
        </p:nvSpPr>
        <p:spPr/>
        <p:txBody>
          <a:bodyPr/>
          <a:lstStyle/>
          <a:p>
            <a:pPr algn="l"/>
            <a:r>
              <a:rPr lang="it-IT"/>
              <a:t/>
            </a:r>
            <a:endParaRPr lang="en-SG" dirty="0"/>
          </a:p>
        </p:txBody>
      </p:sp>
      <p:sp>
        <p:nvSpPr>
          <p:cNvPr id="5" name="Slide Number Placeholder 4"/>
          <p:cNvSpPr>
            <a:spLocks noGrp="1"/>
          </p:cNvSpPr>
          <p:nvPr>
            <p:ph type="sldNum" sz="quarter" idx="14"/>
          </p:nvPr>
        </p:nvSpPr>
        <p:spPr/>
        <p:txBody>
          <a:bodyPr/>
          <a:lstStyle/>
          <a:p>
            <a:fld id="{CE19DD2C-80DA-488C-99A4-6C8CE83C9C30}" type="slidenum">
              <a:rPr lang="en-SG" smtClean="0"/>
              <a:t>23</a:t>
            </a:fld>
            <a:endParaRPr lang="en-SG"/>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Combining Techniques: The Full Pipeline</a:t>
            </a:r>
          </a:p>
        </p:txBody>
      </p:sp>
      <p:sp>
        <p:nvSpPr>
          <p:cNvPr id="3" name="Text Placeholder 2"/>
          <p:cNvSpPr>
            <a:spLocks noGrp="1"/>
          </p:cNvSpPr>
          <p:nvPr>
            <p:ph type="body" sz="quarter" idx="11"/>
          </p:nvPr>
        </p:nvSpPr>
        <p:spPr/>
        <p:txBody>
          <a:bodyPr/>
          <a:lstStyle/>
          <a:p>
            <a:r>
              <a:rPr lang="en-US" dirty="0"/>
              <a:t>Applied in order, each step compounds the previous one: Train → Distil → Quantize → Prune → Compile → Deploy.</a:t>
            </a:r>
          </a:p>
          <a:p>
            <a:r>
              <a:rPr lang="en-US" dirty="0" b="1"/>
              <a:t>Order matters:</a:t>
            </a:r>
            <a:r>
              <a:rPr lang="en-US" dirty="0"/>
              <a:t> distil first for a different form factor, quantize the result, prune for more reduction, always compile last (it locks in hardware).</a:t>
            </a:r>
          </a:p>
          <a:p>
            <a:r>
              <a:rPr lang="en-US" dirty="0" b="1"/>
              <a:t>Combined effect:</a:t>
            </a:r>
            <a:r>
              <a:rPr lang="en-US" dirty="0"/>
              <a:t> 10–50× end-to-end latency reduction versus an unoptimized FP32 model is achievable.</a:t>
            </a:r>
          </a:p>
          <a:p>
            <a:r>
              <a:rPr lang="en-US" dirty="0" b="1"/>
              <a:t>Not every project needs every step:</a:t>
            </a:r>
            <a:r>
              <a:rPr lang="en-US" dirty="0"/>
              <a:t> distillation needs training data and compute — start with quantization + compilation.</a:t>
            </a:r>
          </a:p>
          <a:p>
            <a:pPr marL="0" indent="0">
              <a:buNone/>
            </a:pPr>
            <a:r>
              <a:rPr lang="en-US" dirty="0" b="1"/>
              <a:t>Shortcut: </a:t>
            </a:r>
            <a:r>
              <a:rPr lang="en-US" dirty="0"/>
              <a:t>80% of the gain typically comes from quantization + compilation alone — do those two first, then decide.</a:t>
            </a:r>
          </a:p>
        </p:txBody>
      </p:sp>
      <p:sp>
        <p:nvSpPr>
          <p:cNvPr id="4" name="Footer Placeholder 3"/>
          <p:cNvSpPr>
            <a:spLocks noGrp="1"/>
          </p:cNvSpPr>
          <p:nvPr>
            <p:ph type="ftr" sz="quarter" idx="13"/>
          </p:nvPr>
        </p:nvSpPr>
        <p:spPr/>
        <p:txBody>
          <a:bodyPr/>
          <a:lstStyle/>
          <a:p>
            <a:pPr algn="l"/>
            <a:r>
              <a:rPr lang="it-IT"/>
              <a:t/>
            </a:r>
            <a:endParaRPr lang="en-SG" dirty="0"/>
          </a:p>
        </p:txBody>
      </p:sp>
      <p:sp>
        <p:nvSpPr>
          <p:cNvPr id="5" name="Slide Number Placeholder 4"/>
          <p:cNvSpPr>
            <a:spLocks noGrp="1"/>
          </p:cNvSpPr>
          <p:nvPr>
            <p:ph type="sldNum" sz="quarter" idx="14"/>
          </p:nvPr>
        </p:nvSpPr>
        <p:spPr/>
        <p:txBody>
          <a:bodyPr/>
          <a:lstStyle/>
          <a:p>
            <a:fld id="{CE19DD2C-80DA-488C-99A4-6C8CE83C9C30}" type="slidenum">
              <a:rPr lang="en-SG" smtClean="0"/>
              <a:t>23</a:t>
            </a:fld>
            <a:endParaRPr lang="en-SG"/>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Trade-offs: Accuracy vs Latency</a:t>
            </a:r>
          </a:p>
        </p:txBody>
      </p:sp>
      <p:sp>
        <p:nvSpPr>
          <p:cNvPr id="3" name="Text Placeholder 2"/>
          <p:cNvSpPr>
            <a:spLocks noGrp="1"/>
          </p:cNvSpPr>
          <p:nvPr>
            <p:ph type="body" sz="quarter" idx="11"/>
          </p:nvPr>
        </p:nvSpPr>
        <p:spPr/>
        <p:txBody>
          <a:bodyPr/>
          <a:lstStyle/>
          <a:p>
            <a:r>
              <a:rPr lang="en-US" dirty="0"/>
              <a:t>The Pareto frontier: no single model variant dominates on accuracy, latency, and size at once.</a:t>
            </a:r>
          </a:p>
          <a:p>
            <a:r>
              <a:rPr lang="en-US" dirty="0" b="1"/>
              <a:t>FP32 Baseline (18ms p50):</a:t>
            </a:r>
            <a:r>
              <a:rPr lang="en-US" dirty="0"/>
              <a:t> best accuracy, highest cost.</a:t>
            </a:r>
          </a:p>
          <a:p>
            <a:r>
              <a:rPr lang="en-US" dirty="0" b="1"/>
              <a:t>FP32 + Compiled (9ms):</a:t>
            </a:r>
            <a:r>
              <a:rPr lang="en-US" dirty="0"/>
              <a:t> compilation alone helps — latency savings without touching accuracy.</a:t>
            </a:r>
          </a:p>
          <a:p>
            <a:r>
              <a:rPr lang="en-US" dirty="0" b="1"/>
              <a:t>INT8 PTQ (7ms) / QAT (6ms):</a:t>
            </a:r>
            <a:r>
              <a:rPr lang="en-US" dirty="0"/>
              <a:t> roughly 4× cheaper than baseline for well under 1% accuracy loss — usually first choice.</a:t>
            </a:r>
          </a:p>
          <a:p>
            <a:r>
              <a:rPr lang="en-US" dirty="0" b="1"/>
              <a:t>Distilled + INT8 (4ms):</a:t>
            </a:r>
            <a:r>
              <a:rPr lang="en-US" dirty="0"/>
              <a:t> smallest footprint — best for edge deployment.</a:t>
            </a:r>
          </a:p>
          <a:p>
            <a:pPr marL="0" indent="0">
              <a:buNone/>
            </a:pPr>
            <a:r>
              <a:rPr lang="en-US" dirty="0" b="1"/>
              <a:t>On the frontier: </a:t>
            </a:r>
            <a:r>
              <a:rPr lang="en-US" dirty="0"/>
              <a:t>you can't improve latency further without sacrificing accuracy — that's what makes it the frontier.</a:t>
            </a:r>
          </a:p>
        </p:txBody>
      </p:sp>
      <p:sp>
        <p:nvSpPr>
          <p:cNvPr id="4" name="Footer Placeholder 3"/>
          <p:cNvSpPr>
            <a:spLocks noGrp="1"/>
          </p:cNvSpPr>
          <p:nvPr>
            <p:ph type="ftr" sz="quarter" idx="13"/>
          </p:nvPr>
        </p:nvSpPr>
        <p:spPr/>
        <p:txBody>
          <a:bodyPr/>
          <a:lstStyle/>
          <a:p>
            <a:pPr algn="l"/>
            <a:r>
              <a:rPr lang="it-IT"/>
              <a:t/>
            </a:r>
            <a:endParaRPr lang="en-SG" dirty="0"/>
          </a:p>
        </p:txBody>
      </p:sp>
      <p:sp>
        <p:nvSpPr>
          <p:cNvPr id="5" name="Slide Number Placeholder 4"/>
          <p:cNvSpPr>
            <a:spLocks noGrp="1"/>
          </p:cNvSpPr>
          <p:nvPr>
            <p:ph type="sldNum" sz="quarter" idx="14"/>
          </p:nvPr>
        </p:nvSpPr>
        <p:spPr/>
        <p:txBody>
          <a:bodyPr/>
          <a:lstStyle/>
          <a:p>
            <a:fld id="{CE19DD2C-80DA-488C-99A4-6C8CE83C9C30}" type="slidenum">
              <a:rPr lang="en-SG" smtClean="0"/>
              <a:t>23</a:t>
            </a:fld>
            <a:endParaRPr lang="en-SG"/>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Optimization Toolchain</a:t>
            </a:r>
          </a:p>
        </p:txBody>
      </p:sp>
      <p:sp>
        <p:nvSpPr>
          <p:cNvPr id="3" name="Text Placeholder 2"/>
          <p:cNvSpPr>
            <a:spLocks noGrp="1"/>
          </p:cNvSpPr>
          <p:nvPr>
            <p:ph type="body" sz="quarter" idx="11"/>
          </p:nvPr>
        </p:nvSpPr>
        <p:spPr/>
        <p:txBody>
          <a:bodyPr/>
          <a:lstStyle/>
          <a:p>
            <a:r>
              <a:rPr lang="en-US" dirty="0"/>
              <a:t>One pipeline, multiple specialized tools — each fitting a specific stage.</a:t>
            </a:r>
          </a:p>
          <a:p>
            <a:r>
              <a:rPr lang="en-US" dirty="0" b="1"/>
              <a:t>Export:</a:t>
            </a:r>
            <a:r>
              <a:rPr lang="en-US" dirty="0"/>
              <a:t> torch.onnx.export, TorchScript — always step one.</a:t>
            </a:r>
          </a:p>
          <a:p>
            <a:r>
              <a:rPr lang="en-US" dirty="0" b="1"/>
              <a:t>Quantize:</a:t>
            </a:r>
            <a:r>
              <a:rPr lang="en-US" dirty="0"/>
              <a:t> ONNX Runtime, HF Optimum, bitsandbytes (powers LLM.int8() and QLoRA).</a:t>
            </a:r>
          </a:p>
          <a:p>
            <a:r>
              <a:rPr lang="en-US" dirty="0" b="1"/>
              <a:t>Prune:</a:t>
            </a:r>
            <a:r>
              <a:rPr lang="en-US" dirty="0"/>
              <a:t> torch.nn.utils.prune, SparseML — structured and unstructured.</a:t>
            </a:r>
          </a:p>
          <a:p>
            <a:r>
              <a:rPr lang="en-US" dirty="0" b="1"/>
              <a:t>Distil:</a:t>
            </a:r>
            <a:r>
              <a:rPr lang="en-US" dirty="0"/>
              <a:t> HF Transformers (DistilBERT, TinyBERT), timm (DeiT-style).</a:t>
            </a:r>
          </a:p>
          <a:p>
            <a:r>
              <a:rPr lang="en-US" dirty="0" b="1"/>
              <a:t>Compile &amp; Serve:</a:t>
            </a:r>
            <a:r>
              <a:rPr lang="en-US" dirty="0"/>
              <a:t> ONNX Runtime, TensorRT, Triton Server.</a:t>
            </a:r>
          </a:p>
        </p:txBody>
      </p:sp>
      <p:sp>
        <p:nvSpPr>
          <p:cNvPr id="4" name="Footer Placeholder 3"/>
          <p:cNvSpPr>
            <a:spLocks noGrp="1"/>
          </p:cNvSpPr>
          <p:nvPr>
            <p:ph type="ftr" sz="quarter" idx="13"/>
          </p:nvPr>
        </p:nvSpPr>
        <p:spPr/>
        <p:txBody>
          <a:bodyPr/>
          <a:lstStyle/>
          <a:p>
            <a:pPr algn="l"/>
            <a:r>
              <a:rPr lang="it-IT"/>
              <a:t/>
            </a:r>
            <a:endParaRPr lang="en-SG" dirty="0"/>
          </a:p>
        </p:txBody>
      </p:sp>
      <p:sp>
        <p:nvSpPr>
          <p:cNvPr id="5" name="Slide Number Placeholder 4"/>
          <p:cNvSpPr>
            <a:spLocks noGrp="1"/>
          </p:cNvSpPr>
          <p:nvPr>
            <p:ph type="sldNum" sz="quarter" idx="14"/>
          </p:nvPr>
        </p:nvSpPr>
        <p:spPr/>
        <p:txBody>
          <a:bodyPr/>
          <a:lstStyle/>
          <a:p>
            <a:fld id="{CE19DD2C-80DA-488C-99A4-6C8CE83C9C30}" type="slidenum">
              <a:rPr lang="en-SG" smtClean="0"/>
              <a:t>23</a:t>
            </a:fld>
            <a:endParaRPr lang="en-SG"/>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Takeaways</a:t>
            </a:r>
          </a:p>
        </p:txBody>
      </p:sp>
      <p:sp>
        <p:nvSpPr>
          <p:cNvPr id="3" name="Text Placeholder 2"/>
          <p:cNvSpPr>
            <a:spLocks noGrp="1"/>
          </p:cNvSpPr>
          <p:nvPr>
            <p:ph type="body" sz="quarter" idx="11"/>
          </p:nvPr>
        </p:nvSpPr>
        <p:spPr/>
        <p:txBody>
          <a:bodyPr/>
          <a:lstStyle/>
          <a:p>
            <a:r>
              <a:rPr lang="en-US" dirty="0" b="1"/>
              <a:t>Optimization ≠ retraining:</a:t>
            </a:r>
            <a:r>
              <a:rPr lang="en-US" dirty="0"/>
              <a:t> it transforms an already-trained model into a cheaper one.</a:t>
            </a:r>
          </a:p>
          <a:p>
            <a:r>
              <a:rPr lang="en-US" dirty="0" b="1"/>
              <a:t>Quantization first:</a:t>
            </a:r>
            <a:r>
              <a:rPr lang="en-US" dirty="0"/>
              <a:t> highest ROI technique — PTQ before QAT, INT8 before INT4.</a:t>
            </a:r>
          </a:p>
          <a:p>
            <a:r>
              <a:rPr lang="en-US" dirty="0" b="1"/>
              <a:t>Pruning:</a:t>
            </a:r>
            <a:r>
              <a:rPr lang="en-US" dirty="0"/>
              <a:t> structured gives real speedup; unstructured only reduces size.</a:t>
            </a:r>
          </a:p>
          <a:p>
            <a:r>
              <a:rPr lang="en-US" dirty="0" b="1"/>
              <a:t>Distillation:</a:t>
            </a:r>
            <a:r>
              <a:rPr lang="en-US" dirty="0"/>
              <a:t> the custom-architecture option — for when form factor matters most.</a:t>
            </a:r>
          </a:p>
          <a:p>
            <a:r>
              <a:rPr lang="en-US" dirty="0" b="1"/>
              <a:t>Compilation is always last:</a:t>
            </a:r>
            <a:r>
              <a:rPr lang="en-US" dirty="0"/>
              <a:t> hardware-specific, multiplies all prior gains.</a:t>
            </a:r>
          </a:p>
          <a:p>
            <a:pPr marL="0" indent="0">
              <a:buNone/>
            </a:pPr>
            <a:r>
              <a:rPr lang="en-US" dirty="0" b="1"/>
              <a:t>Bottom line: </a:t>
            </a:r>
            <a:r>
              <a:rPr lang="en-US" dirty="0"/>
              <a:t>stacking all four makes a 10–50× end-to-end improvement over unoptimized FP32 realistic.</a:t>
            </a:r>
          </a:p>
        </p:txBody>
      </p:sp>
      <p:sp>
        <p:nvSpPr>
          <p:cNvPr id="4" name="Footer Placeholder 3"/>
          <p:cNvSpPr>
            <a:spLocks noGrp="1"/>
          </p:cNvSpPr>
          <p:nvPr>
            <p:ph type="ftr" sz="quarter" idx="13"/>
          </p:nvPr>
        </p:nvSpPr>
        <p:spPr/>
        <p:txBody>
          <a:bodyPr/>
          <a:lstStyle/>
          <a:p>
            <a:pPr algn="l"/>
            <a:r>
              <a:rPr lang="it-IT"/>
              <a:t/>
            </a:r>
            <a:endParaRPr lang="en-SG" dirty="0"/>
          </a:p>
        </p:txBody>
      </p:sp>
      <p:sp>
        <p:nvSpPr>
          <p:cNvPr id="5" name="Slide Number Placeholder 4"/>
          <p:cNvSpPr>
            <a:spLocks noGrp="1"/>
          </p:cNvSpPr>
          <p:nvPr>
            <p:ph type="sldNum" sz="quarter" idx="14"/>
          </p:nvPr>
        </p:nvSpPr>
        <p:spPr/>
        <p:txBody>
          <a:bodyPr/>
          <a:lstStyle/>
          <a:p>
            <a:fld id="{CE19DD2C-80DA-488C-99A4-6C8CE83C9C30}" type="slidenum">
              <a:rPr lang="en-SG" smtClean="0"/>
              <a:t>23</a:t>
            </a:fld>
            <a:endParaRPr lang="en-SG"/>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EN 129(23) A19">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1483bdb4-0a8f-43d2-a24f-e17275a3121b" xsi:nil="true"/>
    <SharedWithUsers xmlns="f64e7450-eb76-4305-9aaa-c7c2fda4733e">
      <UserInfo>
        <DisplayName/>
        <AccountId xsi:nil="true"/>
        <AccountType/>
      </UserInfo>
    </SharedWithUsers>
    <lcf76f155ced4ddcb4097134ff3c332f xmlns="f64e7450-eb76-4305-9aaa-c7c2fda4733e">
      <Terms xmlns="http://schemas.microsoft.com/office/infopath/2007/PartnerControls"/>
    </lcf76f155ced4ddcb4097134ff3c332f>
    <Owner xmlns="f64e7450-eb76-4305-9aaa-c7c2fda4733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FE6AFF6A4F3FF49931B55B041F99EFA" ma:contentTypeVersion="23" ma:contentTypeDescription="Create a new document." ma:contentTypeScope="" ma:versionID="61a0eef3450023d494e2ceffcbf7e3df">
  <xsd:schema xmlns:xsd="http://www.w3.org/2001/XMLSchema" xmlns:xs="http://www.w3.org/2001/XMLSchema" xmlns:p="http://schemas.microsoft.com/office/2006/metadata/properties" xmlns:ns2="f64e7450-eb76-4305-9aaa-c7c2fda4733e" xmlns:ns3="1483bdb4-0a8f-43d2-a24f-e17275a3121b" xmlns:ns4="cdc4170c-4545-48f7-871b-33920ecd5df3" targetNamespace="http://schemas.microsoft.com/office/2006/metadata/properties" ma:root="true" ma:fieldsID="dcf00dde415673dc76d9a86cc65b0522" ns2:_="" ns3:_="" ns4:_="">
    <xsd:import namespace="f64e7450-eb76-4305-9aaa-c7c2fda4733e"/>
    <xsd:import namespace="1483bdb4-0a8f-43d2-a24f-e17275a3121b"/>
    <xsd:import namespace="cdc4170c-4545-48f7-871b-33920ecd5df3"/>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DateTaken" minOccurs="0"/>
                <xsd:element ref="ns2:MediaServiceLocation" minOccurs="0"/>
                <xsd:element ref="ns2:MediaLengthInSeconds" minOccurs="0"/>
                <xsd:element ref="ns2:SharedWithUsers" minOccurs="0"/>
                <xsd:element ref="ns2:Owner" minOccurs="0"/>
                <xsd:element ref="ns4:SharedWithDetail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4e7450-eb76-4305-9aaa-c7c2fda4733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f58e8660-d7f0-40dc-9355-39c17cfe3e0a" ma:termSetId="09814cd3-568e-fe90-9814-8d621ff8fb84" ma:anchorId="fba54fb3-c3e1-fe81-a776-ca4b69148c4d" ma:open="true" ma:isKeyword="false">
      <xsd:complexType>
        <xsd:sequence>
          <xsd:element ref="pc:Terms" minOccurs="0" maxOccurs="1"/>
        </xsd:sequence>
      </xsd:complex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Location" ma:index="17" nillable="true" ma:displayName="Location" ma:indexed="true" ma:internalName="MediaServiceLocatio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SharedWithUsers" ma:index="19" nillable="true" ma:displayName="Shared With" ma:list="UserInfo" ma:SearchPeopleOnly="false" ma:internalName="SharedWithUsers" ma:readOnly="fals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Owner" ma:index="20" nillable="true" ma:displayName="Owner" ma:internalName="Owner" ma:readOnly="false">
      <xsd:simpleType>
        <xsd:restriction base="dms:Text">
          <xsd:maxLength value="255"/>
        </xsd:restriction>
      </xsd:simple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483bdb4-0a8f-43d2-a24f-e17275a3121b"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07bdc7dd-b19c-4daa-ac60-4cc2365c7a3f}" ma:internalName="TaxCatchAll" ma:showField="CatchAllData" ma:web="1483bdb4-0a8f-43d2-a24f-e17275a3121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dc4170c-4545-48f7-871b-33920ecd5df3" elementFormDefault="qualified">
    <xsd:import namespace="http://schemas.microsoft.com/office/2006/documentManagement/types"/>
    <xsd:import namespace="http://schemas.microsoft.com/office/infopath/2007/PartnerControls"/>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30EE154-A736-456D-A3E2-27745362195B}">
  <ds:schemaRefs>
    <ds:schemaRef ds:uri="http://schemas.microsoft.com/sharepoint/v3/contenttype/forms"/>
  </ds:schemaRefs>
</ds:datastoreItem>
</file>

<file path=customXml/itemProps2.xml><?xml version="1.0" encoding="utf-8"?>
<ds:datastoreItem xmlns:ds="http://schemas.openxmlformats.org/officeDocument/2006/customXml" ds:itemID="{934823A8-D13E-443D-AF76-75DA2E9EFDDD}">
  <ds:schemaRefs>
    <ds:schemaRef ds:uri="http://schemas.microsoft.com/office/2006/metadata/properties"/>
    <ds:schemaRef ds:uri="http://schemas.microsoft.com/office/infopath/2007/PartnerControls"/>
    <ds:schemaRef ds:uri="1483bdb4-0a8f-43d2-a24f-e17275a3121b"/>
    <ds:schemaRef ds:uri="f64e7450-eb76-4305-9aaa-c7c2fda4733e"/>
  </ds:schemaRefs>
</ds:datastoreItem>
</file>

<file path=customXml/itemProps3.xml><?xml version="1.0" encoding="utf-8"?>
<ds:datastoreItem xmlns:ds="http://schemas.openxmlformats.org/officeDocument/2006/customXml" ds:itemID="{BA923E17-E709-4E48-9BD1-C688FFB5E7B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64e7450-eb76-4305-9aaa-c7c2fda4733e"/>
    <ds:schemaRef ds:uri="1483bdb4-0a8f-43d2-a24f-e17275a3121b"/>
    <ds:schemaRef ds:uri="cdc4170c-4545-48f7-871b-33920ecd5df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SEN 129(23) A19</Template>
  <TotalTime>9477</TotalTime>
  <Words>2122</Words>
  <Application>Microsoft Office PowerPoint</Application>
  <PresentationFormat>Widescreen</PresentationFormat>
  <Paragraphs>234</Paragraphs>
  <Slides>28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Arvo</vt:lpstr>
      <vt:lpstr>Aptos</vt:lpstr>
      <vt:lpstr>Arial</vt:lpstr>
      <vt:lpstr>Calibri</vt:lpstr>
      <vt:lpstr>Calibri Light</vt:lpstr>
      <vt:lpstr>Roboto</vt:lpstr>
      <vt:lpstr>SEN 129(23) A19</vt:lpstr>
      <vt:lpstr>PowerPoint Presentation</vt:lpstr>
      <vt:lpstr>Learning Outcomes</vt:lpstr>
      <vt:lpstr>What is a Transformer?</vt:lpstr>
      <vt:lpstr>Transformer Architecture Overview</vt:lpstr>
      <vt:lpstr>Why Transformers Made LLMs Possible</vt:lpstr>
      <vt:lpstr>Feature 1 — Self-Attention</vt:lpstr>
      <vt:lpstr>Feature 2 — Multi-Head Attention</vt:lpstr>
      <vt:lpstr>Feature 3 — Positional Encoding</vt:lpstr>
      <vt:lpstr>Feature 4 — Layer Normalization &amp; Residual Connections</vt:lpstr>
      <vt:lpstr>Feature 5 — Scalability &amp; Parallelism</vt:lpstr>
      <vt:lpstr>Feature 6 — Encoder vs. Decoder Architectures</vt:lpstr>
      <vt:lpstr>LLMs Built on Transformers</vt:lpstr>
      <vt:lpstr>Decoder-Only Transformer for LLMs</vt:lpstr>
      <vt:lpstr>Human-like Characteristics of LLMs</vt:lpstr>
      <vt:lpstr>Human-like Characteristics of LLMs</vt:lpstr>
      <vt:lpstr>Human-like Characteristics of LLMs</vt:lpstr>
      <vt:lpstr>Human-like Characteristics of LLMs</vt:lpstr>
      <vt:lpstr>Human-like Characteristics of LLMs</vt:lpstr>
      <vt:lpstr>Human-like Characteristics of LLMs</vt:lpstr>
      <vt:lpstr>Human-like Characteristics of LLMs</vt:lpstr>
      <vt:lpstr>What is Foundation Model?</vt:lpstr>
      <vt:lpstr>What is Foundation Model?</vt:lpstr>
      <vt:lpstr>Large Language Model (LLM)</vt:lpstr>
      <vt:lpstr>General Training Pipeline</vt:lpstr>
      <vt:lpstr>What is a Multimodal LLM?</vt:lpstr>
      <vt:lpstr>Example Tasks Multimodal LLMs Can Do</vt:lpstr>
      <vt:lpstr>Why Multimodality Matters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Generative AI</dc:title>
  <dc:creator>Kheng Kok Mar</dc:creator>
  <cp:lastModifiedBy>chee hong wee</cp:lastModifiedBy>
  <cp:revision>65</cp:revision>
  <dcterms:created xsi:type="dcterms:W3CDTF">2023-04-05T14:55:09Z</dcterms:created>
  <dcterms:modified xsi:type="dcterms:W3CDTF">2025-10-08T06:21:55Z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0x0101009FE6AFF6A4F3FF49931B55B041F99EFA</vt:lpwstr>
  </property>
  <property fmtid="{D5CDD505-2E9C-101B-9397-08002B2CF9AE}" pid="3" name="MSIP_Label_babe128f-e2ab-4b18-9c62-301caee5e80a_Enabled">
    <vt:lpwstr>true</vt:lpwstr>
  </property>
  <property fmtid="{D5CDD505-2E9C-101B-9397-08002B2CF9AE}" pid="4" name="MSIP_Label_babe128f-e2ab-4b18-9c62-301caee5e80a_SetDate">
    <vt:lpwstr>2023-05-30T04:02:35Z</vt:lpwstr>
  </property>
  <property fmtid="{D5CDD505-2E9C-101B-9397-08002B2CF9AE}" pid="5" name="MSIP_Label_babe128f-e2ab-4b18-9c62-301caee5e80a_Method">
    <vt:lpwstr>Privileged</vt:lpwstr>
  </property>
  <property fmtid="{D5CDD505-2E9C-101B-9397-08002B2CF9AE}" pid="6" name="MSIP_Label_babe128f-e2ab-4b18-9c62-301caee5e80a_Name">
    <vt:lpwstr>OFFICIAL [OPEN]</vt:lpwstr>
  </property>
  <property fmtid="{D5CDD505-2E9C-101B-9397-08002B2CF9AE}" pid="7" name="MSIP_Label_babe128f-e2ab-4b18-9c62-301caee5e80a_SiteId">
    <vt:lpwstr>243ebaed-00d0-4690-a7dc-75893b0d9f98</vt:lpwstr>
  </property>
  <property fmtid="{D5CDD505-2E9C-101B-9397-08002B2CF9AE}" pid="8" name="MSIP_Label_babe128f-e2ab-4b18-9c62-301caee5e80a_ActionId">
    <vt:lpwstr>3c58ffe5-4c8c-497d-b23e-0c1208da03ba</vt:lpwstr>
  </property>
  <property fmtid="{D5CDD505-2E9C-101B-9397-08002B2CF9AE}" pid="9" name="MSIP_Label_babe128f-e2ab-4b18-9c62-301caee5e80a_ContentBits">
    <vt:lpwstr>1</vt:lpwstr>
  </property>
  <property fmtid="{D5CDD505-2E9C-101B-9397-08002B2CF9AE}" pid="10" name="MediaServiceImageTags">
    <vt:lpwstr/>
  </property>
</Properties>
</file>