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19"/>
  </p:notesMasterIdLst>
  <p:handoutMasterIdLst>
    <p:handoutMasterId r:id="rId20"/>
  </p:handoutMasterIdLst>
  <p:sldIdLst>
    <p:sldId id="419" r:id="rId5"/>
    <p:sldId id="402" r:id="rId6"/>
    <p:sldId id="456" r:id="rId7"/>
    <p:sldId id="432" r:id="rId8"/>
    <p:sldId id="446" r:id="rId9"/>
    <p:sldId id="457" r:id="rId10"/>
    <p:sldId id="447" r:id="rId11"/>
    <p:sldId id="452" r:id="rId12"/>
    <p:sldId id="449" r:id="rId13"/>
    <p:sldId id="450" r:id="rId14"/>
    <p:sldId id="451" r:id="rId15"/>
    <p:sldId id="453" r:id="rId16"/>
    <p:sldId id="455" r:id="rId17"/>
    <p:sldId id="4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D7AA8-B633-43EA-B803-6478153F3BD7}" v="3" dt="2025-03-21T02:00:42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13" autoAdjust="0"/>
    <p:restoredTop sz="94015" autoAdjust="0"/>
  </p:normalViewPr>
  <p:slideViewPr>
    <p:cSldViewPr snapToGrid="0">
      <p:cViewPr varScale="1">
        <p:scale>
          <a:sx n="80" d="100"/>
          <a:sy n="80" d="100"/>
        </p:scale>
        <p:origin x="13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ng Kok MAR (NYP)" userId="62030f1a-a95b-4c33-86e6-478100d64ee1" providerId="ADAL" clId="{58ED7AA8-B633-43EA-B803-6478153F3BD7}"/>
    <pc:docChg chg="undo custSel addSld delSld modSld">
      <pc:chgData name="Kheng Kok MAR (NYP)" userId="62030f1a-a95b-4c33-86e6-478100d64ee1" providerId="ADAL" clId="{58ED7AA8-B633-43EA-B803-6478153F3BD7}" dt="2025-03-21T05:00:48.584" v="153" actId="5793"/>
      <pc:docMkLst>
        <pc:docMk/>
      </pc:docMkLst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2600293482" sldId="26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807024801" sldId="295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33152867" sldId="29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250412498" sldId="30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619976221" sldId="30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234809244" sldId="30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070489917" sldId="30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766828700" sldId="32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880737323" sldId="32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392206436" sldId="32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32682470" sldId="32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69862212" sldId="324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009347987" sldId="32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1255300212" sldId="32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320550275" sldId="32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916683871" sldId="329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836926012" sldId="33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05339390" sldId="331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61206000" sldId="333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70237463" sldId="334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769685483" sldId="335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781151514" sldId="336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4181970323" sldId="33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15183010" sldId="33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807812468" sldId="33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14733694" sldId="34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020918737" sldId="34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113745265" sldId="34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711056098" sldId="34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08210905" sldId="34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2411213" sldId="34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0374708" sldId="34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2503712" sldId="35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186340524" sldId="35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351436070" sldId="35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16845528" sldId="35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06275055" sldId="36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3997129" sldId="36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96573934" sldId="36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624530038" sldId="37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836799505" sldId="372"/>
        </pc:sldMkLst>
      </pc:sldChg>
      <pc:sldChg chg="del">
        <pc:chgData name="Kheng Kok MAR (NYP)" userId="62030f1a-a95b-4c33-86e6-478100d64ee1" providerId="ADAL" clId="{58ED7AA8-B633-43EA-B803-6478153F3BD7}" dt="2025-03-21T05:00:12.373" v="139" actId="47"/>
        <pc:sldMkLst>
          <pc:docMk/>
          <pc:sldMk cId="2712846146" sldId="37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1830914" sldId="37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99979536" sldId="37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2780781574" sldId="37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274829805" sldId="378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802167371" sldId="37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90305848" sldId="38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422701620" sldId="38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80813618" sldId="38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5934704" sldId="38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19453085" sldId="38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1534699" sldId="38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34463523" sldId="38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273044271" sldId="38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94403404" sldId="38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84676501" sldId="39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8104730" sldId="39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61234270" sldId="392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40442699" sldId="39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799622941" sldId="39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13993344" sldId="39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879657340" sldId="39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7410163" sldId="39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3696741" sldId="39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9622885" sldId="39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06082339" sldId="40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8316888" sldId="401"/>
        </pc:sldMkLst>
      </pc:sldChg>
      <pc:sldChg chg="modSp add mod">
        <pc:chgData name="Kheng Kok MAR (NYP)" userId="62030f1a-a95b-4c33-86e6-478100d64ee1" providerId="ADAL" clId="{58ED7AA8-B633-43EA-B803-6478153F3BD7}" dt="2025-03-21T04:59:24.160" v="134" actId="20577"/>
        <pc:sldMkLst>
          <pc:docMk/>
          <pc:sldMk cId="3155291161" sldId="402"/>
        </pc:sldMkLst>
        <pc:spChg chg="mod">
          <ac:chgData name="Kheng Kok MAR (NYP)" userId="62030f1a-a95b-4c33-86e6-478100d64ee1" providerId="ADAL" clId="{58ED7AA8-B633-43EA-B803-6478153F3BD7}" dt="2025-03-21T02:00:47.977" v="73" actId="20577"/>
          <ac:spMkLst>
            <pc:docMk/>
            <pc:sldMk cId="3155291161" sldId="402"/>
            <ac:spMk id="2" creationId="{A1D871B1-6C5D-3259-B42A-793ADF2CE90C}"/>
          </ac:spMkLst>
        </pc:spChg>
        <pc:spChg chg="mod">
          <ac:chgData name="Kheng Kok MAR (NYP)" userId="62030f1a-a95b-4c33-86e6-478100d64ee1" providerId="ADAL" clId="{58ED7AA8-B633-43EA-B803-6478153F3BD7}" dt="2025-03-21T04:59:24.160" v="134" actId="20577"/>
          <ac:spMkLst>
            <pc:docMk/>
            <pc:sldMk cId="3155291161" sldId="402"/>
            <ac:spMk id="3" creationId="{DD3B9174-B1BD-7F76-160C-AB73246A18B4}"/>
          </ac:spMkLst>
        </pc:spChg>
      </pc:sldChg>
      <pc:sldChg chg="modSp add del mod">
        <pc:chgData name="Kheng Kok MAR (NYP)" userId="62030f1a-a95b-4c33-86e6-478100d64ee1" providerId="ADAL" clId="{58ED7AA8-B633-43EA-B803-6478153F3BD7}" dt="2025-03-21T02:00:27.386" v="55"/>
        <pc:sldMkLst>
          <pc:docMk/>
          <pc:sldMk cId="3498333577" sldId="402"/>
        </pc:sldMkLst>
        <pc:spChg chg="mod">
          <ac:chgData name="Kheng Kok MAR (NYP)" userId="62030f1a-a95b-4c33-86e6-478100d64ee1" providerId="ADAL" clId="{58ED7AA8-B633-43EA-B803-6478153F3BD7}" dt="2025-03-21T02:00:26.988" v="54" actId="20577"/>
          <ac:spMkLst>
            <pc:docMk/>
            <pc:sldMk cId="3498333577" sldId="402"/>
            <ac:spMk id="2" creationId="{7E5DD8B0-3B00-B572-9211-A9127DBB9BE1}"/>
          </ac:spMkLst>
        </pc:spChg>
      </pc:sldChg>
      <pc:sldChg chg="modSp new mod">
        <pc:chgData name="Kheng Kok MAR (NYP)" userId="62030f1a-a95b-4c33-86e6-478100d64ee1" providerId="ADAL" clId="{58ED7AA8-B633-43EA-B803-6478153F3BD7}" dt="2025-03-21T05:00:48.584" v="153" actId="5793"/>
        <pc:sldMkLst>
          <pc:docMk/>
          <pc:sldMk cId="2767485149" sldId="403"/>
        </pc:sldMkLst>
        <pc:spChg chg="mod">
          <ac:chgData name="Kheng Kok MAR (NYP)" userId="62030f1a-a95b-4c33-86e6-478100d64ee1" providerId="ADAL" clId="{58ED7AA8-B633-43EA-B803-6478153F3BD7}" dt="2025-03-21T05:00:24.783" v="150" actId="20577"/>
          <ac:spMkLst>
            <pc:docMk/>
            <pc:sldMk cId="2767485149" sldId="403"/>
            <ac:spMk id="2" creationId="{B6D222A1-CAB4-531E-D2EE-955F64A570CC}"/>
          </ac:spMkLst>
        </pc:spChg>
        <pc:spChg chg="mod">
          <ac:chgData name="Kheng Kok MAR (NYP)" userId="62030f1a-a95b-4c33-86e6-478100d64ee1" providerId="ADAL" clId="{58ED7AA8-B633-43EA-B803-6478153F3BD7}" dt="2025-03-21T05:00:48.584" v="153" actId="5793"/>
          <ac:spMkLst>
            <pc:docMk/>
            <pc:sldMk cId="2767485149" sldId="403"/>
            <ac:spMk id="3" creationId="{C3D150AC-8FBE-FE32-73FC-FBBA80B56B9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4A07A7-A8F7-B72E-4B74-261D7D3F95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72104-C5D7-9142-35F7-AC28827A37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3F652-CB33-4F60-88E9-6D8C7BBE5615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43AF6-21A3-F929-ED7C-7B438738C7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12D10-68BD-CCCD-9552-0B6E039E3D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006ED-B046-4917-A165-CAAD7C0FC90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877492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0027D-8C89-4D53-9D0A-8B13C461417F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0DD26-C564-4A3C-8398-FE9A3FA1B7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21884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EA3C9-6A75-1ACC-B9DD-02E47A41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233F7-84E0-CA0A-1620-DED80B3EE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03095-1979-EB07-19FD-93E4CD1C3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C96F3-C312-2C6E-327B-F0FB26E099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8276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4572-F5E1-4A3A-A721-7EE4541A5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D856F-22DF-457F-9DA6-2BBBE7724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B450-8F36-4CA9-BB8A-54BED55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1D93-7B44-402E-B68F-4A50DAAA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9746C-92A0-4CD8-BF8A-E4787E5D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351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61EE-C429-4744-8D26-1FB9FBC3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0C32D-939C-4A87-B206-B13FE76F0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BE5D-2F83-4AEF-8424-C597E22D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BA20-D537-4D97-9120-03F8E812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ACC6-7178-428F-8CCE-47D86AD0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89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0FF1-A312-4C8E-9EA2-3491BFAC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27663-4B68-4F0E-8160-1ADCE9DF4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D66A-D9A4-4415-8D41-CC1D01E3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03ECE-F479-44BE-A832-5B02157A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826F4-E99A-40B3-8CA0-F3AA4B55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38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82B9-76EF-4801-9C08-4047A10F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132F-3A32-4B41-90C7-EDF0D345A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EA9C-159B-4ED1-92F1-09257F863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F40C3-72F4-404A-A9ED-41357771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A5256-D040-4A8E-9B0C-40E9F388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95349-5DEF-4070-9AE9-0301B436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81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E1B5-E354-4039-B5F3-B1498766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4FBD-5344-4232-A05C-D05324029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0A864-D109-4C22-B06D-0894FCB2D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EBD65-DF66-42D8-B090-FD5F3BCAF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A9A2C-BFB2-48F9-9095-833362DB1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F60E8-DF8A-4529-9FA5-A28A2EA3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B79B9-A512-4CE4-A687-246A34A1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38109-A1A9-4998-B4A1-97ADDAB7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0165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3E35-5299-4B63-8B51-9F4A97C7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A6AC6-0659-4FAD-9E8F-76F401FB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29569-4516-499A-8373-AC26F376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E8AF0-0DB6-489E-ACEC-F21DC9B2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45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50201-F9A8-4138-A24F-AB852281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83975-FF84-487F-AFDC-02263F1E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4FDBD-62AB-401C-9199-F111ECB2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127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1716-B274-4466-9712-6CEDEBBD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2D5B-1F24-430E-80E2-D0E18441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CB68-134D-45A9-A146-ECD542F0F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AA041-31C7-413C-8A76-152B59F3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C2EC0-A05A-4B3D-8A8A-BC1CA298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C253A-3A59-4B50-B64F-0AE1A358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892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7369-8207-4F07-BC27-4276545C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A7276-13B9-4486-B413-88F6B8EE1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91697-F7DC-4A78-AF6E-6296B045D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1571A-A600-463A-87C9-E3DBFDD1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963BD-E48F-4045-918C-E9E660CC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3A05E-7512-44BA-BD0F-A86E1D35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017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A04D-1F17-4E9B-A65E-2F1F803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C65C5-F69C-413D-BA7E-583D32A4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91DEE-2925-47EE-8B32-4E17401F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0BC08-FF2F-45C0-A338-E6D2C802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E448-78DC-4158-A0A8-43B71EE1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23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EAE97-62E2-4725-A10F-5240A0DCF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AE281-0364-46E3-A4EE-1A000C620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BE32D-4087-41E0-882F-E4A1DF21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DE89-DF6B-4C00-8B4D-5A201E15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BC24-7B2B-46D2-A14D-E4B04FBC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351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4897FD1-71BD-47A6-B797-CF76C131ADA2}"/>
              </a:ext>
            </a:extLst>
          </p:cNvPr>
          <p:cNvGrpSpPr/>
          <p:nvPr/>
        </p:nvGrpSpPr>
        <p:grpSpPr>
          <a:xfrm>
            <a:off x="0" y="1"/>
            <a:ext cx="12192000" cy="96761"/>
            <a:chOff x="0" y="1"/>
            <a:chExt cx="9144000" cy="501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48B507-1C7C-424E-A896-2B5D193F7988}"/>
                </a:ext>
              </a:extLst>
            </p:cNvPr>
            <p:cNvSpPr/>
            <p:nvPr userDrawn="1"/>
          </p:nvSpPr>
          <p:spPr>
            <a:xfrm>
              <a:off x="0" y="1"/>
              <a:ext cx="4572000" cy="50138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6A0A9C-1620-46A1-96D8-039E189461A1}"/>
                </a:ext>
              </a:extLst>
            </p:cNvPr>
            <p:cNvSpPr/>
            <p:nvPr userDrawn="1"/>
          </p:nvSpPr>
          <p:spPr>
            <a:xfrm>
              <a:off x="4572000" y="1"/>
              <a:ext cx="4572000" cy="50138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83DBF1-F186-4FF9-98D0-2D89BCCD7064}"/>
              </a:ext>
            </a:extLst>
          </p:cNvPr>
          <p:cNvCxnSpPr>
            <a:cxnSpLocks/>
          </p:cNvCxnSpPr>
          <p:nvPr/>
        </p:nvCxnSpPr>
        <p:spPr>
          <a:xfrm>
            <a:off x="279540" y="6530229"/>
            <a:ext cx="116329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8">
            <a:extLst>
              <a:ext uri="{FF2B5EF4-FFF2-40B4-BE49-F238E27FC236}">
                <a16:creationId xmlns:a16="http://schemas.microsoft.com/office/drawing/2014/main" id="{029F2E20-2684-46DF-9D11-02417258E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95" y="278092"/>
            <a:ext cx="11042511" cy="107887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SG"/>
              <a:t>Click to add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0D22AC7-14BF-4AF1-B561-7FA3FAB6CB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018" y="1562095"/>
            <a:ext cx="11042651" cy="4791607"/>
          </a:xfrm>
          <a:prstGeom prst="rect">
            <a:avLst/>
          </a:prstGeom>
        </p:spPr>
        <p:txBody>
          <a:bodyPr/>
          <a:lstStyle>
            <a:lvl1pPr marL="380990" indent="-38099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bullets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0820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AFB620-18D1-4649-93A3-941BC5B43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83FD6784-19E4-4D70-8B3B-4D3959A58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270" y="317002"/>
            <a:ext cx="11042511" cy="107887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SG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633B2C3-EE9C-4119-9F7F-EE2C6BE94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2270" y="1562095"/>
            <a:ext cx="11042651" cy="4791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add body text</a:t>
            </a:r>
          </a:p>
        </p:txBody>
      </p:sp>
    </p:spTree>
    <p:extLst>
      <p:ext uri="{BB962C8B-B14F-4D97-AF65-F5344CB8AC3E}">
        <p14:creationId xmlns:p14="http://schemas.microsoft.com/office/powerpoint/2010/main" val="480725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109628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9974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590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4141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4368800" y="33"/>
            <a:ext cx="782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7"/>
          <p:cNvSpPr/>
          <p:nvPr/>
        </p:nvSpPr>
        <p:spPr>
          <a:xfrm rot="-5400000">
            <a:off x="1012200" y="3356600"/>
            <a:ext cx="6858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9618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634000" y="1678033"/>
            <a:ext cx="10962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634000" y="4406167"/>
            <a:ext cx="10962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8319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653667" y="651000"/>
            <a:ext cx="8302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092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9"/>
          <p:cNvSpPr/>
          <p:nvPr/>
        </p:nvSpPr>
        <p:spPr>
          <a:xfrm rot="5400000">
            <a:off x="2595233" y="3357000"/>
            <a:ext cx="68572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705956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7145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/>
          <p:nvPr/>
        </p:nvSpPr>
        <p:spPr>
          <a:xfrm>
            <a:off x="10059311" y="877033"/>
            <a:ext cx="1732400" cy="577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3" name="Google Shape;13;p57"/>
          <p:cNvGrpSpPr/>
          <p:nvPr/>
        </p:nvGrpSpPr>
        <p:grpSpPr>
          <a:xfrm>
            <a:off x="0" y="-9451"/>
            <a:ext cx="11548531" cy="6867451"/>
            <a:chOff x="0" y="-7088"/>
            <a:chExt cx="8661398" cy="5150588"/>
          </a:xfrm>
        </p:grpSpPr>
        <p:sp>
          <p:nvSpPr>
            <p:cNvPr id="14" name="Google Shape;14;p57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7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6" name="Google Shape;16;p57"/>
          <p:cNvGrpSpPr/>
          <p:nvPr/>
        </p:nvGrpSpPr>
        <p:grpSpPr>
          <a:xfrm rot="10800000" flipH="1">
            <a:off x="2" y="1454351"/>
            <a:ext cx="11796669" cy="3949300"/>
            <a:chOff x="-8178042" y="-4493254"/>
            <a:chExt cx="19483597" cy="6522736"/>
          </a:xfrm>
        </p:grpSpPr>
        <p:sp>
          <p:nvSpPr>
            <p:cNvPr id="17" name="Google Shape;17;p57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8" name="Google Shape;18;p57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9" name="Google Shape;19;p57"/>
          <p:cNvGrpSpPr/>
          <p:nvPr/>
        </p:nvGrpSpPr>
        <p:grpSpPr>
          <a:xfrm>
            <a:off x="4902981" y="5704465"/>
            <a:ext cx="7307771" cy="577328"/>
            <a:chOff x="5582265" y="4646738"/>
            <a:chExt cx="5480828" cy="432996"/>
          </a:xfrm>
        </p:grpSpPr>
        <p:sp>
          <p:nvSpPr>
            <p:cNvPr id="20" name="Google Shape;20;p57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1;p57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2" name="Google Shape;22;p57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57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" name="Google Shape;24;p57"/>
          <p:cNvSpPr txBox="1">
            <a:spLocks noGrp="1"/>
          </p:cNvSpPr>
          <p:nvPr>
            <p:ph type="ctrTitle"/>
          </p:nvPr>
        </p:nvSpPr>
        <p:spPr>
          <a:xfrm>
            <a:off x="643469" y="1454333"/>
            <a:ext cx="698432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5" name="Google Shape;25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70875" y="1454217"/>
            <a:ext cx="2268772" cy="2268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5879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90C6C-FDE3-C662-2486-197F1D3B3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C56D8D-12A6-4A5A-B92D-575EE1DEE3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6323" y="1528131"/>
            <a:ext cx="5337923" cy="186687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6667" b="1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F1328D7-7673-4614-9EEB-F014CD4879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323" y="3549449"/>
            <a:ext cx="4813671" cy="999104"/>
          </a:xfrm>
          <a:prstGeom prst="rect">
            <a:avLst/>
          </a:prstGeom>
        </p:spPr>
        <p:txBody>
          <a:bodyPr/>
          <a:lstStyle>
            <a:lvl1pPr>
              <a:defRPr sz="1867" b="0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0011CE1-EDBF-46B7-9599-4FD9FCE16C51}"/>
              </a:ext>
            </a:extLst>
          </p:cNvPr>
          <p:cNvSpPr/>
          <p:nvPr userDrawn="1"/>
        </p:nvSpPr>
        <p:spPr>
          <a:xfrm rot="2871830">
            <a:off x="6936865" y="138470"/>
            <a:ext cx="257671" cy="2397084"/>
          </a:xfrm>
          <a:custGeom>
            <a:avLst/>
            <a:gdLst>
              <a:gd name="connsiteX0" fmla="*/ 0 w 193253"/>
              <a:gd name="connsiteY0" fmla="*/ 0 h 1820147"/>
              <a:gd name="connsiteX1" fmla="*/ 193253 w 193253"/>
              <a:gd name="connsiteY1" fmla="*/ 0 h 1820147"/>
              <a:gd name="connsiteX2" fmla="*/ 193253 w 193253"/>
              <a:gd name="connsiteY2" fmla="*/ 1820147 h 1820147"/>
              <a:gd name="connsiteX3" fmla="*/ 0 w 193253"/>
              <a:gd name="connsiteY3" fmla="*/ 1820147 h 1820147"/>
              <a:gd name="connsiteX4" fmla="*/ 0 w 193253"/>
              <a:gd name="connsiteY4" fmla="*/ 0 h 1820147"/>
              <a:gd name="connsiteX0" fmla="*/ 0 w 197852"/>
              <a:gd name="connsiteY0" fmla="*/ 0 h 1820147"/>
              <a:gd name="connsiteX1" fmla="*/ 197852 w 197852"/>
              <a:gd name="connsiteY1" fmla="*/ 4378 h 1820147"/>
              <a:gd name="connsiteX2" fmla="*/ 193253 w 197852"/>
              <a:gd name="connsiteY2" fmla="*/ 1820147 h 1820147"/>
              <a:gd name="connsiteX3" fmla="*/ 0 w 197852"/>
              <a:gd name="connsiteY3" fmla="*/ 1820147 h 1820147"/>
              <a:gd name="connsiteX4" fmla="*/ 0 w 197852"/>
              <a:gd name="connsiteY4" fmla="*/ 0 h 1820147"/>
              <a:gd name="connsiteX0" fmla="*/ 5041 w 197852"/>
              <a:gd name="connsiteY0" fmla="*/ 17956 h 1815769"/>
              <a:gd name="connsiteX1" fmla="*/ 197852 w 197852"/>
              <a:gd name="connsiteY1" fmla="*/ 0 h 1815769"/>
              <a:gd name="connsiteX2" fmla="*/ 193253 w 197852"/>
              <a:gd name="connsiteY2" fmla="*/ 1815769 h 1815769"/>
              <a:gd name="connsiteX3" fmla="*/ 0 w 197852"/>
              <a:gd name="connsiteY3" fmla="*/ 1815769 h 1815769"/>
              <a:gd name="connsiteX4" fmla="*/ 5041 w 197852"/>
              <a:gd name="connsiteY4" fmla="*/ 17956 h 1815769"/>
              <a:gd name="connsiteX0" fmla="*/ 5041 w 193253"/>
              <a:gd name="connsiteY0" fmla="*/ 0 h 1797813"/>
              <a:gd name="connsiteX1" fmla="*/ 189316 w 193253"/>
              <a:gd name="connsiteY1" fmla="*/ 220 h 1797813"/>
              <a:gd name="connsiteX2" fmla="*/ 193253 w 193253"/>
              <a:gd name="connsiteY2" fmla="*/ 1797813 h 1797813"/>
              <a:gd name="connsiteX3" fmla="*/ 0 w 193253"/>
              <a:gd name="connsiteY3" fmla="*/ 1797813 h 1797813"/>
              <a:gd name="connsiteX4" fmla="*/ 5041 w 193253"/>
              <a:gd name="connsiteY4" fmla="*/ 0 h 179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253" h="1797813">
                <a:moveTo>
                  <a:pt x="5041" y="0"/>
                </a:moveTo>
                <a:lnTo>
                  <a:pt x="189316" y="220"/>
                </a:lnTo>
                <a:cubicBezTo>
                  <a:pt x="190628" y="599418"/>
                  <a:pt x="191941" y="1198615"/>
                  <a:pt x="193253" y="1797813"/>
                </a:cubicBezTo>
                <a:lnTo>
                  <a:pt x="0" y="1797813"/>
                </a:lnTo>
                <a:cubicBezTo>
                  <a:pt x="1680" y="1198542"/>
                  <a:pt x="3361" y="599271"/>
                  <a:pt x="5041" y="0"/>
                </a:cubicBezTo>
                <a:close/>
              </a:path>
            </a:pathLst>
          </a:cu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43153B-9164-4B7D-8967-9232760F77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547" y="393707"/>
            <a:ext cx="2822077" cy="584956"/>
          </a:xfrm>
          <a:prstGeom prst="rect">
            <a:avLst/>
          </a:prstGeom>
        </p:spPr>
      </p:pic>
      <p:sp>
        <p:nvSpPr>
          <p:cNvPr id="2" name="Isosceles Triangle 2">
            <a:extLst>
              <a:ext uri="{FF2B5EF4-FFF2-40B4-BE49-F238E27FC236}">
                <a16:creationId xmlns:a16="http://schemas.microsoft.com/office/drawing/2014/main" id="{A15BFF93-6482-1724-38DE-4828529F78E7}"/>
              </a:ext>
            </a:extLst>
          </p:cNvPr>
          <p:cNvSpPr/>
          <p:nvPr userDrawn="1"/>
        </p:nvSpPr>
        <p:spPr>
          <a:xfrm rot="16200000">
            <a:off x="10798933" y="5465604"/>
            <a:ext cx="1375097" cy="1413193"/>
          </a:xfrm>
          <a:custGeom>
            <a:avLst/>
            <a:gdLst>
              <a:gd name="connsiteX0" fmla="*/ 0 w 906866"/>
              <a:gd name="connsiteY0" fmla="*/ 754622 h 754622"/>
              <a:gd name="connsiteX1" fmla="*/ 453433 w 906866"/>
              <a:gd name="connsiteY1" fmla="*/ 0 h 754622"/>
              <a:gd name="connsiteX2" fmla="*/ 906866 w 906866"/>
              <a:gd name="connsiteY2" fmla="*/ 754622 h 754622"/>
              <a:gd name="connsiteX3" fmla="*/ 0 w 906866"/>
              <a:gd name="connsiteY3" fmla="*/ 754622 h 754622"/>
              <a:gd name="connsiteX0" fmla="*/ 0 w 1143086"/>
              <a:gd name="connsiteY0" fmla="*/ 754622 h 754622"/>
              <a:gd name="connsiteX1" fmla="*/ 453433 w 1143086"/>
              <a:gd name="connsiteY1" fmla="*/ 0 h 754622"/>
              <a:gd name="connsiteX2" fmla="*/ 1143086 w 1143086"/>
              <a:gd name="connsiteY2" fmla="*/ 747002 h 754622"/>
              <a:gd name="connsiteX3" fmla="*/ 0 w 1143086"/>
              <a:gd name="connsiteY3" fmla="*/ 754622 h 754622"/>
              <a:gd name="connsiteX0" fmla="*/ 0 w 1143086"/>
              <a:gd name="connsiteY0" fmla="*/ 1227062 h 1227062"/>
              <a:gd name="connsiteX1" fmla="*/ 3853 w 1143086"/>
              <a:gd name="connsiteY1" fmla="*/ 0 h 1227062"/>
              <a:gd name="connsiteX2" fmla="*/ 1143086 w 1143086"/>
              <a:gd name="connsiteY2" fmla="*/ 1219442 h 1227062"/>
              <a:gd name="connsiteX3" fmla="*/ 0 w 1143086"/>
              <a:gd name="connsiteY3" fmla="*/ 1227062 h 1227062"/>
              <a:gd name="connsiteX0" fmla="*/ 0 w 1143086"/>
              <a:gd name="connsiteY0" fmla="*/ 1219442 h 1219442"/>
              <a:gd name="connsiteX1" fmla="*/ 3853 w 1143086"/>
              <a:gd name="connsiteY1" fmla="*/ 0 h 1219442"/>
              <a:gd name="connsiteX2" fmla="*/ 1143086 w 1143086"/>
              <a:gd name="connsiteY2" fmla="*/ 1219442 h 1219442"/>
              <a:gd name="connsiteX3" fmla="*/ 0 w 1143086"/>
              <a:gd name="connsiteY3" fmla="*/ 1219442 h 1219442"/>
              <a:gd name="connsiteX0" fmla="*/ 0 w 1062123"/>
              <a:gd name="connsiteY0" fmla="*/ 1219442 h 1219442"/>
              <a:gd name="connsiteX1" fmla="*/ 3853 w 1062123"/>
              <a:gd name="connsiteY1" fmla="*/ 0 h 1219442"/>
              <a:gd name="connsiteX2" fmla="*/ 1062123 w 1062123"/>
              <a:gd name="connsiteY2" fmla="*/ 1131336 h 1219442"/>
              <a:gd name="connsiteX3" fmla="*/ 0 w 106212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31902 w 1058464"/>
              <a:gd name="connsiteY0" fmla="*/ 1131335 h 1132395"/>
              <a:gd name="connsiteX1" fmla="*/ 36 w 1058464"/>
              <a:gd name="connsiteY1" fmla="*/ 0 h 1132395"/>
              <a:gd name="connsiteX2" fmla="*/ 1058306 w 1058464"/>
              <a:gd name="connsiteY2" fmla="*/ 1131336 h 1132395"/>
              <a:gd name="connsiteX3" fmla="*/ 31902 w 1058464"/>
              <a:gd name="connsiteY3" fmla="*/ 1131335 h 1132395"/>
              <a:gd name="connsiteX0" fmla="*/ 5810 w 1032372"/>
              <a:gd name="connsiteY0" fmla="*/ 1074182 h 1075242"/>
              <a:gd name="connsiteX1" fmla="*/ 137 w 1032372"/>
              <a:gd name="connsiteY1" fmla="*/ 0 h 1075242"/>
              <a:gd name="connsiteX2" fmla="*/ 1032214 w 1032372"/>
              <a:gd name="connsiteY2" fmla="*/ 1074183 h 1075242"/>
              <a:gd name="connsiteX3" fmla="*/ 5810 w 1032372"/>
              <a:gd name="connsiteY3" fmla="*/ 1074182 h 1075242"/>
              <a:gd name="connsiteX0" fmla="*/ 1200 w 1032523"/>
              <a:gd name="connsiteY0" fmla="*/ 1078945 h 1078945"/>
              <a:gd name="connsiteX1" fmla="*/ 289 w 1032523"/>
              <a:gd name="connsiteY1" fmla="*/ 0 h 1078945"/>
              <a:gd name="connsiteX2" fmla="*/ 1032366 w 1032523"/>
              <a:gd name="connsiteY2" fmla="*/ 1074183 h 1078945"/>
              <a:gd name="connsiteX3" fmla="*/ 1200 w 1032523"/>
              <a:gd name="connsiteY3" fmla="*/ 1078945 h 1078945"/>
              <a:gd name="connsiteX0" fmla="*/ 0 w 1031323"/>
              <a:gd name="connsiteY0" fmla="*/ 1059895 h 1059895"/>
              <a:gd name="connsiteX1" fmla="*/ 1470 w 1031323"/>
              <a:gd name="connsiteY1" fmla="*/ 0 h 1059895"/>
              <a:gd name="connsiteX2" fmla="*/ 1031166 w 1031323"/>
              <a:gd name="connsiteY2" fmla="*/ 1055133 h 1059895"/>
              <a:gd name="connsiteX3" fmla="*/ 0 w 1031323"/>
              <a:gd name="connsiteY3" fmla="*/ 1059895 h 105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323" h="1059895">
                <a:moveTo>
                  <a:pt x="0" y="1059895"/>
                </a:moveTo>
                <a:cubicBezTo>
                  <a:pt x="1284" y="650874"/>
                  <a:pt x="186" y="409021"/>
                  <a:pt x="1470" y="0"/>
                </a:cubicBezTo>
                <a:cubicBezTo>
                  <a:pt x="354227" y="377112"/>
                  <a:pt x="1042740" y="1051880"/>
                  <a:pt x="1031166" y="1055133"/>
                </a:cubicBezTo>
                <a:cubicBezTo>
                  <a:pt x="1043043" y="1057517"/>
                  <a:pt x="381029" y="1059895"/>
                  <a:pt x="0" y="1059895"/>
                </a:cubicBezTo>
                <a:close/>
              </a:path>
            </a:pathLst>
          </a:cu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51460D6-F294-9FEC-8A11-8E4DE73D906F}"/>
              </a:ext>
            </a:extLst>
          </p:cNvPr>
          <p:cNvSpPr/>
          <p:nvPr userDrawn="1"/>
        </p:nvSpPr>
        <p:spPr>
          <a:xfrm rot="13500000">
            <a:off x="11360201" y="5062314"/>
            <a:ext cx="311071" cy="2220841"/>
          </a:xfrm>
          <a:custGeom>
            <a:avLst/>
            <a:gdLst>
              <a:gd name="connsiteX0" fmla="*/ 0 w 185368"/>
              <a:gd name="connsiteY0" fmla="*/ 0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0 w 185368"/>
              <a:gd name="connsiteY4" fmla="*/ 0 h 1259721"/>
              <a:gd name="connsiteX0" fmla="*/ 11136 w 185368"/>
              <a:gd name="connsiteY0" fmla="*/ 134862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11136 w 185368"/>
              <a:gd name="connsiteY4" fmla="*/ 134862 h 1259721"/>
              <a:gd name="connsiteX0" fmla="*/ 11136 w 185368"/>
              <a:gd name="connsiteY0" fmla="*/ 221597 h 1346456"/>
              <a:gd name="connsiteX1" fmla="*/ 168470 w 185368"/>
              <a:gd name="connsiteY1" fmla="*/ 0 h 1346456"/>
              <a:gd name="connsiteX2" fmla="*/ 185368 w 185368"/>
              <a:gd name="connsiteY2" fmla="*/ 1346456 h 1346456"/>
              <a:gd name="connsiteX3" fmla="*/ 0 w 185368"/>
              <a:gd name="connsiteY3" fmla="*/ 1346456 h 1346456"/>
              <a:gd name="connsiteX4" fmla="*/ 11136 w 185368"/>
              <a:gd name="connsiteY4" fmla="*/ 221597 h 1346456"/>
              <a:gd name="connsiteX0" fmla="*/ 0 w 174232"/>
              <a:gd name="connsiteY0" fmla="*/ 221597 h 1368722"/>
              <a:gd name="connsiteX1" fmla="*/ 157334 w 174232"/>
              <a:gd name="connsiteY1" fmla="*/ 0 h 1368722"/>
              <a:gd name="connsiteX2" fmla="*/ 174232 w 174232"/>
              <a:gd name="connsiteY2" fmla="*/ 1346456 h 1368722"/>
              <a:gd name="connsiteX3" fmla="*/ 366 w 174232"/>
              <a:gd name="connsiteY3" fmla="*/ 1368722 h 1368722"/>
              <a:gd name="connsiteX4" fmla="*/ 0 w 174232"/>
              <a:gd name="connsiteY4" fmla="*/ 221597 h 1368722"/>
              <a:gd name="connsiteX0" fmla="*/ 28972 w 173866"/>
              <a:gd name="connsiteY0" fmla="*/ 283202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28972 w 173866"/>
              <a:gd name="connsiteY4" fmla="*/ 283202 h 1368722"/>
              <a:gd name="connsiteX0" fmla="*/ 13460 w 173866"/>
              <a:gd name="connsiteY0" fmla="*/ 267631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13460 w 173866"/>
              <a:gd name="connsiteY4" fmla="*/ 267631 h 1368722"/>
              <a:gd name="connsiteX0" fmla="*/ 13460 w 173866"/>
              <a:gd name="connsiteY0" fmla="*/ 257249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13460 w 173866"/>
              <a:gd name="connsiteY4" fmla="*/ 257249 h 1358340"/>
              <a:gd name="connsiteX0" fmla="*/ 32818 w 173866"/>
              <a:gd name="connsiteY0" fmla="*/ 279771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32818 w 173866"/>
              <a:gd name="connsiteY4" fmla="*/ 279771 h 1358340"/>
              <a:gd name="connsiteX0" fmla="*/ 32818 w 173866"/>
              <a:gd name="connsiteY0" fmla="*/ 269656 h 1348225"/>
              <a:gd name="connsiteX1" fmla="*/ 162520 w 173866"/>
              <a:gd name="connsiteY1" fmla="*/ -1 h 1348225"/>
              <a:gd name="connsiteX2" fmla="*/ 173866 w 173866"/>
              <a:gd name="connsiteY2" fmla="*/ 1325959 h 1348225"/>
              <a:gd name="connsiteX3" fmla="*/ 0 w 173866"/>
              <a:gd name="connsiteY3" fmla="*/ 1348225 h 1348225"/>
              <a:gd name="connsiteX4" fmla="*/ 32818 w 173866"/>
              <a:gd name="connsiteY4" fmla="*/ 269656 h 1348225"/>
              <a:gd name="connsiteX0" fmla="*/ 23240 w 164288"/>
              <a:gd name="connsiteY0" fmla="*/ 269657 h 1327995"/>
              <a:gd name="connsiteX1" fmla="*/ 152942 w 164288"/>
              <a:gd name="connsiteY1" fmla="*/ 0 h 1327995"/>
              <a:gd name="connsiteX2" fmla="*/ 164288 w 164288"/>
              <a:gd name="connsiteY2" fmla="*/ 1325960 h 1327995"/>
              <a:gd name="connsiteX3" fmla="*/ 0 w 164288"/>
              <a:gd name="connsiteY3" fmla="*/ 1327995 h 1327995"/>
              <a:gd name="connsiteX4" fmla="*/ 23240 w 164288"/>
              <a:gd name="connsiteY4" fmla="*/ 269657 h 1327995"/>
              <a:gd name="connsiteX0" fmla="*/ 23240 w 170070"/>
              <a:gd name="connsiteY0" fmla="*/ 261634 h 1319972"/>
              <a:gd name="connsiteX1" fmla="*/ 170070 w 170070"/>
              <a:gd name="connsiteY1" fmla="*/ 0 h 1319972"/>
              <a:gd name="connsiteX2" fmla="*/ 164288 w 170070"/>
              <a:gd name="connsiteY2" fmla="*/ 1317937 h 1319972"/>
              <a:gd name="connsiteX3" fmla="*/ 0 w 170070"/>
              <a:gd name="connsiteY3" fmla="*/ 1319972 h 1319972"/>
              <a:gd name="connsiteX4" fmla="*/ 23240 w 170070"/>
              <a:gd name="connsiteY4" fmla="*/ 261634 h 1319972"/>
              <a:gd name="connsiteX0" fmla="*/ 23240 w 170070"/>
              <a:gd name="connsiteY0" fmla="*/ 261634 h 1368726"/>
              <a:gd name="connsiteX1" fmla="*/ 170070 w 170070"/>
              <a:gd name="connsiteY1" fmla="*/ 0 h 1368726"/>
              <a:gd name="connsiteX2" fmla="*/ 167819 w 170070"/>
              <a:gd name="connsiteY2" fmla="*/ 1368726 h 1368726"/>
              <a:gd name="connsiteX3" fmla="*/ 0 w 170070"/>
              <a:gd name="connsiteY3" fmla="*/ 1319972 h 1368726"/>
              <a:gd name="connsiteX4" fmla="*/ 23240 w 170070"/>
              <a:gd name="connsiteY4" fmla="*/ 261634 h 1368726"/>
              <a:gd name="connsiteX0" fmla="*/ 23240 w 184789"/>
              <a:gd name="connsiteY0" fmla="*/ 26163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3240 w 184789"/>
              <a:gd name="connsiteY4" fmla="*/ 261634 h 1396262"/>
              <a:gd name="connsiteX0" fmla="*/ 14074 w 184789"/>
              <a:gd name="connsiteY0" fmla="*/ 296650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14074 w 184789"/>
              <a:gd name="connsiteY4" fmla="*/ 296650 h 1396262"/>
              <a:gd name="connsiteX0" fmla="*/ 22940 w 184789"/>
              <a:gd name="connsiteY0" fmla="*/ 281148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2940 w 184789"/>
              <a:gd name="connsiteY4" fmla="*/ 281148 h 1396262"/>
              <a:gd name="connsiteX0" fmla="*/ 27672 w 184789"/>
              <a:gd name="connsiteY0" fmla="*/ 25388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7672 w 184789"/>
              <a:gd name="connsiteY4" fmla="*/ 253884 h 1396262"/>
              <a:gd name="connsiteX0" fmla="*/ 0 w 190766"/>
              <a:gd name="connsiteY0" fmla="*/ 250212 h 1396262"/>
              <a:gd name="connsiteX1" fmla="*/ 176047 w 190766"/>
              <a:gd name="connsiteY1" fmla="*/ 0 h 1396262"/>
              <a:gd name="connsiteX2" fmla="*/ 190625 w 190766"/>
              <a:gd name="connsiteY2" fmla="*/ 1396262 h 1396262"/>
              <a:gd name="connsiteX3" fmla="*/ 5977 w 190766"/>
              <a:gd name="connsiteY3" fmla="*/ 1319972 h 1396262"/>
              <a:gd name="connsiteX4" fmla="*/ 0 w 190766"/>
              <a:gd name="connsiteY4" fmla="*/ 250212 h 1396262"/>
              <a:gd name="connsiteX0" fmla="*/ 0 w 197591"/>
              <a:gd name="connsiteY0" fmla="*/ 232644 h 1378694"/>
              <a:gd name="connsiteX1" fmla="*/ 197591 w 197591"/>
              <a:gd name="connsiteY1" fmla="*/ 0 h 1378694"/>
              <a:gd name="connsiteX2" fmla="*/ 190625 w 197591"/>
              <a:gd name="connsiteY2" fmla="*/ 1378694 h 1378694"/>
              <a:gd name="connsiteX3" fmla="*/ 5977 w 197591"/>
              <a:gd name="connsiteY3" fmla="*/ 1302404 h 1378694"/>
              <a:gd name="connsiteX4" fmla="*/ 0 w 197591"/>
              <a:gd name="connsiteY4" fmla="*/ 232644 h 1378694"/>
              <a:gd name="connsiteX0" fmla="*/ 24386 w 191715"/>
              <a:gd name="connsiteY0" fmla="*/ 197901 h 1378694"/>
              <a:gd name="connsiteX1" fmla="*/ 191715 w 191715"/>
              <a:gd name="connsiteY1" fmla="*/ 0 h 1378694"/>
              <a:gd name="connsiteX2" fmla="*/ 184749 w 191715"/>
              <a:gd name="connsiteY2" fmla="*/ 1378694 h 1378694"/>
              <a:gd name="connsiteX3" fmla="*/ 101 w 191715"/>
              <a:gd name="connsiteY3" fmla="*/ 1302404 h 1378694"/>
              <a:gd name="connsiteX4" fmla="*/ 24386 w 191715"/>
              <a:gd name="connsiteY4" fmla="*/ 197901 h 1378694"/>
              <a:gd name="connsiteX0" fmla="*/ 0 w 167329"/>
              <a:gd name="connsiteY0" fmla="*/ 197901 h 1378694"/>
              <a:gd name="connsiteX1" fmla="*/ 167329 w 167329"/>
              <a:gd name="connsiteY1" fmla="*/ 0 h 1378694"/>
              <a:gd name="connsiteX2" fmla="*/ 160363 w 167329"/>
              <a:gd name="connsiteY2" fmla="*/ 1378694 h 1378694"/>
              <a:gd name="connsiteX3" fmla="*/ 4847 w 167329"/>
              <a:gd name="connsiteY3" fmla="*/ 1254857 h 1378694"/>
              <a:gd name="connsiteX4" fmla="*/ 0 w 167329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19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20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0607 w 190194"/>
              <a:gd name="connsiteY0" fmla="*/ 172292 h 1378694"/>
              <a:gd name="connsiteX1" fmla="*/ 190194 w 190194"/>
              <a:gd name="connsiteY1" fmla="*/ 0 h 1378694"/>
              <a:gd name="connsiteX2" fmla="*/ 183229 w 190194"/>
              <a:gd name="connsiteY2" fmla="*/ 1378694 h 1378694"/>
              <a:gd name="connsiteX3" fmla="*/ 115 w 190194"/>
              <a:gd name="connsiteY3" fmla="*/ 1244237 h 1378694"/>
              <a:gd name="connsiteX4" fmla="*/ 20607 w 190194"/>
              <a:gd name="connsiteY4" fmla="*/ 172292 h 1378694"/>
              <a:gd name="connsiteX0" fmla="*/ 20607 w 195117"/>
              <a:gd name="connsiteY0" fmla="*/ 192045 h 1398447"/>
              <a:gd name="connsiteX1" fmla="*/ 195117 w 195117"/>
              <a:gd name="connsiteY1" fmla="*/ 0 h 1398447"/>
              <a:gd name="connsiteX2" fmla="*/ 183229 w 195117"/>
              <a:gd name="connsiteY2" fmla="*/ 1398447 h 1398447"/>
              <a:gd name="connsiteX3" fmla="*/ 115 w 195117"/>
              <a:gd name="connsiteY3" fmla="*/ 1263990 h 1398447"/>
              <a:gd name="connsiteX4" fmla="*/ 20607 w 195117"/>
              <a:gd name="connsiteY4" fmla="*/ 192045 h 1398447"/>
              <a:gd name="connsiteX0" fmla="*/ 14590 w 195152"/>
              <a:gd name="connsiteY0" fmla="*/ 198994 h 1398447"/>
              <a:gd name="connsiteX1" fmla="*/ 195152 w 195152"/>
              <a:gd name="connsiteY1" fmla="*/ 0 h 1398447"/>
              <a:gd name="connsiteX2" fmla="*/ 183264 w 195152"/>
              <a:gd name="connsiteY2" fmla="*/ 1398447 h 1398447"/>
              <a:gd name="connsiteX3" fmla="*/ 150 w 195152"/>
              <a:gd name="connsiteY3" fmla="*/ 1263990 h 1398447"/>
              <a:gd name="connsiteX4" fmla="*/ 14590 w 195152"/>
              <a:gd name="connsiteY4" fmla="*/ 198994 h 1398447"/>
              <a:gd name="connsiteX0" fmla="*/ 14590 w 183796"/>
              <a:gd name="connsiteY0" fmla="*/ 185097 h 1384550"/>
              <a:gd name="connsiteX1" fmla="*/ 183048 w 183796"/>
              <a:gd name="connsiteY1" fmla="*/ 0 h 1384550"/>
              <a:gd name="connsiteX2" fmla="*/ 183264 w 183796"/>
              <a:gd name="connsiteY2" fmla="*/ 1384550 h 1384550"/>
              <a:gd name="connsiteX3" fmla="*/ 150 w 183796"/>
              <a:gd name="connsiteY3" fmla="*/ 1250093 h 1384550"/>
              <a:gd name="connsiteX4" fmla="*/ 14590 w 183796"/>
              <a:gd name="connsiteY4" fmla="*/ 185097 h 1384550"/>
              <a:gd name="connsiteX0" fmla="*/ 14590 w 184829"/>
              <a:gd name="connsiteY0" fmla="*/ 185097 h 1397354"/>
              <a:gd name="connsiteX1" fmla="*/ 183048 w 184829"/>
              <a:gd name="connsiteY1" fmla="*/ 0 h 1397354"/>
              <a:gd name="connsiteX2" fmla="*/ 184393 w 184829"/>
              <a:gd name="connsiteY2" fmla="*/ 1397354 h 1397354"/>
              <a:gd name="connsiteX3" fmla="*/ 150 w 184829"/>
              <a:gd name="connsiteY3" fmla="*/ 1250093 h 1397354"/>
              <a:gd name="connsiteX4" fmla="*/ 14590 w 184829"/>
              <a:gd name="connsiteY4" fmla="*/ 185097 h 1397354"/>
              <a:gd name="connsiteX0" fmla="*/ 14590 w 184492"/>
              <a:gd name="connsiteY0" fmla="*/ 202666 h 1414923"/>
              <a:gd name="connsiteX1" fmla="*/ 161504 w 184492"/>
              <a:gd name="connsiteY1" fmla="*/ 0 h 1414923"/>
              <a:gd name="connsiteX2" fmla="*/ 184393 w 184492"/>
              <a:gd name="connsiteY2" fmla="*/ 1414923 h 1414923"/>
              <a:gd name="connsiteX3" fmla="*/ 150 w 184492"/>
              <a:gd name="connsiteY3" fmla="*/ 1267662 h 1414923"/>
              <a:gd name="connsiteX4" fmla="*/ 14590 w 184492"/>
              <a:gd name="connsiteY4" fmla="*/ 202666 h 1414923"/>
              <a:gd name="connsiteX0" fmla="*/ 14590 w 184526"/>
              <a:gd name="connsiteY0" fmla="*/ 196810 h 1409067"/>
              <a:gd name="connsiteX1" fmla="*/ 168685 w 184526"/>
              <a:gd name="connsiteY1" fmla="*/ 0 h 1409067"/>
              <a:gd name="connsiteX2" fmla="*/ 184393 w 184526"/>
              <a:gd name="connsiteY2" fmla="*/ 1409067 h 1409067"/>
              <a:gd name="connsiteX3" fmla="*/ 150 w 184526"/>
              <a:gd name="connsiteY3" fmla="*/ 1261806 h 1409067"/>
              <a:gd name="connsiteX4" fmla="*/ 14590 w 184526"/>
              <a:gd name="connsiteY4" fmla="*/ 196810 h 1409067"/>
              <a:gd name="connsiteX0" fmla="*/ 712 w 184933"/>
              <a:gd name="connsiteY0" fmla="*/ 197904 h 1409067"/>
              <a:gd name="connsiteX1" fmla="*/ 169092 w 184933"/>
              <a:gd name="connsiteY1" fmla="*/ 0 h 1409067"/>
              <a:gd name="connsiteX2" fmla="*/ 184800 w 184933"/>
              <a:gd name="connsiteY2" fmla="*/ 1409067 h 1409067"/>
              <a:gd name="connsiteX3" fmla="*/ 557 w 184933"/>
              <a:gd name="connsiteY3" fmla="*/ 1261806 h 1409067"/>
              <a:gd name="connsiteX4" fmla="*/ 712 w 184933"/>
              <a:gd name="connsiteY4" fmla="*/ 197904 h 1409067"/>
              <a:gd name="connsiteX0" fmla="*/ 712 w 185008"/>
              <a:gd name="connsiteY0" fmla="*/ 205826 h 1416989"/>
              <a:gd name="connsiteX1" fmla="*/ 176532 w 185008"/>
              <a:gd name="connsiteY1" fmla="*/ 0 h 1416989"/>
              <a:gd name="connsiteX2" fmla="*/ 184800 w 185008"/>
              <a:gd name="connsiteY2" fmla="*/ 1416989 h 1416989"/>
              <a:gd name="connsiteX3" fmla="*/ 557 w 185008"/>
              <a:gd name="connsiteY3" fmla="*/ 1269728 h 1416989"/>
              <a:gd name="connsiteX4" fmla="*/ 712 w 185008"/>
              <a:gd name="connsiteY4" fmla="*/ 205826 h 1416989"/>
              <a:gd name="connsiteX0" fmla="*/ 712 w 185170"/>
              <a:gd name="connsiteY0" fmla="*/ 187888 h 1399051"/>
              <a:gd name="connsiteX1" fmla="*/ 182334 w 185170"/>
              <a:gd name="connsiteY1" fmla="*/ 0 h 1399051"/>
              <a:gd name="connsiteX2" fmla="*/ 184800 w 185170"/>
              <a:gd name="connsiteY2" fmla="*/ 1399051 h 1399051"/>
              <a:gd name="connsiteX3" fmla="*/ 557 w 185170"/>
              <a:gd name="connsiteY3" fmla="*/ 1251790 h 1399051"/>
              <a:gd name="connsiteX4" fmla="*/ 712 w 185170"/>
              <a:gd name="connsiteY4" fmla="*/ 187888 h 1399051"/>
              <a:gd name="connsiteX0" fmla="*/ 712 w 191470"/>
              <a:gd name="connsiteY0" fmla="*/ 197235 h 1408398"/>
              <a:gd name="connsiteX1" fmla="*/ 191470 w 191470"/>
              <a:gd name="connsiteY1" fmla="*/ 0 h 1408398"/>
              <a:gd name="connsiteX2" fmla="*/ 184800 w 191470"/>
              <a:gd name="connsiteY2" fmla="*/ 1408398 h 1408398"/>
              <a:gd name="connsiteX3" fmla="*/ 557 w 191470"/>
              <a:gd name="connsiteY3" fmla="*/ 1261137 h 1408398"/>
              <a:gd name="connsiteX4" fmla="*/ 712 w 191470"/>
              <a:gd name="connsiteY4" fmla="*/ 197235 h 1408398"/>
              <a:gd name="connsiteX0" fmla="*/ 712 w 205141"/>
              <a:gd name="connsiteY0" fmla="*/ 197235 h 1416020"/>
              <a:gd name="connsiteX1" fmla="*/ 191470 w 205141"/>
              <a:gd name="connsiteY1" fmla="*/ 0 h 1416020"/>
              <a:gd name="connsiteX2" fmla="*/ 204992 w 205141"/>
              <a:gd name="connsiteY2" fmla="*/ 1416020 h 1416020"/>
              <a:gd name="connsiteX3" fmla="*/ 557 w 205141"/>
              <a:gd name="connsiteY3" fmla="*/ 1261137 h 1416020"/>
              <a:gd name="connsiteX4" fmla="*/ 712 w 205141"/>
              <a:gd name="connsiteY4" fmla="*/ 197235 h 1416020"/>
              <a:gd name="connsiteX0" fmla="*/ 712 w 205183"/>
              <a:gd name="connsiteY0" fmla="*/ 149617 h 1368402"/>
              <a:gd name="connsiteX1" fmla="*/ 195553 w 205183"/>
              <a:gd name="connsiteY1" fmla="*/ 0 h 1368402"/>
              <a:gd name="connsiteX2" fmla="*/ 204992 w 205183"/>
              <a:gd name="connsiteY2" fmla="*/ 1368402 h 1368402"/>
              <a:gd name="connsiteX3" fmla="*/ 557 w 205183"/>
              <a:gd name="connsiteY3" fmla="*/ 1213519 h 1368402"/>
              <a:gd name="connsiteX4" fmla="*/ 712 w 205183"/>
              <a:gd name="connsiteY4" fmla="*/ 149617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213519 h 1368402"/>
              <a:gd name="connsiteX4" fmla="*/ 0 w 207533"/>
              <a:gd name="connsiteY4" fmla="*/ 174342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175058 h 1368402"/>
              <a:gd name="connsiteX4" fmla="*/ 0 w 207533"/>
              <a:gd name="connsiteY4" fmla="*/ 174342 h 1368402"/>
              <a:gd name="connsiteX0" fmla="*/ 0 w 209045"/>
              <a:gd name="connsiteY0" fmla="*/ 174342 h 1358786"/>
              <a:gd name="connsiteX1" fmla="*/ 197903 w 209045"/>
              <a:gd name="connsiteY1" fmla="*/ 0 h 1358786"/>
              <a:gd name="connsiteX2" fmla="*/ 208872 w 209045"/>
              <a:gd name="connsiteY2" fmla="*/ 1358786 h 1358786"/>
              <a:gd name="connsiteX3" fmla="*/ 2907 w 209045"/>
              <a:gd name="connsiteY3" fmla="*/ 1175058 h 1358786"/>
              <a:gd name="connsiteX4" fmla="*/ 0 w 209045"/>
              <a:gd name="connsiteY4" fmla="*/ 174342 h 1358786"/>
              <a:gd name="connsiteX0" fmla="*/ 0 w 212106"/>
              <a:gd name="connsiteY0" fmla="*/ 185331 h 1358786"/>
              <a:gd name="connsiteX1" fmla="*/ 200964 w 212106"/>
              <a:gd name="connsiteY1" fmla="*/ 0 h 1358786"/>
              <a:gd name="connsiteX2" fmla="*/ 211933 w 212106"/>
              <a:gd name="connsiteY2" fmla="*/ 1358786 h 1358786"/>
              <a:gd name="connsiteX3" fmla="*/ 5968 w 212106"/>
              <a:gd name="connsiteY3" fmla="*/ 1175058 h 1358786"/>
              <a:gd name="connsiteX4" fmla="*/ 0 w 212106"/>
              <a:gd name="connsiteY4" fmla="*/ 185331 h 135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06" h="1358786">
                <a:moveTo>
                  <a:pt x="0" y="185331"/>
                </a:moveTo>
                <a:cubicBezTo>
                  <a:pt x="63586" y="119586"/>
                  <a:pt x="137378" y="65745"/>
                  <a:pt x="200964" y="0"/>
                </a:cubicBezTo>
                <a:cubicBezTo>
                  <a:pt x="199037" y="439312"/>
                  <a:pt x="213860" y="919474"/>
                  <a:pt x="211933" y="1358786"/>
                </a:cubicBezTo>
                <a:lnTo>
                  <a:pt x="5968" y="1175058"/>
                </a:lnTo>
                <a:cubicBezTo>
                  <a:pt x="3976" y="818471"/>
                  <a:pt x="1992" y="541918"/>
                  <a:pt x="0" y="185331"/>
                </a:cubicBezTo>
                <a:close/>
              </a:path>
            </a:pathLst>
          </a:custGeom>
          <a:solidFill>
            <a:srgbClr val="E306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00AA2F6-9E32-1951-916C-8943096E1C7C}"/>
              </a:ext>
            </a:extLst>
          </p:cNvPr>
          <p:cNvSpPr/>
          <p:nvPr userDrawn="1"/>
        </p:nvSpPr>
        <p:spPr>
          <a:xfrm>
            <a:off x="1058466" y="3902882"/>
            <a:ext cx="5774133" cy="2955801"/>
          </a:xfrm>
          <a:custGeom>
            <a:avLst/>
            <a:gdLst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13585 w 7242629"/>
              <a:gd name="connsiteY2" fmla="*/ 6858000 h 6858000"/>
              <a:gd name="connsiteX3" fmla="*/ 0 w 7242629"/>
              <a:gd name="connsiteY3" fmla="*/ 4667280 h 6858000"/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23185 w 7242629"/>
              <a:gd name="connsiteY2" fmla="*/ 6838800 h 6858000"/>
              <a:gd name="connsiteX3" fmla="*/ 0 w 7242629"/>
              <a:gd name="connsiteY3" fmla="*/ 4667280 h 6858000"/>
              <a:gd name="connsiteX4" fmla="*/ 0 w 7242629"/>
              <a:gd name="connsiteY4" fmla="*/ 0 h 6858000"/>
              <a:gd name="connsiteX0" fmla="*/ 0 w 7242629"/>
              <a:gd name="connsiteY0" fmla="*/ 0 h 6858000"/>
              <a:gd name="connsiteX1" fmla="*/ 3430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4881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26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841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937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632185 w 7242629"/>
              <a:gd name="connsiteY1" fmla="*/ 34272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427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89785 w 7204229"/>
              <a:gd name="connsiteY1" fmla="*/ 33984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609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857785 w 7204229"/>
              <a:gd name="connsiteY1" fmla="*/ 796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209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876985 w 7204229"/>
              <a:gd name="connsiteY1" fmla="*/ 13344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401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63385 w 7204229"/>
              <a:gd name="connsiteY1" fmla="*/ 892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72985 w 7204229"/>
              <a:gd name="connsiteY1" fmla="*/ 1104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30585 w 7204229"/>
              <a:gd name="connsiteY1" fmla="*/ 960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017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921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9600 w 7204229"/>
              <a:gd name="connsiteY0" fmla="*/ 739200 h 5888400"/>
              <a:gd name="connsiteX1" fmla="*/ 992185 w 7204229"/>
              <a:gd name="connsiteY1" fmla="*/ 0 h 5888400"/>
              <a:gd name="connsiteX2" fmla="*/ 3632185 w 7204229"/>
              <a:gd name="connsiteY2" fmla="*/ 2409600 h 5888400"/>
              <a:gd name="connsiteX3" fmla="*/ 7204229 w 7204229"/>
              <a:gd name="connsiteY3" fmla="*/ 5888400 h 5888400"/>
              <a:gd name="connsiteX4" fmla="*/ 2323185 w 7204229"/>
              <a:gd name="connsiteY4" fmla="*/ 5869200 h 5888400"/>
              <a:gd name="connsiteX5" fmla="*/ 0 w 7204229"/>
              <a:gd name="connsiteY5" fmla="*/ 3697680 h 5888400"/>
              <a:gd name="connsiteX6" fmla="*/ 9600 w 7204229"/>
              <a:gd name="connsiteY6" fmla="*/ 739200 h 5888400"/>
              <a:gd name="connsiteX0" fmla="*/ 0 w 7194629"/>
              <a:gd name="connsiteY0" fmla="*/ 739200 h 5888400"/>
              <a:gd name="connsiteX1" fmla="*/ 982585 w 7194629"/>
              <a:gd name="connsiteY1" fmla="*/ 0 h 5888400"/>
              <a:gd name="connsiteX2" fmla="*/ 3622585 w 7194629"/>
              <a:gd name="connsiteY2" fmla="*/ 2409600 h 5888400"/>
              <a:gd name="connsiteX3" fmla="*/ 7194629 w 7194629"/>
              <a:gd name="connsiteY3" fmla="*/ 5888400 h 5888400"/>
              <a:gd name="connsiteX4" fmla="*/ 2313585 w 7194629"/>
              <a:gd name="connsiteY4" fmla="*/ 5869200 h 5888400"/>
              <a:gd name="connsiteX5" fmla="*/ 777600 w 7194629"/>
              <a:gd name="connsiteY5" fmla="*/ 4456080 h 5888400"/>
              <a:gd name="connsiteX6" fmla="*/ 0 w 7194629"/>
              <a:gd name="connsiteY6" fmla="*/ 739200 h 5888400"/>
              <a:gd name="connsiteX0" fmla="*/ 0 w 7194629"/>
              <a:gd name="connsiteY0" fmla="*/ 0 h 5149200"/>
              <a:gd name="connsiteX1" fmla="*/ 2336185 w 7194629"/>
              <a:gd name="connsiteY1" fmla="*/ 2496000 h 5149200"/>
              <a:gd name="connsiteX2" fmla="*/ 3622585 w 7194629"/>
              <a:gd name="connsiteY2" fmla="*/ 1670400 h 5149200"/>
              <a:gd name="connsiteX3" fmla="*/ 7194629 w 7194629"/>
              <a:gd name="connsiteY3" fmla="*/ 5149200 h 5149200"/>
              <a:gd name="connsiteX4" fmla="*/ 2313585 w 7194629"/>
              <a:gd name="connsiteY4" fmla="*/ 5130000 h 5149200"/>
              <a:gd name="connsiteX5" fmla="*/ 777600 w 7194629"/>
              <a:gd name="connsiteY5" fmla="*/ 3716880 h 5149200"/>
              <a:gd name="connsiteX6" fmla="*/ 0 w 7194629"/>
              <a:gd name="connsiteY6" fmla="*/ 0 h 5149200"/>
              <a:gd name="connsiteX0" fmla="*/ 0 w 7194629"/>
              <a:gd name="connsiteY0" fmla="*/ 0 h 5149200"/>
              <a:gd name="connsiteX1" fmla="*/ 3622585 w 7194629"/>
              <a:gd name="connsiteY1" fmla="*/ 1670400 h 5149200"/>
              <a:gd name="connsiteX2" fmla="*/ 7194629 w 7194629"/>
              <a:gd name="connsiteY2" fmla="*/ 5149200 h 5149200"/>
              <a:gd name="connsiteX3" fmla="*/ 2313585 w 7194629"/>
              <a:gd name="connsiteY3" fmla="*/ 5130000 h 5149200"/>
              <a:gd name="connsiteX4" fmla="*/ 777600 w 7194629"/>
              <a:gd name="connsiteY4" fmla="*/ 3716880 h 5149200"/>
              <a:gd name="connsiteX5" fmla="*/ 0 w 7194629"/>
              <a:gd name="connsiteY5" fmla="*/ 0 h 5149200"/>
              <a:gd name="connsiteX0" fmla="*/ 1737600 w 6417029"/>
              <a:gd name="connsiteY0" fmla="*/ 79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737600 w 6417029"/>
              <a:gd name="connsiteY5" fmla="*/ 796800 h 3478800"/>
              <a:gd name="connsiteX0" fmla="*/ 1392000 w 6417029"/>
              <a:gd name="connsiteY0" fmla="*/ 103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392000 w 6417029"/>
              <a:gd name="connsiteY5" fmla="*/ 1036800 h 3478800"/>
              <a:gd name="connsiteX0" fmla="*/ 1369520 w 6394549"/>
              <a:gd name="connsiteY0" fmla="*/ 1036800 h 3478800"/>
              <a:gd name="connsiteX1" fmla="*/ 2822505 w 6394549"/>
              <a:gd name="connsiteY1" fmla="*/ 0 h 3478800"/>
              <a:gd name="connsiteX2" fmla="*/ 6394549 w 6394549"/>
              <a:gd name="connsiteY2" fmla="*/ 3478800 h 3478800"/>
              <a:gd name="connsiteX3" fmla="*/ 1513505 w 6394549"/>
              <a:gd name="connsiteY3" fmla="*/ 3459600 h 3478800"/>
              <a:gd name="connsiteX4" fmla="*/ 0 w 6394549"/>
              <a:gd name="connsiteY4" fmla="*/ 2001521 h 3478800"/>
              <a:gd name="connsiteX5" fmla="*/ 1369520 w 6394549"/>
              <a:gd name="connsiteY5" fmla="*/ 1036800 h 3478800"/>
              <a:gd name="connsiteX0" fmla="*/ 1369520 w 6394549"/>
              <a:gd name="connsiteY0" fmla="*/ 1036800 h 3482080"/>
              <a:gd name="connsiteX1" fmla="*/ 2822505 w 6394549"/>
              <a:gd name="connsiteY1" fmla="*/ 0 h 3482080"/>
              <a:gd name="connsiteX2" fmla="*/ 6394549 w 6394549"/>
              <a:gd name="connsiteY2" fmla="*/ 3478800 h 3482080"/>
              <a:gd name="connsiteX3" fmla="*/ 1513506 w 6394549"/>
              <a:gd name="connsiteY3" fmla="*/ 3482080 h 3482080"/>
              <a:gd name="connsiteX4" fmla="*/ 0 w 6394549"/>
              <a:gd name="connsiteY4" fmla="*/ 2001521 h 3482080"/>
              <a:gd name="connsiteX5" fmla="*/ 1369520 w 6394549"/>
              <a:gd name="connsiteY5" fmla="*/ 1036800 h 3482080"/>
              <a:gd name="connsiteX0" fmla="*/ 1369520 w 5826494"/>
              <a:gd name="connsiteY0" fmla="*/ 1036800 h 3482080"/>
              <a:gd name="connsiteX1" fmla="*/ 2822505 w 5826494"/>
              <a:gd name="connsiteY1" fmla="*/ 0 h 3482080"/>
              <a:gd name="connsiteX2" fmla="*/ 5826494 w 5826494"/>
              <a:gd name="connsiteY2" fmla="*/ 2934088 h 3482080"/>
              <a:gd name="connsiteX3" fmla="*/ 1513506 w 5826494"/>
              <a:gd name="connsiteY3" fmla="*/ 3482080 h 3482080"/>
              <a:gd name="connsiteX4" fmla="*/ 0 w 5826494"/>
              <a:gd name="connsiteY4" fmla="*/ 2001521 h 3482080"/>
              <a:gd name="connsiteX5" fmla="*/ 1369520 w 5826494"/>
              <a:gd name="connsiteY5" fmla="*/ 1036800 h 348208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1427908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961012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44581 h 2952931"/>
              <a:gd name="connsiteX1" fmla="*/ 2814724 w 5826494"/>
              <a:gd name="connsiteY1" fmla="*/ 0 h 2952931"/>
              <a:gd name="connsiteX2" fmla="*/ 5826494 w 5826494"/>
              <a:gd name="connsiteY2" fmla="*/ 2941869 h 2952931"/>
              <a:gd name="connsiteX3" fmla="*/ 961012 w 5826494"/>
              <a:gd name="connsiteY3" fmla="*/ 2952931 h 2952931"/>
              <a:gd name="connsiteX4" fmla="*/ 0 w 5826494"/>
              <a:gd name="connsiteY4" fmla="*/ 2009302 h 2952931"/>
              <a:gd name="connsiteX5" fmla="*/ 1369520 w 5826494"/>
              <a:gd name="connsiteY5" fmla="*/ 1044581 h 2952931"/>
              <a:gd name="connsiteX0" fmla="*/ 1369520 w 5849839"/>
              <a:gd name="connsiteY0" fmla="*/ 1044581 h 2952931"/>
              <a:gd name="connsiteX1" fmla="*/ 2814724 w 5849839"/>
              <a:gd name="connsiteY1" fmla="*/ 0 h 2952931"/>
              <a:gd name="connsiteX2" fmla="*/ 5849839 w 5849839"/>
              <a:gd name="connsiteY2" fmla="*/ 2941870 h 2952931"/>
              <a:gd name="connsiteX3" fmla="*/ 961012 w 5849839"/>
              <a:gd name="connsiteY3" fmla="*/ 2952931 h 2952931"/>
              <a:gd name="connsiteX4" fmla="*/ 0 w 5849839"/>
              <a:gd name="connsiteY4" fmla="*/ 2009302 h 2952931"/>
              <a:gd name="connsiteX5" fmla="*/ 1369520 w 5849839"/>
              <a:gd name="connsiteY5" fmla="*/ 1044581 h 2952931"/>
              <a:gd name="connsiteX0" fmla="*/ 1369520 w 5849839"/>
              <a:gd name="connsiteY0" fmla="*/ 1008453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69520 w 5849839"/>
              <a:gd name="connsiteY5" fmla="*/ 1008453 h 2916803"/>
              <a:gd name="connsiteX0" fmla="*/ 1355069 w 5849839"/>
              <a:gd name="connsiteY0" fmla="*/ 1066259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55069 w 5849839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29819 h 2916803"/>
              <a:gd name="connsiteX5" fmla="*/ 1340618 w 5835388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58723 h 2916803"/>
              <a:gd name="connsiteX5" fmla="*/ 1340618 w 5835388"/>
              <a:gd name="connsiteY5" fmla="*/ 1066259 h 2916803"/>
              <a:gd name="connsiteX0" fmla="*/ 1340618 w 5777582"/>
              <a:gd name="connsiteY0" fmla="*/ 1066259 h 2916803"/>
              <a:gd name="connsiteX1" fmla="*/ 2894208 w 5777582"/>
              <a:gd name="connsiteY1" fmla="*/ 0 h 2916803"/>
              <a:gd name="connsiteX2" fmla="*/ 5777582 w 5777582"/>
              <a:gd name="connsiteY2" fmla="*/ 2905742 h 2916803"/>
              <a:gd name="connsiteX3" fmla="*/ 946561 w 5777582"/>
              <a:gd name="connsiteY3" fmla="*/ 2916803 h 2916803"/>
              <a:gd name="connsiteX4" fmla="*/ 0 w 5777582"/>
              <a:gd name="connsiteY4" fmla="*/ 1958723 h 2916803"/>
              <a:gd name="connsiteX5" fmla="*/ 1340618 w 5777582"/>
              <a:gd name="connsiteY5" fmla="*/ 1066259 h 2916803"/>
              <a:gd name="connsiteX0" fmla="*/ 1340618 w 5828162"/>
              <a:gd name="connsiteY0" fmla="*/ 1066259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5" fmla="*/ 1340618 w 5828162"/>
              <a:gd name="connsiteY5" fmla="*/ 1066259 h 2916803"/>
              <a:gd name="connsiteX0" fmla="*/ 0 w 5828162"/>
              <a:gd name="connsiteY0" fmla="*/ 1958723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0" fmla="*/ 0 w 5828162"/>
              <a:gd name="connsiteY0" fmla="*/ 1938491 h 2896571"/>
              <a:gd name="connsiteX1" fmla="*/ 2904324 w 5828162"/>
              <a:gd name="connsiteY1" fmla="*/ 0 h 2896571"/>
              <a:gd name="connsiteX2" fmla="*/ 5828162 w 5828162"/>
              <a:gd name="connsiteY2" fmla="*/ 2892736 h 2896571"/>
              <a:gd name="connsiteX3" fmla="*/ 946561 w 5828162"/>
              <a:gd name="connsiteY3" fmla="*/ 2896571 h 2896571"/>
              <a:gd name="connsiteX4" fmla="*/ 0 w 5828162"/>
              <a:gd name="connsiteY4" fmla="*/ 1938491 h 2896571"/>
              <a:gd name="connsiteX0" fmla="*/ 0 w 5797814"/>
              <a:gd name="connsiteY0" fmla="*/ 1948607 h 2896571"/>
              <a:gd name="connsiteX1" fmla="*/ 2873976 w 5797814"/>
              <a:gd name="connsiteY1" fmla="*/ 0 h 2896571"/>
              <a:gd name="connsiteX2" fmla="*/ 5797814 w 5797814"/>
              <a:gd name="connsiteY2" fmla="*/ 2892736 h 2896571"/>
              <a:gd name="connsiteX3" fmla="*/ 916213 w 5797814"/>
              <a:gd name="connsiteY3" fmla="*/ 2896571 h 2896571"/>
              <a:gd name="connsiteX4" fmla="*/ 0 w 5797814"/>
              <a:gd name="connsiteY4" fmla="*/ 1948607 h 2896571"/>
              <a:gd name="connsiteX0" fmla="*/ 0 w 5797814"/>
              <a:gd name="connsiteY0" fmla="*/ 1948607 h 2937035"/>
              <a:gd name="connsiteX1" fmla="*/ 2873976 w 5797814"/>
              <a:gd name="connsiteY1" fmla="*/ 0 h 2937035"/>
              <a:gd name="connsiteX2" fmla="*/ 5797814 w 5797814"/>
              <a:gd name="connsiteY2" fmla="*/ 2892736 h 2937035"/>
              <a:gd name="connsiteX3" fmla="*/ 936446 w 5797814"/>
              <a:gd name="connsiteY3" fmla="*/ 2937035 h 2937035"/>
              <a:gd name="connsiteX4" fmla="*/ 0 w 5797814"/>
              <a:gd name="connsiteY4" fmla="*/ 1948607 h 2937035"/>
              <a:gd name="connsiteX0" fmla="*/ 0 w 5797814"/>
              <a:gd name="connsiteY0" fmla="*/ 1908143 h 2896571"/>
              <a:gd name="connsiteX1" fmla="*/ 2681771 w 5797814"/>
              <a:gd name="connsiteY1" fmla="*/ 0 h 2896571"/>
              <a:gd name="connsiteX2" fmla="*/ 5797814 w 5797814"/>
              <a:gd name="connsiteY2" fmla="*/ 2852272 h 2896571"/>
              <a:gd name="connsiteX3" fmla="*/ 936446 w 5797814"/>
              <a:gd name="connsiteY3" fmla="*/ 2896571 h 2896571"/>
              <a:gd name="connsiteX4" fmla="*/ 0 w 5797814"/>
              <a:gd name="connsiteY4" fmla="*/ 1908143 h 2896571"/>
              <a:gd name="connsiteX0" fmla="*/ 0 w 5605609"/>
              <a:gd name="connsiteY0" fmla="*/ 1908143 h 2896571"/>
              <a:gd name="connsiteX1" fmla="*/ 2681771 w 5605609"/>
              <a:gd name="connsiteY1" fmla="*/ 0 h 2896571"/>
              <a:gd name="connsiteX2" fmla="*/ 5605609 w 5605609"/>
              <a:gd name="connsiteY2" fmla="*/ 2791576 h 2896571"/>
              <a:gd name="connsiteX3" fmla="*/ 936446 w 5605609"/>
              <a:gd name="connsiteY3" fmla="*/ 2896571 h 2896571"/>
              <a:gd name="connsiteX4" fmla="*/ 0 w 5605609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21925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42157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42157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72505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16885"/>
              <a:gd name="connsiteY0" fmla="*/ 1908143 h 2896571"/>
              <a:gd name="connsiteX1" fmla="*/ 2681771 w 5716885"/>
              <a:gd name="connsiteY1" fmla="*/ 0 h 2896571"/>
              <a:gd name="connsiteX2" fmla="*/ 5716885 w 5716885"/>
              <a:gd name="connsiteY2" fmla="*/ 2852273 h 2896571"/>
              <a:gd name="connsiteX3" fmla="*/ 936446 w 5716885"/>
              <a:gd name="connsiteY3" fmla="*/ 2896571 h 2896571"/>
              <a:gd name="connsiteX4" fmla="*/ 0 w 5716885"/>
              <a:gd name="connsiteY4" fmla="*/ 1908143 h 2896571"/>
              <a:gd name="connsiteX0" fmla="*/ 0 w 5716885"/>
              <a:gd name="connsiteY0" fmla="*/ 1867679 h 2856107"/>
              <a:gd name="connsiteX1" fmla="*/ 2661539 w 5716885"/>
              <a:gd name="connsiteY1" fmla="*/ 0 h 2856107"/>
              <a:gd name="connsiteX2" fmla="*/ 5716885 w 5716885"/>
              <a:gd name="connsiteY2" fmla="*/ 2811809 h 2856107"/>
              <a:gd name="connsiteX3" fmla="*/ 936446 w 5716885"/>
              <a:gd name="connsiteY3" fmla="*/ 2856107 h 2856107"/>
              <a:gd name="connsiteX4" fmla="*/ 0 w 5716885"/>
              <a:gd name="connsiteY4" fmla="*/ 1867679 h 2856107"/>
              <a:gd name="connsiteX0" fmla="*/ 0 w 5716885"/>
              <a:gd name="connsiteY0" fmla="*/ 1898027 h 2886455"/>
              <a:gd name="connsiteX1" fmla="*/ 2681771 w 5716885"/>
              <a:gd name="connsiteY1" fmla="*/ 0 h 2886455"/>
              <a:gd name="connsiteX2" fmla="*/ 5716885 w 5716885"/>
              <a:gd name="connsiteY2" fmla="*/ 2842157 h 2886455"/>
              <a:gd name="connsiteX3" fmla="*/ 936446 w 5716885"/>
              <a:gd name="connsiteY3" fmla="*/ 2886455 h 2886455"/>
              <a:gd name="connsiteX4" fmla="*/ 0 w 5716885"/>
              <a:gd name="connsiteY4" fmla="*/ 1898027 h 2886455"/>
              <a:gd name="connsiteX0" fmla="*/ 0 w 5686537"/>
              <a:gd name="connsiteY0" fmla="*/ 1948607 h 2886455"/>
              <a:gd name="connsiteX1" fmla="*/ 2651423 w 5686537"/>
              <a:gd name="connsiteY1" fmla="*/ 0 h 2886455"/>
              <a:gd name="connsiteX2" fmla="*/ 5686537 w 5686537"/>
              <a:gd name="connsiteY2" fmla="*/ 2842157 h 2886455"/>
              <a:gd name="connsiteX3" fmla="*/ 906098 w 5686537"/>
              <a:gd name="connsiteY3" fmla="*/ 2886455 h 2886455"/>
              <a:gd name="connsiteX4" fmla="*/ 0 w 5686537"/>
              <a:gd name="connsiteY4" fmla="*/ 1948607 h 2886455"/>
              <a:gd name="connsiteX0" fmla="*/ 0 w 5565144"/>
              <a:gd name="connsiteY0" fmla="*/ 2059884 h 2886455"/>
              <a:gd name="connsiteX1" fmla="*/ 2530030 w 5565144"/>
              <a:gd name="connsiteY1" fmla="*/ 0 h 2886455"/>
              <a:gd name="connsiteX2" fmla="*/ 5565144 w 5565144"/>
              <a:gd name="connsiteY2" fmla="*/ 2842157 h 2886455"/>
              <a:gd name="connsiteX3" fmla="*/ 784705 w 5565144"/>
              <a:gd name="connsiteY3" fmla="*/ 2886455 h 2886455"/>
              <a:gd name="connsiteX4" fmla="*/ 0 w 5565144"/>
              <a:gd name="connsiteY4" fmla="*/ 2059884 h 2886455"/>
              <a:gd name="connsiteX0" fmla="*/ 0 w 5585376"/>
              <a:gd name="connsiteY0" fmla="*/ 2059884 h 2886455"/>
              <a:gd name="connsiteX1" fmla="*/ 2530030 w 5585376"/>
              <a:gd name="connsiteY1" fmla="*/ 0 h 2886455"/>
              <a:gd name="connsiteX2" fmla="*/ 5585376 w 5585376"/>
              <a:gd name="connsiteY2" fmla="*/ 2862389 h 2886455"/>
              <a:gd name="connsiteX3" fmla="*/ 784705 w 5585376"/>
              <a:gd name="connsiteY3" fmla="*/ 2886455 h 2886455"/>
              <a:gd name="connsiteX4" fmla="*/ 0 w 5585376"/>
              <a:gd name="connsiteY4" fmla="*/ 2059884 h 2886455"/>
              <a:gd name="connsiteX0" fmla="*/ 0 w 5635956"/>
              <a:gd name="connsiteY0" fmla="*/ 2059884 h 2886455"/>
              <a:gd name="connsiteX1" fmla="*/ 2530030 w 5635956"/>
              <a:gd name="connsiteY1" fmla="*/ 0 h 2886455"/>
              <a:gd name="connsiteX2" fmla="*/ 5635956 w 5635956"/>
              <a:gd name="connsiteY2" fmla="*/ 2872505 h 2886455"/>
              <a:gd name="connsiteX3" fmla="*/ 784705 w 5635956"/>
              <a:gd name="connsiteY3" fmla="*/ 2886455 h 2886455"/>
              <a:gd name="connsiteX4" fmla="*/ 0 w 5635956"/>
              <a:gd name="connsiteY4" fmla="*/ 2059884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9151"/>
              <a:gd name="connsiteY0" fmla="*/ 1919945 h 2886455"/>
              <a:gd name="connsiteX1" fmla="*/ 2663225 w 5769151"/>
              <a:gd name="connsiteY1" fmla="*/ 0 h 2886455"/>
              <a:gd name="connsiteX2" fmla="*/ 5769151 w 5769151"/>
              <a:gd name="connsiteY2" fmla="*/ 2872505 h 2886455"/>
              <a:gd name="connsiteX3" fmla="*/ 917900 w 5769151"/>
              <a:gd name="connsiteY3" fmla="*/ 2886455 h 2886455"/>
              <a:gd name="connsiteX4" fmla="*/ 0 w 5769151"/>
              <a:gd name="connsiteY4" fmla="*/ 1919945 h 2886455"/>
              <a:gd name="connsiteX0" fmla="*/ 0 w 5769151"/>
              <a:gd name="connsiteY0" fmla="*/ 1899713 h 2866223"/>
              <a:gd name="connsiteX1" fmla="*/ 2656482 w 5769151"/>
              <a:gd name="connsiteY1" fmla="*/ 0 h 2866223"/>
              <a:gd name="connsiteX2" fmla="*/ 5769151 w 5769151"/>
              <a:gd name="connsiteY2" fmla="*/ 2852273 h 2866223"/>
              <a:gd name="connsiteX3" fmla="*/ 917900 w 5769151"/>
              <a:gd name="connsiteY3" fmla="*/ 2866223 h 2866223"/>
              <a:gd name="connsiteX4" fmla="*/ 0 w 5769151"/>
              <a:gd name="connsiteY4" fmla="*/ 1899713 h 2866223"/>
              <a:gd name="connsiteX0" fmla="*/ 0 w 5769151"/>
              <a:gd name="connsiteY0" fmla="*/ 1899713 h 2872967"/>
              <a:gd name="connsiteX1" fmla="*/ 2656482 w 5769151"/>
              <a:gd name="connsiteY1" fmla="*/ 0 h 2872967"/>
              <a:gd name="connsiteX2" fmla="*/ 5769151 w 5769151"/>
              <a:gd name="connsiteY2" fmla="*/ 2852273 h 2872967"/>
              <a:gd name="connsiteX3" fmla="*/ 911157 w 5769151"/>
              <a:gd name="connsiteY3" fmla="*/ 2872967 h 2872967"/>
              <a:gd name="connsiteX4" fmla="*/ 0 w 5769151"/>
              <a:gd name="connsiteY4" fmla="*/ 1899713 h 2872967"/>
              <a:gd name="connsiteX0" fmla="*/ 0 w 5769151"/>
              <a:gd name="connsiteY0" fmla="*/ 1899713 h 2879711"/>
              <a:gd name="connsiteX1" fmla="*/ 2656482 w 5769151"/>
              <a:gd name="connsiteY1" fmla="*/ 0 h 2879711"/>
              <a:gd name="connsiteX2" fmla="*/ 5769151 w 5769151"/>
              <a:gd name="connsiteY2" fmla="*/ 2852273 h 2879711"/>
              <a:gd name="connsiteX3" fmla="*/ 911157 w 5769151"/>
              <a:gd name="connsiteY3" fmla="*/ 2879711 h 2879711"/>
              <a:gd name="connsiteX4" fmla="*/ 0 w 5769151"/>
              <a:gd name="connsiteY4" fmla="*/ 1899713 h 2879711"/>
              <a:gd name="connsiteX0" fmla="*/ 0 w 5769151"/>
              <a:gd name="connsiteY0" fmla="*/ 1988229 h 2968227"/>
              <a:gd name="connsiteX1" fmla="*/ 2669127 w 5769151"/>
              <a:gd name="connsiteY1" fmla="*/ 0 h 2968227"/>
              <a:gd name="connsiteX2" fmla="*/ 5769151 w 5769151"/>
              <a:gd name="connsiteY2" fmla="*/ 2940789 h 2968227"/>
              <a:gd name="connsiteX3" fmla="*/ 911157 w 5769151"/>
              <a:gd name="connsiteY3" fmla="*/ 2968227 h 2968227"/>
              <a:gd name="connsiteX4" fmla="*/ 0 w 5769151"/>
              <a:gd name="connsiteY4" fmla="*/ 1988229 h 2968227"/>
              <a:gd name="connsiteX0" fmla="*/ 0 w 5769151"/>
              <a:gd name="connsiteY0" fmla="*/ 196293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1962939 h 2942937"/>
              <a:gd name="connsiteX0" fmla="*/ 0 w 5769151"/>
              <a:gd name="connsiteY0" fmla="*/ 201351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2013519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860578 w 5503605"/>
              <a:gd name="connsiteY3" fmla="*/ 2942937 h 2942937"/>
              <a:gd name="connsiteX4" fmla="*/ 0 w 5503605"/>
              <a:gd name="connsiteY4" fmla="*/ 2317001 h 2942937"/>
              <a:gd name="connsiteX0" fmla="*/ 0 w 5364509"/>
              <a:gd name="connsiteY0" fmla="*/ 2215840 h 2942937"/>
              <a:gd name="connsiteX1" fmla="*/ 2289775 w 5364509"/>
              <a:gd name="connsiteY1" fmla="*/ 0 h 2942937"/>
              <a:gd name="connsiteX2" fmla="*/ 5364509 w 5364509"/>
              <a:gd name="connsiteY2" fmla="*/ 2915499 h 2942937"/>
              <a:gd name="connsiteX3" fmla="*/ 721482 w 5364509"/>
              <a:gd name="connsiteY3" fmla="*/ 2942937 h 2942937"/>
              <a:gd name="connsiteX4" fmla="*/ 0 w 5364509"/>
              <a:gd name="connsiteY4" fmla="*/ 2215840 h 2942937"/>
              <a:gd name="connsiteX0" fmla="*/ 0 w 5364509"/>
              <a:gd name="connsiteY0" fmla="*/ 2215840 h 2915499"/>
              <a:gd name="connsiteX1" fmla="*/ 2289775 w 5364509"/>
              <a:gd name="connsiteY1" fmla="*/ 0 h 2915499"/>
              <a:gd name="connsiteX2" fmla="*/ 5364509 w 5364509"/>
              <a:gd name="connsiteY2" fmla="*/ 2915499 h 2915499"/>
              <a:gd name="connsiteX3" fmla="*/ 0 w 5364509"/>
              <a:gd name="connsiteY3" fmla="*/ 2215840 h 2915499"/>
              <a:gd name="connsiteX0" fmla="*/ 0 w 5327774"/>
              <a:gd name="connsiteY0" fmla="*/ 2348085 h 2915499"/>
              <a:gd name="connsiteX1" fmla="*/ 2253040 w 5327774"/>
              <a:gd name="connsiteY1" fmla="*/ 0 h 2915499"/>
              <a:gd name="connsiteX2" fmla="*/ 5327774 w 5327774"/>
              <a:gd name="connsiteY2" fmla="*/ 2915499 h 2915499"/>
              <a:gd name="connsiteX3" fmla="*/ 0 w 5327774"/>
              <a:gd name="connsiteY3" fmla="*/ 2348085 h 2915499"/>
              <a:gd name="connsiteX0" fmla="*/ 0 w 4695932"/>
              <a:gd name="connsiteY0" fmla="*/ 2348085 h 2348085"/>
              <a:gd name="connsiteX1" fmla="*/ 2253040 w 4695932"/>
              <a:gd name="connsiteY1" fmla="*/ 0 h 2348085"/>
              <a:gd name="connsiteX2" fmla="*/ 4695932 w 4695932"/>
              <a:gd name="connsiteY2" fmla="*/ 2320392 h 2348085"/>
              <a:gd name="connsiteX3" fmla="*/ 0 w 4695932"/>
              <a:gd name="connsiteY3" fmla="*/ 2348085 h 2348085"/>
              <a:gd name="connsiteX0" fmla="*/ 0 w 4695932"/>
              <a:gd name="connsiteY0" fmla="*/ 2460076 h 2460076"/>
              <a:gd name="connsiteX1" fmla="*/ 2358807 w 4695932"/>
              <a:gd name="connsiteY1" fmla="*/ 0 h 2460076"/>
              <a:gd name="connsiteX2" fmla="*/ 4695932 w 4695932"/>
              <a:gd name="connsiteY2" fmla="*/ 2432383 h 2460076"/>
              <a:gd name="connsiteX3" fmla="*/ 0 w 4695932"/>
              <a:gd name="connsiteY3" fmla="*/ 2460076 h 2460076"/>
              <a:gd name="connsiteX0" fmla="*/ 0 w 4695932"/>
              <a:gd name="connsiteY0" fmla="*/ 2377949 h 2377949"/>
              <a:gd name="connsiteX1" fmla="*/ 2288296 w 4695932"/>
              <a:gd name="connsiteY1" fmla="*/ 0 h 2377949"/>
              <a:gd name="connsiteX2" fmla="*/ 4695932 w 4695932"/>
              <a:gd name="connsiteY2" fmla="*/ 2350256 h 2377949"/>
              <a:gd name="connsiteX3" fmla="*/ 0 w 4695932"/>
              <a:gd name="connsiteY3" fmla="*/ 2377949 h 2377949"/>
              <a:gd name="connsiteX0" fmla="*/ 0 w 4646574"/>
              <a:gd name="connsiteY0" fmla="*/ 2377949 h 2377949"/>
              <a:gd name="connsiteX1" fmla="*/ 2288296 w 4646574"/>
              <a:gd name="connsiteY1" fmla="*/ 0 h 2377949"/>
              <a:gd name="connsiteX2" fmla="*/ 4646574 w 4646574"/>
              <a:gd name="connsiteY2" fmla="*/ 2350256 h 2377949"/>
              <a:gd name="connsiteX3" fmla="*/ 0 w 4646574"/>
              <a:gd name="connsiteY3" fmla="*/ 2377949 h 2377949"/>
              <a:gd name="connsiteX0" fmla="*/ 0 w 5491143"/>
              <a:gd name="connsiteY0" fmla="*/ 2423575 h 2423575"/>
              <a:gd name="connsiteX1" fmla="*/ 3132865 w 5491143"/>
              <a:gd name="connsiteY1" fmla="*/ 0 h 2423575"/>
              <a:gd name="connsiteX2" fmla="*/ 5491143 w 5491143"/>
              <a:gd name="connsiteY2" fmla="*/ 2350256 h 2423575"/>
              <a:gd name="connsiteX3" fmla="*/ 0 w 5491143"/>
              <a:gd name="connsiteY3" fmla="*/ 2423575 h 2423575"/>
              <a:gd name="connsiteX0" fmla="*/ 0 w 5439435"/>
              <a:gd name="connsiteY0" fmla="*/ 2423575 h 2423575"/>
              <a:gd name="connsiteX1" fmla="*/ 3132865 w 5439435"/>
              <a:gd name="connsiteY1" fmla="*/ 0 h 2423575"/>
              <a:gd name="connsiteX2" fmla="*/ 5439435 w 5439435"/>
              <a:gd name="connsiteY2" fmla="*/ 2359381 h 2423575"/>
              <a:gd name="connsiteX3" fmla="*/ 0 w 5439435"/>
              <a:gd name="connsiteY3" fmla="*/ 2423575 h 2423575"/>
              <a:gd name="connsiteX0" fmla="*/ 0 w 5482525"/>
              <a:gd name="connsiteY0" fmla="*/ 2423575 h 2423575"/>
              <a:gd name="connsiteX1" fmla="*/ 3132865 w 5482525"/>
              <a:gd name="connsiteY1" fmla="*/ 0 h 2423575"/>
              <a:gd name="connsiteX2" fmla="*/ 5482525 w 5482525"/>
              <a:gd name="connsiteY2" fmla="*/ 2414133 h 2423575"/>
              <a:gd name="connsiteX3" fmla="*/ 0 w 5482525"/>
              <a:gd name="connsiteY3" fmla="*/ 2423575 h 2423575"/>
              <a:gd name="connsiteX0" fmla="*/ 0 w 5491143"/>
              <a:gd name="connsiteY0" fmla="*/ 2405325 h 2414133"/>
              <a:gd name="connsiteX1" fmla="*/ 3141483 w 5491143"/>
              <a:gd name="connsiteY1" fmla="*/ 0 h 2414133"/>
              <a:gd name="connsiteX2" fmla="*/ 5491143 w 5491143"/>
              <a:gd name="connsiteY2" fmla="*/ 2414133 h 2414133"/>
              <a:gd name="connsiteX3" fmla="*/ 0 w 5491143"/>
              <a:gd name="connsiteY3" fmla="*/ 2405325 h 2414133"/>
              <a:gd name="connsiteX0" fmla="*/ 0 w 5516997"/>
              <a:gd name="connsiteY0" fmla="*/ 2405325 h 2405325"/>
              <a:gd name="connsiteX1" fmla="*/ 3141483 w 5516997"/>
              <a:gd name="connsiteY1" fmla="*/ 0 h 2405325"/>
              <a:gd name="connsiteX2" fmla="*/ 5516997 w 5516997"/>
              <a:gd name="connsiteY2" fmla="*/ 2395882 h 2405325"/>
              <a:gd name="connsiteX3" fmla="*/ 0 w 5516997"/>
              <a:gd name="connsiteY3" fmla="*/ 2405325 h 2405325"/>
              <a:gd name="connsiteX0" fmla="*/ 0 w 5524753"/>
              <a:gd name="connsiteY0" fmla="*/ 2413538 h 2413538"/>
              <a:gd name="connsiteX1" fmla="*/ 3149239 w 5524753"/>
              <a:gd name="connsiteY1" fmla="*/ 0 h 2413538"/>
              <a:gd name="connsiteX2" fmla="*/ 5524753 w 5524753"/>
              <a:gd name="connsiteY2" fmla="*/ 2395882 h 2413538"/>
              <a:gd name="connsiteX3" fmla="*/ 0 w 5524753"/>
              <a:gd name="connsiteY3" fmla="*/ 2413538 h 2413538"/>
              <a:gd name="connsiteX0" fmla="*/ 0 w 5435258"/>
              <a:gd name="connsiteY0" fmla="*/ 2413538 h 2413538"/>
              <a:gd name="connsiteX1" fmla="*/ 3149239 w 5435258"/>
              <a:gd name="connsiteY1" fmla="*/ 0 h 2413538"/>
              <a:gd name="connsiteX2" fmla="*/ 5435258 w 5435258"/>
              <a:gd name="connsiteY2" fmla="*/ 2370611 h 2413538"/>
              <a:gd name="connsiteX3" fmla="*/ 0 w 5435258"/>
              <a:gd name="connsiteY3" fmla="*/ 2413538 h 2413538"/>
              <a:gd name="connsiteX0" fmla="*/ 0 w 5314114"/>
              <a:gd name="connsiteY0" fmla="*/ 2413538 h 2413538"/>
              <a:gd name="connsiteX1" fmla="*/ 3149239 w 5314114"/>
              <a:gd name="connsiteY1" fmla="*/ 0 h 2413538"/>
              <a:gd name="connsiteX2" fmla="*/ 5314114 w 5314114"/>
              <a:gd name="connsiteY2" fmla="*/ 2257604 h 2413538"/>
              <a:gd name="connsiteX3" fmla="*/ 0 w 5314114"/>
              <a:gd name="connsiteY3" fmla="*/ 2413538 h 2413538"/>
              <a:gd name="connsiteX0" fmla="*/ 0 w 5206430"/>
              <a:gd name="connsiteY0" fmla="*/ 2277929 h 2277929"/>
              <a:gd name="connsiteX1" fmla="*/ 3041555 w 5206430"/>
              <a:gd name="connsiteY1" fmla="*/ 0 h 2277929"/>
              <a:gd name="connsiteX2" fmla="*/ 5206430 w 5206430"/>
              <a:gd name="connsiteY2" fmla="*/ 2257604 h 2277929"/>
              <a:gd name="connsiteX3" fmla="*/ 0 w 5206430"/>
              <a:gd name="connsiteY3" fmla="*/ 2277929 h 2277929"/>
              <a:gd name="connsiteX0" fmla="*/ 0 w 5219891"/>
              <a:gd name="connsiteY0" fmla="*/ 2277929 h 2277929"/>
              <a:gd name="connsiteX1" fmla="*/ 3041555 w 5219891"/>
              <a:gd name="connsiteY1" fmla="*/ 0 h 2277929"/>
              <a:gd name="connsiteX2" fmla="*/ 5219891 w 5219891"/>
              <a:gd name="connsiteY2" fmla="*/ 2257604 h 2277929"/>
              <a:gd name="connsiteX3" fmla="*/ 0 w 5219891"/>
              <a:gd name="connsiteY3" fmla="*/ 2277929 h 2277929"/>
              <a:gd name="connsiteX0" fmla="*/ 0 w 5246811"/>
              <a:gd name="connsiteY0" fmla="*/ 2277929 h 2277929"/>
              <a:gd name="connsiteX1" fmla="*/ 3041555 w 5246811"/>
              <a:gd name="connsiteY1" fmla="*/ 0 h 2277929"/>
              <a:gd name="connsiteX2" fmla="*/ 5246811 w 5246811"/>
              <a:gd name="connsiteY2" fmla="*/ 2257604 h 2277929"/>
              <a:gd name="connsiteX3" fmla="*/ 0 w 5246811"/>
              <a:gd name="connsiteY3" fmla="*/ 2277929 h 2277929"/>
              <a:gd name="connsiteX0" fmla="*/ 0 w 5246811"/>
              <a:gd name="connsiteY0" fmla="*/ 2284743 h 2284743"/>
              <a:gd name="connsiteX1" fmla="*/ 3041555 w 5246811"/>
              <a:gd name="connsiteY1" fmla="*/ 0 h 2284743"/>
              <a:gd name="connsiteX2" fmla="*/ 5246811 w 5246811"/>
              <a:gd name="connsiteY2" fmla="*/ 2264418 h 2284743"/>
              <a:gd name="connsiteX3" fmla="*/ 0 w 5246811"/>
              <a:gd name="connsiteY3" fmla="*/ 2284743 h 2284743"/>
              <a:gd name="connsiteX0" fmla="*/ 0 w 5222463"/>
              <a:gd name="connsiteY0" fmla="*/ 2298370 h 2298370"/>
              <a:gd name="connsiteX1" fmla="*/ 3017207 w 5222463"/>
              <a:gd name="connsiteY1" fmla="*/ 0 h 2298370"/>
              <a:gd name="connsiteX2" fmla="*/ 5222463 w 5222463"/>
              <a:gd name="connsiteY2" fmla="*/ 2264418 h 2298370"/>
              <a:gd name="connsiteX3" fmla="*/ 0 w 5222463"/>
              <a:gd name="connsiteY3" fmla="*/ 2298370 h 2298370"/>
              <a:gd name="connsiteX0" fmla="*/ 0 w 5198115"/>
              <a:gd name="connsiteY0" fmla="*/ 2298370 h 2298370"/>
              <a:gd name="connsiteX1" fmla="*/ 3017207 w 5198115"/>
              <a:gd name="connsiteY1" fmla="*/ 0 h 2298370"/>
              <a:gd name="connsiteX2" fmla="*/ 5198115 w 5198115"/>
              <a:gd name="connsiteY2" fmla="*/ 2271232 h 2298370"/>
              <a:gd name="connsiteX3" fmla="*/ 0 w 5198115"/>
              <a:gd name="connsiteY3" fmla="*/ 2298370 h 2298370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66084 h 2293222"/>
              <a:gd name="connsiteX3" fmla="*/ 0 w 5198115"/>
              <a:gd name="connsiteY3" fmla="*/ 2293222 h 2293222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55788 h 2293222"/>
              <a:gd name="connsiteX3" fmla="*/ 0 w 5198115"/>
              <a:gd name="connsiteY3" fmla="*/ 2293222 h 2293222"/>
              <a:gd name="connsiteX0" fmla="*/ 0 w 5179719"/>
              <a:gd name="connsiteY0" fmla="*/ 2293222 h 2293222"/>
              <a:gd name="connsiteX1" fmla="*/ 2998811 w 5179719"/>
              <a:gd name="connsiteY1" fmla="*/ 0 h 2293222"/>
              <a:gd name="connsiteX2" fmla="*/ 5179719 w 5179719"/>
              <a:gd name="connsiteY2" fmla="*/ 2255788 h 2293222"/>
              <a:gd name="connsiteX3" fmla="*/ 0 w 5179719"/>
              <a:gd name="connsiteY3" fmla="*/ 2293222 h 2293222"/>
              <a:gd name="connsiteX0" fmla="*/ 0 w 5210379"/>
              <a:gd name="connsiteY0" fmla="*/ 2293222 h 2293222"/>
              <a:gd name="connsiteX1" fmla="*/ 2998811 w 5210379"/>
              <a:gd name="connsiteY1" fmla="*/ 0 h 2293222"/>
              <a:gd name="connsiteX2" fmla="*/ 5210379 w 5210379"/>
              <a:gd name="connsiteY2" fmla="*/ 2255788 h 2293222"/>
              <a:gd name="connsiteX3" fmla="*/ 0 w 5210379"/>
              <a:gd name="connsiteY3" fmla="*/ 2293222 h 2293222"/>
              <a:gd name="connsiteX0" fmla="*/ 0 w 5165070"/>
              <a:gd name="connsiteY0" fmla="*/ 2254611 h 2255788"/>
              <a:gd name="connsiteX1" fmla="*/ 2953502 w 5165070"/>
              <a:gd name="connsiteY1" fmla="*/ 0 h 2255788"/>
              <a:gd name="connsiteX2" fmla="*/ 5165070 w 5165070"/>
              <a:gd name="connsiteY2" fmla="*/ 2255788 h 2255788"/>
              <a:gd name="connsiteX3" fmla="*/ 0 w 5165070"/>
              <a:gd name="connsiteY3" fmla="*/ 2254611 h 2255788"/>
              <a:gd name="connsiteX0" fmla="*/ 0 w 5138640"/>
              <a:gd name="connsiteY0" fmla="*/ 2241741 h 2255788"/>
              <a:gd name="connsiteX1" fmla="*/ 2927072 w 5138640"/>
              <a:gd name="connsiteY1" fmla="*/ 0 h 2255788"/>
              <a:gd name="connsiteX2" fmla="*/ 5138640 w 5138640"/>
              <a:gd name="connsiteY2" fmla="*/ 2255788 h 2255788"/>
              <a:gd name="connsiteX3" fmla="*/ 0 w 5138640"/>
              <a:gd name="connsiteY3" fmla="*/ 2241741 h 2255788"/>
              <a:gd name="connsiteX0" fmla="*/ 0 w 5149967"/>
              <a:gd name="connsiteY0" fmla="*/ 2251394 h 2255788"/>
              <a:gd name="connsiteX1" fmla="*/ 2938399 w 5149967"/>
              <a:gd name="connsiteY1" fmla="*/ 0 h 2255788"/>
              <a:gd name="connsiteX2" fmla="*/ 5149967 w 5149967"/>
              <a:gd name="connsiteY2" fmla="*/ 2255788 h 2255788"/>
              <a:gd name="connsiteX3" fmla="*/ 0 w 5149967"/>
              <a:gd name="connsiteY3" fmla="*/ 2251394 h 2255788"/>
              <a:gd name="connsiteX0" fmla="*/ 0 w 5161294"/>
              <a:gd name="connsiteY0" fmla="*/ 2251394 h 2255788"/>
              <a:gd name="connsiteX1" fmla="*/ 2949726 w 5161294"/>
              <a:gd name="connsiteY1" fmla="*/ 0 h 2255788"/>
              <a:gd name="connsiteX2" fmla="*/ 5161294 w 5161294"/>
              <a:gd name="connsiteY2" fmla="*/ 2255788 h 2255788"/>
              <a:gd name="connsiteX3" fmla="*/ 0 w 5161294"/>
              <a:gd name="connsiteY3" fmla="*/ 2251394 h 2255788"/>
              <a:gd name="connsiteX0" fmla="*/ 0 w 5161294"/>
              <a:gd name="connsiteY0" fmla="*/ 2246568 h 2250962"/>
              <a:gd name="connsiteX1" fmla="*/ 2955391 w 5161294"/>
              <a:gd name="connsiteY1" fmla="*/ 0 h 2250962"/>
              <a:gd name="connsiteX2" fmla="*/ 5161294 w 5161294"/>
              <a:gd name="connsiteY2" fmla="*/ 2250962 h 2250962"/>
              <a:gd name="connsiteX3" fmla="*/ 0 w 5161294"/>
              <a:gd name="connsiteY3" fmla="*/ 2246568 h 2250962"/>
              <a:gd name="connsiteX0" fmla="*/ 0 w 5149967"/>
              <a:gd name="connsiteY0" fmla="*/ 2246568 h 2246568"/>
              <a:gd name="connsiteX1" fmla="*/ 2955391 w 5149967"/>
              <a:gd name="connsiteY1" fmla="*/ 0 h 2246568"/>
              <a:gd name="connsiteX2" fmla="*/ 5149967 w 5149967"/>
              <a:gd name="connsiteY2" fmla="*/ 2243722 h 2246568"/>
              <a:gd name="connsiteX3" fmla="*/ 0 w 5149967"/>
              <a:gd name="connsiteY3" fmla="*/ 2246568 h 22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9967" h="2246568">
                <a:moveTo>
                  <a:pt x="0" y="2246568"/>
                </a:moveTo>
                <a:lnTo>
                  <a:pt x="2955391" y="0"/>
                </a:lnTo>
                <a:lnTo>
                  <a:pt x="5149967" y="2243722"/>
                </a:lnTo>
                <a:lnTo>
                  <a:pt x="0" y="2246568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D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19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ADB08-1EB9-42B6-AEE5-D0C76954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07F2-5ECD-4C9C-95FE-E9CAF6A0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8F24D-21B0-455E-80A1-1C8917BE1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74F77-5866-4BE4-909E-22CFEB52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9B2-EA38-47FE-848F-FF32C8E84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7" name="MSIPCMContentMarking" descr="{&quot;HashCode&quot;:-2012720162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D9BD36F5-CDDD-89EC-1204-46A113C95B1B}"/>
              </a:ext>
            </a:extLst>
          </p:cNvPr>
          <p:cNvSpPr txBox="1"/>
          <p:nvPr userDrawn="1"/>
        </p:nvSpPr>
        <p:spPr>
          <a:xfrm>
            <a:off x="0" y="0"/>
            <a:ext cx="103337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351684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1" r:id="rId12"/>
    <p:sldLayoutId id="2147483692" r:id="rId13"/>
    <p:sldLayoutId id="2147483693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icespin.com/glossary/voice-activity-detection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785A33-1C05-0A99-DEA3-DBBDF06F24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7451" y="1963253"/>
            <a:ext cx="6198982" cy="161359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SG" sz="4800" dirty="0"/>
              <a:t>Generative AI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SG" sz="4800" dirty="0" err="1"/>
              <a:t>MultiAgents</a:t>
            </a:r>
            <a:endParaRPr lang="en-SG" sz="4800" dirty="0"/>
          </a:p>
        </p:txBody>
      </p:sp>
    </p:spTree>
    <p:extLst>
      <p:ext uri="{BB962C8B-B14F-4D97-AF65-F5344CB8AC3E}">
        <p14:creationId xmlns:p14="http://schemas.microsoft.com/office/powerpoint/2010/main" val="349616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5240-7FB9-719D-31A3-9285D2702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71B1-6C5D-3259-B42A-793ADF2C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9174-B1BD-7F76-160C-AB73246A18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Upon completion of this session, the learners should be able to:</a:t>
            </a:r>
          </a:p>
          <a:p>
            <a:r>
              <a:rPr lang="en-US" sz="2000" dirty="0">
                <a:solidFill>
                  <a:srgbClr val="2125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xplain the principles and benefits of multi-agent systems, including role specialization, task decomposition, communication protocols, and coordination strategies.</a:t>
            </a:r>
          </a:p>
          <a:p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 multi-agent workflows using advanced frameworks (</a:t>
            </a:r>
            <a:r>
              <a:rPr lang="en-US" sz="2000" b="0" i="0" dirty="0" err="1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e.g.CrewAI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LangGraph, </a:t>
            </a:r>
            <a:r>
              <a:rPr lang="en-US" sz="2000" b="0" i="0" dirty="0" err="1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AutoGen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incorporating shared memory management, orchestration, and failure recovery mechanisms.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1A2ED-BA44-7B19-97E4-E9DC855A7F0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 dirty="0"/>
              <a:t>ITI1212 Generative AI - PDC in Generative AI &amp; Deep Learning</a:t>
            </a:r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BE5E6-4BAF-74BD-8A1D-C6CA7BB6F2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529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9FD4-4137-98C2-E4DA-90FF0CFF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need to have Agents?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C4573-469C-A950-B1B3-F19CE4913F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187285"/>
            <a:ext cx="10481582" cy="47916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/>
              <a:t>Complex decision-making:</a:t>
            </a:r>
          </a:p>
          <a:p>
            <a:pPr marL="304810" lvl="1" indent="0">
              <a:buNone/>
            </a:pPr>
            <a:r>
              <a:rPr lang="en-US" sz="2600" dirty="0"/>
              <a:t>Workflows involving nuanced judgment, exceptions, or context-sensitive decisions, for example refund approval in customer service workflows.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Difficult-to-maintain rules:</a:t>
            </a:r>
          </a:p>
          <a:p>
            <a:pPr marL="304810" lvl="1" indent="0">
              <a:buNone/>
            </a:pPr>
            <a:r>
              <a:rPr lang="en-US" sz="2600" dirty="0"/>
              <a:t>Systems that have become unwieldy due to extensive and intricate rulesets, making updates costly or error-prone, for example performing vendor security reviews.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Heavy reliance on unstructured data:</a:t>
            </a:r>
          </a:p>
          <a:p>
            <a:pPr marL="304810" lvl="1" indent="0">
              <a:buNone/>
            </a:pPr>
            <a:r>
              <a:rPr lang="en-US" sz="2600" dirty="0"/>
              <a:t>Scenarios that involve interpreting natural language, extracting meaning from documents, or interacting with users conversationally, for example processing a home insurance claim.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Before committing to building an agent, validate that your use case can meet these criteria clearly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9FED1-7BCC-A65B-EEB2-B74EFAB95ED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16874-06BC-4555-CF06-27E27FF6FC3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734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D6B2-47DF-C2DC-3486-40CC0392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Generative AI </a:t>
            </a:r>
            <a:r>
              <a:rPr lang="en-US" dirty="0" err="1"/>
              <a:t>MultiAgent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BDE3-ADC2-1E77-1615-3208E2B8E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4674" y="1356967"/>
            <a:ext cx="11042651" cy="4791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Why Use Multiple Agents?</a:t>
            </a:r>
          </a:p>
          <a:p>
            <a:r>
              <a:rPr lang="en-US" sz="2000" b="1" dirty="0"/>
              <a:t>Single-agent limitation</a:t>
            </a:r>
            <a:r>
              <a:rPr lang="en-US" sz="2000" dirty="0"/>
              <a:t>: One LLM agent trying to solve everything often struggles with:</a:t>
            </a:r>
          </a:p>
          <a:p>
            <a:pPr lvl="1"/>
            <a:r>
              <a:rPr lang="en-US" sz="2000" dirty="0">
                <a:latin typeface="+mn-lt"/>
              </a:rPr>
              <a:t>Context overload (too many instructions at once).</a:t>
            </a:r>
          </a:p>
          <a:p>
            <a:pPr lvl="1"/>
            <a:r>
              <a:rPr lang="en-US" sz="2000" dirty="0">
                <a:latin typeface="+mn-lt"/>
              </a:rPr>
              <a:t>Weak specialization (generalist vs. expert).</a:t>
            </a:r>
          </a:p>
          <a:p>
            <a:pPr lvl="1"/>
            <a:r>
              <a:rPr lang="en-US" sz="2000" dirty="0">
                <a:latin typeface="+mn-lt"/>
              </a:rPr>
              <a:t>Lack of modularity (hard to scale or debug).</a:t>
            </a:r>
          </a:p>
          <a:p>
            <a:r>
              <a:rPr lang="en-US" sz="2000" b="1" dirty="0"/>
              <a:t>Multi-agent benefits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>
                <a:latin typeface="+mn-lt"/>
              </a:rPr>
              <a:t>Role specialization</a:t>
            </a:r>
            <a:r>
              <a:rPr lang="en-US" sz="2000" dirty="0">
                <a:latin typeface="+mn-lt"/>
              </a:rPr>
              <a:t> → different agents act as experts (e.g., planner, coder, reviewer).</a:t>
            </a:r>
          </a:p>
          <a:p>
            <a:pPr lvl="1"/>
            <a:r>
              <a:rPr lang="en-US" sz="2000" b="1" dirty="0">
                <a:latin typeface="+mn-lt"/>
              </a:rPr>
              <a:t>Parallelism</a:t>
            </a:r>
            <a:r>
              <a:rPr lang="en-US" sz="2000" dirty="0">
                <a:latin typeface="+mn-lt"/>
              </a:rPr>
              <a:t> → tasks can be split among agents for faster execution.</a:t>
            </a:r>
          </a:p>
          <a:p>
            <a:pPr lvl="1"/>
            <a:r>
              <a:rPr lang="en-US" sz="2000" b="1" dirty="0">
                <a:latin typeface="+mn-lt"/>
              </a:rPr>
              <a:t>Modularity</a:t>
            </a:r>
            <a:r>
              <a:rPr lang="en-US" sz="2000" dirty="0">
                <a:latin typeface="+mn-lt"/>
              </a:rPr>
              <a:t> → easier to upgrade or swap out one agent without redesigning the whole system.</a:t>
            </a:r>
          </a:p>
          <a:p>
            <a:pPr lvl="1"/>
            <a:r>
              <a:rPr lang="en-US" sz="2000" b="1" dirty="0">
                <a:latin typeface="+mn-lt"/>
              </a:rPr>
              <a:t>Human-like teamwork</a:t>
            </a:r>
            <a:r>
              <a:rPr lang="en-US" sz="2000" dirty="0">
                <a:latin typeface="+mn-lt"/>
              </a:rPr>
              <a:t> → mirrors real-world collaboration.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C3F06-A942-C97E-DE01-0397205C7C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2C3F-BDD5-1813-4367-81687B91966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126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4205-7AD1-791F-6D43-7703B499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Planning &amp; Task Decomposition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48F4B-370A-42DF-4396-C037D1A580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094" y="1288718"/>
            <a:ext cx="11042651" cy="4791607"/>
          </a:xfrm>
        </p:spPr>
        <p:txBody>
          <a:bodyPr>
            <a:normAutofit/>
          </a:bodyPr>
          <a:lstStyle/>
          <a:p>
            <a:r>
              <a:rPr lang="en-US" sz="2000" b="1" dirty="0"/>
              <a:t>Hierarchical breakdown:</a:t>
            </a:r>
          </a:p>
          <a:p>
            <a:pPr lvl="1"/>
            <a:r>
              <a:rPr lang="en-US" sz="2000" dirty="0">
                <a:latin typeface="+mn-lt"/>
              </a:rPr>
              <a:t>Planner agent → breaks down the big problem into steps.</a:t>
            </a:r>
          </a:p>
          <a:p>
            <a:pPr lvl="1"/>
            <a:r>
              <a:rPr lang="en-US" sz="2000" dirty="0">
                <a:latin typeface="+mn-lt"/>
              </a:rPr>
              <a:t>Worker agents → execute individual tasks.</a:t>
            </a:r>
          </a:p>
          <a:p>
            <a:pPr lvl="1"/>
            <a:r>
              <a:rPr lang="en-US" sz="2000" dirty="0">
                <a:latin typeface="+mn-lt"/>
              </a:rPr>
              <a:t>Reviewer agent → checks correctness and quality.</a:t>
            </a:r>
          </a:p>
          <a:p>
            <a:r>
              <a:rPr lang="en-US" sz="2000" b="1" dirty="0"/>
              <a:t>Decomposition example: Build a website with product recommendations</a:t>
            </a:r>
          </a:p>
          <a:p>
            <a:pPr lvl="1"/>
            <a:r>
              <a:rPr lang="en-US" sz="2000" dirty="0">
                <a:latin typeface="+mn-lt"/>
              </a:rPr>
              <a:t>Planner: Defines steps → Data collection → Recommendation engine → Web design.</a:t>
            </a:r>
          </a:p>
          <a:p>
            <a:pPr lvl="1"/>
            <a:r>
              <a:rPr lang="en-US" sz="2000" dirty="0">
                <a:latin typeface="+mn-lt"/>
              </a:rPr>
              <a:t>Data Agent: Retrieves product info.</a:t>
            </a:r>
          </a:p>
          <a:p>
            <a:pPr lvl="1"/>
            <a:r>
              <a:rPr lang="en-US" sz="2000" dirty="0">
                <a:latin typeface="+mn-lt"/>
              </a:rPr>
              <a:t>ML Agent: Builds recommendation model.</a:t>
            </a:r>
          </a:p>
          <a:p>
            <a:pPr lvl="1"/>
            <a:r>
              <a:rPr lang="en-US" sz="2000" dirty="0">
                <a:latin typeface="+mn-lt"/>
              </a:rPr>
              <a:t>UI Agent: Designs frontend.</a:t>
            </a:r>
          </a:p>
          <a:p>
            <a:pPr lvl="1"/>
            <a:r>
              <a:rPr lang="en-US" sz="2000" dirty="0">
                <a:latin typeface="+mn-lt"/>
              </a:rPr>
              <a:t>Reviewer: Validates correctness.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B6E36-A957-F4A3-B768-BF0AFA96B9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C4C4C-8A38-A86B-4F0E-2D87206E90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348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9DB9-6BDF-96A7-90EE-E0AA6221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Multiagent Pattern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F1717-7655-7252-0918-113F7BF804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094" y="1174168"/>
            <a:ext cx="6528570" cy="4791607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In the Router pattern, the router agent is using other agents as specialized tools, calling them one by one as needed.</a:t>
            </a:r>
          </a:p>
          <a:p>
            <a:r>
              <a:rPr lang="en-US" sz="2000" dirty="0"/>
              <a:t>In the Parallel pattern, the initial agent is using multiple agents as tools simultaneously to speed up the process.</a:t>
            </a:r>
          </a:p>
          <a:p>
            <a:r>
              <a:rPr lang="en-US" sz="2000" dirty="0"/>
              <a:t>In the Sequential and Circular Flow patterns, agents are used as tools in a predefined pipeline or loop.</a:t>
            </a:r>
          </a:p>
          <a:p>
            <a:r>
              <a:rPr lang="en-US" sz="2000" dirty="0"/>
              <a:t>In the Dynamic pattern, agents are interacting more like a team, with each agent acting as both a user and a tool for other agents, depending on the situation.</a:t>
            </a:r>
          </a:p>
          <a:p>
            <a:r>
              <a:rPr lang="en-US" sz="2000" dirty="0"/>
              <a:t>These patterns provide different ways to structure multi-agent interactions, allowing developers to choose the most appropriate approach based on the specific requirements of their application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FED1C-7711-E47F-C423-1B5A5204A28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5B3EC-B8A9-B6D7-7E0D-CED7918F2F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6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860A2-9BBC-B4DC-F4BC-9964AA531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695" y="2300140"/>
            <a:ext cx="4772674" cy="1873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042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B5FD-81F1-0895-18E1-F054E577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&amp; Communication Protocols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7D94E-4B2D-7A60-5B8B-538633844A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356967"/>
            <a:ext cx="11042651" cy="4791607"/>
          </a:xfrm>
        </p:spPr>
        <p:txBody>
          <a:bodyPr/>
          <a:lstStyle/>
          <a:p>
            <a:r>
              <a:rPr lang="en-US" sz="2000" b="1" dirty="0"/>
              <a:t>Direct messaging</a:t>
            </a:r>
            <a:r>
              <a:rPr lang="en-US" sz="2000" dirty="0"/>
              <a:t>: Agent A sends structured text to Agent B.</a:t>
            </a:r>
          </a:p>
          <a:p>
            <a:r>
              <a:rPr lang="en-US" sz="2000" b="1" dirty="0"/>
              <a:t>Shared memory</a:t>
            </a:r>
            <a:r>
              <a:rPr lang="en-US" sz="2000" dirty="0"/>
              <a:t>: Agents post updates in a shared space.</a:t>
            </a:r>
          </a:p>
          <a:p>
            <a:r>
              <a:rPr lang="en-US" sz="2000" b="1" dirty="0"/>
              <a:t>Protocols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JSON-based structured messages</a:t>
            </a:r>
          </a:p>
          <a:p>
            <a:pPr lvl="1"/>
            <a:r>
              <a:rPr lang="en-US" sz="2000" dirty="0"/>
              <a:t>Tool invocation signals (like OpenAI’s function calling)</a:t>
            </a:r>
          </a:p>
          <a:p>
            <a:pPr lvl="1"/>
            <a:r>
              <a:rPr lang="en-US" sz="2000" dirty="0"/>
              <a:t>Pub/Sub messaging (subscribe to updates on a task)</a:t>
            </a:r>
          </a:p>
          <a:p>
            <a:r>
              <a:rPr lang="en-US" sz="2000" b="1" dirty="0"/>
              <a:t>Key challenges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Ensuring clarity (avoid ambiguous prompts).</a:t>
            </a:r>
          </a:p>
          <a:p>
            <a:pPr lvl="1"/>
            <a:r>
              <a:rPr lang="en-US" sz="2000" dirty="0"/>
              <a:t>Preventing infinite loops (agents endlessly asking each other).</a:t>
            </a:r>
          </a:p>
          <a:p>
            <a:pPr lvl="1"/>
            <a:r>
              <a:rPr lang="en-US" sz="2000" dirty="0"/>
              <a:t>Controlling cost (token usage increases with more agents).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DAF61-794B-C764-87B5-4D1946B08B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37FA4-6EA8-45FB-E398-36C3AED2D1D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4946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1B80-6573-91EC-48D7-E308294B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 &amp;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2540B-89E8-72BA-04C2-23990CF89A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262699"/>
            <a:ext cx="11042651" cy="479160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err="1"/>
              <a:t>CrewAI</a:t>
            </a:r>
            <a:endParaRPr lang="en-US" sz="2000" b="1" dirty="0"/>
          </a:p>
          <a:p>
            <a:r>
              <a:rPr lang="en-US" sz="2000" dirty="0"/>
              <a:t>Purpose: Organize </a:t>
            </a:r>
            <a:r>
              <a:rPr lang="en-US" sz="2000" b="1" dirty="0"/>
              <a:t>teams of agents</a:t>
            </a:r>
            <a:r>
              <a:rPr lang="en-US" sz="2000" dirty="0"/>
              <a:t> with defined roles and collaboration.</a:t>
            </a:r>
          </a:p>
          <a:p>
            <a:r>
              <a:rPr lang="en-US" sz="2000" dirty="0"/>
              <a:t>Example roles: </a:t>
            </a:r>
            <a:r>
              <a:rPr lang="en-US" sz="2000" i="1" dirty="0"/>
              <a:t>Researcher, Analyst, Writer, Critic</a:t>
            </a:r>
            <a:r>
              <a:rPr lang="en-US" sz="2000" dirty="0"/>
              <a:t>.</a:t>
            </a:r>
          </a:p>
          <a:p>
            <a:r>
              <a:rPr lang="en-US" sz="2000" dirty="0"/>
              <a:t>Supports </a:t>
            </a:r>
            <a:r>
              <a:rPr lang="en-US" sz="2000" b="1" dirty="0"/>
              <a:t>task delegation</a:t>
            </a:r>
            <a:r>
              <a:rPr lang="en-US" sz="2000" dirty="0"/>
              <a:t> + </a:t>
            </a:r>
            <a:r>
              <a:rPr lang="en-US" sz="2000" b="1" dirty="0"/>
              <a:t>team workflows</a:t>
            </a:r>
            <a:r>
              <a:rPr lang="en-US" sz="2000" dirty="0"/>
              <a:t>.</a:t>
            </a:r>
          </a:p>
          <a:p>
            <a:r>
              <a:rPr lang="en-US" sz="2000" dirty="0"/>
              <a:t>Example use case: Generate a market report with multiple specialized agents.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2BE88-1C7E-8D4F-00E0-2D274974B5D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72D66-AF04-7A72-2E3E-7C3A7414D5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8</a:t>
            </a:fld>
            <a:endParaRPr lang="en-SG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F5CA8C-EF31-6555-0AB2-45F527A72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3510929"/>
            <a:ext cx="4281144" cy="2937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62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5068-2E33-73AC-C247-9D864717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 &amp;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43CFD-0BD6-6F0E-C8FD-15E39016B9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954" y="1215072"/>
            <a:ext cx="11042651" cy="479160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LangGraph</a:t>
            </a:r>
          </a:p>
          <a:p>
            <a:r>
              <a:rPr lang="en-US" sz="2000" dirty="0"/>
              <a:t>Model agent workflows as </a:t>
            </a:r>
            <a:r>
              <a:rPr lang="en-US" sz="2000" b="1" dirty="0"/>
              <a:t>state machines / graphs</a:t>
            </a:r>
            <a:r>
              <a:rPr lang="en-US" sz="2000" dirty="0"/>
              <a:t>.</a:t>
            </a:r>
          </a:p>
          <a:p>
            <a:r>
              <a:rPr lang="en-US" sz="2000" dirty="0"/>
              <a:t>Nodes = agents or functions.</a:t>
            </a:r>
          </a:p>
          <a:p>
            <a:r>
              <a:rPr lang="en-US" sz="2000" dirty="0"/>
              <a:t>Edges = transitions (who speaks next, what condition triggers a move).</a:t>
            </a:r>
          </a:p>
          <a:p>
            <a:r>
              <a:rPr lang="en-US" sz="2000" dirty="0"/>
              <a:t>Good for </a:t>
            </a:r>
            <a:r>
              <a:rPr lang="en-US" sz="2000" b="1" dirty="0"/>
              <a:t>deterministic orchestration</a:t>
            </a:r>
            <a:r>
              <a:rPr lang="en-US" sz="2000" dirty="0"/>
              <a:t> (avoids chaos of “agents talking freely”).</a:t>
            </a:r>
          </a:p>
          <a:p>
            <a:r>
              <a:rPr lang="en-US" sz="2000" dirty="0"/>
              <a:t>Example: Chatbot that can switch between </a:t>
            </a:r>
            <a:r>
              <a:rPr lang="en-US" sz="2000" i="1" dirty="0"/>
              <a:t>Sales Agent → Technical Agent → Escalation Agent</a:t>
            </a:r>
            <a:r>
              <a:rPr lang="en-US" sz="2000" dirty="0"/>
              <a:t> based on user intent.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F0134-2811-0F2F-4772-001FD23499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78E01-F9E8-5DF3-2268-98C9CE708BC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9</a:t>
            </a:fld>
            <a:endParaRPr lang="en-SG"/>
          </a:p>
        </p:txBody>
      </p:sp>
      <p:sp>
        <p:nvSpPr>
          <p:cNvPr id="6" name="AutoShape 2" descr="Agent Streaming with LangGraph.js - Geeky Gadgets">
            <a:extLst>
              <a:ext uri="{FF2B5EF4-FFF2-40B4-BE49-F238E27FC236}">
                <a16:creationId xmlns:a16="http://schemas.microsoft.com/office/drawing/2014/main" id="{AECA07B7-12C6-E315-761B-B465CB694D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B345E-7756-04EA-BE91-C2034C6F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751" y="3964010"/>
            <a:ext cx="4292338" cy="238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9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D6D8-FA4C-888D-083B-0C064FD9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 &amp;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8F982-DA29-84A8-4EDF-F6ABA8015F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269864"/>
            <a:ext cx="11042651" cy="479160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err="1"/>
              <a:t>AutoGen</a:t>
            </a:r>
            <a:r>
              <a:rPr lang="en-US" sz="2000" b="1" dirty="0"/>
              <a:t> (Microsoft)</a:t>
            </a:r>
          </a:p>
          <a:p>
            <a:r>
              <a:rPr lang="en-US" sz="2000" dirty="0"/>
              <a:t>Multi-agent conversation framework.</a:t>
            </a:r>
          </a:p>
          <a:p>
            <a:r>
              <a:rPr lang="en-US" sz="2000" dirty="0"/>
              <a:t>Agents can:</a:t>
            </a:r>
          </a:p>
          <a:p>
            <a:pPr lvl="1"/>
            <a:r>
              <a:rPr lang="en-US" sz="2000" dirty="0"/>
              <a:t>Collaborate (e.g., Coder ↔ Reviewer loop).</a:t>
            </a:r>
          </a:p>
          <a:p>
            <a:pPr lvl="1"/>
            <a:r>
              <a:rPr lang="en-US" sz="2000" dirty="0"/>
              <a:t>Autonomously call tools.</a:t>
            </a:r>
          </a:p>
          <a:p>
            <a:pPr lvl="1"/>
            <a:r>
              <a:rPr lang="en-US" sz="2000" dirty="0"/>
              <a:t>Escalate to human-in-the-loop.</a:t>
            </a:r>
          </a:p>
          <a:p>
            <a:r>
              <a:rPr lang="en-US" sz="2000" dirty="0"/>
              <a:t>Supports </a:t>
            </a:r>
            <a:r>
              <a:rPr lang="en-US" sz="2000" b="1" dirty="0"/>
              <a:t>“</a:t>
            </a:r>
            <a:r>
              <a:rPr lang="en-US" sz="2000" b="1" dirty="0" err="1"/>
              <a:t>GroupChat</a:t>
            </a:r>
            <a:r>
              <a:rPr lang="en-US" sz="2000" b="1" dirty="0"/>
              <a:t>” pattern</a:t>
            </a:r>
            <a:r>
              <a:rPr lang="en-US" sz="2000" dirty="0"/>
              <a:t> for open discussion among multiple agents.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4DE21-05AB-DAD2-DFB7-D00C8630018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99B03-2754-BB8D-AA56-7776ADD16AD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10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AD1D3-A50C-85CB-B53D-5D238713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525" y="413404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00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4479-221A-5E76-9B8B-65FCBD01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 &amp;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3BEE4-24AC-EF5D-96EC-6A27E50B20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094" y="1140398"/>
            <a:ext cx="11042651" cy="4791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LlamaIndex</a:t>
            </a:r>
            <a:r>
              <a:rPr lang="en-US" sz="2000" b="1" dirty="0"/>
              <a:t> Agent</a:t>
            </a:r>
            <a:endParaRPr lang="en-US" sz="2000" dirty="0"/>
          </a:p>
          <a:p>
            <a:r>
              <a:rPr lang="en-US" sz="2000" dirty="0"/>
              <a:t>Builds </a:t>
            </a:r>
            <a:r>
              <a:rPr lang="en-US" sz="2000" b="1" dirty="0"/>
              <a:t>data-aware agents</a:t>
            </a:r>
            <a:r>
              <a:rPr lang="en-US" sz="2000" dirty="0"/>
              <a:t> that can reason over structured + unstructured data.</a:t>
            </a:r>
          </a:p>
          <a:p>
            <a:r>
              <a:rPr lang="en-US" sz="2000" dirty="0"/>
              <a:t>Uses </a:t>
            </a:r>
            <a:r>
              <a:rPr lang="en-US" sz="2000" b="1" dirty="0"/>
              <a:t>indexes</a:t>
            </a:r>
            <a:r>
              <a:rPr lang="en-US" sz="2000" dirty="0"/>
              <a:t> (vector, keyword, graph) for memory and context grounding.</a:t>
            </a:r>
          </a:p>
          <a:p>
            <a:r>
              <a:rPr lang="en-US" sz="2000" dirty="0"/>
              <a:t>Supports </a:t>
            </a:r>
            <a:r>
              <a:rPr lang="en-US" sz="2000" b="1" dirty="0"/>
              <a:t>tool integration</a:t>
            </a:r>
            <a:r>
              <a:rPr lang="en-US" sz="2000" dirty="0"/>
              <a:t> (DB queries, APIs, </a:t>
            </a:r>
            <a:r>
              <a:rPr lang="en-US" sz="2000" dirty="0" err="1"/>
              <a:t>Firecrawl</a:t>
            </a:r>
            <a:r>
              <a:rPr lang="en-US" sz="2000" dirty="0"/>
              <a:t>, etc.).</a:t>
            </a:r>
          </a:p>
          <a:p>
            <a:r>
              <a:rPr lang="en-US" sz="2000" dirty="0"/>
              <a:t>Works well as the </a:t>
            </a:r>
            <a:r>
              <a:rPr lang="en-US" sz="2000" b="1" dirty="0"/>
              <a:t>Knowledge Agent</a:t>
            </a:r>
            <a:r>
              <a:rPr lang="en-US" sz="2000" dirty="0"/>
              <a:t> inside multi-agent workflows.</a:t>
            </a:r>
          </a:p>
          <a:p>
            <a:r>
              <a:rPr lang="en-US" sz="2000" dirty="0"/>
              <a:t>Example: Research Assistant agent that searches documents, summarizes results, and shares insights with a Planner or Reviewer agent.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369D8-F98F-190D-E543-D7F006699F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AFE10-72B8-3CB0-B71F-BE8824C3B07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11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0B7AE-2A28-A2CE-DC00-A62E6C9D0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137" y="3907588"/>
            <a:ext cx="4596063" cy="258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1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A1BC-0925-71F2-051A-78915E237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&amp; Coordination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97B3C-7349-A08F-FF08-A148E0A8CD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4674" y="1269864"/>
            <a:ext cx="11042651" cy="479160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Agent Orchestration</a:t>
            </a:r>
          </a:p>
          <a:p>
            <a:r>
              <a:rPr lang="en-US" sz="2000" b="1" dirty="0"/>
              <a:t>Centralized orchestration</a:t>
            </a:r>
            <a:r>
              <a:rPr lang="en-US" sz="2000" dirty="0"/>
              <a:t>: One “controller” agent assigns tasks.</a:t>
            </a:r>
          </a:p>
          <a:p>
            <a:r>
              <a:rPr lang="en-US" sz="2000" b="1" dirty="0"/>
              <a:t>Decentralized orchestration</a:t>
            </a:r>
            <a:r>
              <a:rPr lang="en-US" sz="2000" dirty="0"/>
              <a:t>: Agents coordinate via rules/messages, no single leader.</a:t>
            </a:r>
          </a:p>
          <a:p>
            <a:r>
              <a:rPr lang="en-US" sz="2000" dirty="0"/>
              <a:t>Orchestration prevents chaos and ensures progress.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Managing Shared Memory or Knowledge</a:t>
            </a:r>
          </a:p>
          <a:p>
            <a:r>
              <a:rPr lang="en-US" sz="2000" dirty="0"/>
              <a:t>Options:</a:t>
            </a:r>
          </a:p>
          <a:p>
            <a:pPr lvl="1"/>
            <a:r>
              <a:rPr lang="en-US" sz="2000" b="1" dirty="0"/>
              <a:t>Centralized memory store</a:t>
            </a:r>
            <a:r>
              <a:rPr lang="en-US" sz="2000" dirty="0"/>
              <a:t> (vector DB, JSON file, blackboard).</a:t>
            </a:r>
          </a:p>
          <a:p>
            <a:pPr lvl="1"/>
            <a:r>
              <a:rPr lang="en-US" sz="2000" b="1" dirty="0"/>
              <a:t>Agent-specific memory</a:t>
            </a:r>
            <a:r>
              <a:rPr lang="en-US" sz="2000" dirty="0"/>
              <a:t> (each agent has its own log/history).</a:t>
            </a:r>
          </a:p>
          <a:p>
            <a:pPr lvl="1"/>
            <a:r>
              <a:rPr lang="en-US" sz="2000" b="1" dirty="0"/>
              <a:t>Hybrid</a:t>
            </a:r>
            <a:r>
              <a:rPr lang="en-US" sz="2000" dirty="0"/>
              <a:t>: Agents keep local context but sync key insights to global memory.</a:t>
            </a:r>
          </a:p>
          <a:p>
            <a:r>
              <a:rPr lang="en-US" sz="2000" dirty="0"/>
              <a:t>Example: Planner maintains global plan, workers only store their progress.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3DE0B-27AB-3DC4-93FF-FE184772FC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E8EC8-7E8B-6EBD-7779-2F0FCCA568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6194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F13C-D6B0-7B0C-6646-64FA3B51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&amp; Coordination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D756D-CDD6-82AD-E1C8-FD44FB01E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241584"/>
            <a:ext cx="11042651" cy="479160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Stopping Conditions &amp; Failure Recovery</a:t>
            </a:r>
          </a:p>
          <a:p>
            <a:r>
              <a:rPr lang="en-US" sz="2000" dirty="0"/>
              <a:t>Stopping conditions:</a:t>
            </a:r>
          </a:p>
          <a:p>
            <a:pPr lvl="1"/>
            <a:r>
              <a:rPr lang="en-US" sz="2000" dirty="0">
                <a:latin typeface="+mn-lt"/>
              </a:rPr>
              <a:t>Goal achieved (final output validated).</a:t>
            </a:r>
          </a:p>
          <a:p>
            <a:pPr lvl="1"/>
            <a:r>
              <a:rPr lang="en-US" sz="2000" dirty="0">
                <a:latin typeface="+mn-lt"/>
              </a:rPr>
              <a:t>Time/cost exceeded (budget control).</a:t>
            </a:r>
          </a:p>
          <a:p>
            <a:pPr lvl="1"/>
            <a:r>
              <a:rPr lang="en-US" sz="2000" dirty="0">
                <a:latin typeface="+mn-lt"/>
              </a:rPr>
              <a:t>Deadlock detected (agents stop responding meaningfully).</a:t>
            </a:r>
          </a:p>
          <a:p>
            <a:r>
              <a:rPr lang="en-US" sz="2000" dirty="0"/>
              <a:t>Failure recovery:</a:t>
            </a:r>
          </a:p>
          <a:p>
            <a:pPr lvl="1"/>
            <a:r>
              <a:rPr lang="en-US" sz="2000" dirty="0">
                <a:latin typeface="+mn-lt"/>
              </a:rPr>
              <a:t>Retry mechanism with backoff.</a:t>
            </a:r>
          </a:p>
          <a:p>
            <a:pPr lvl="1"/>
            <a:r>
              <a:rPr lang="en-US" sz="2000" dirty="0">
                <a:latin typeface="+mn-lt"/>
              </a:rPr>
              <a:t>Escalate to human (human-in-the-loop).</a:t>
            </a:r>
          </a:p>
          <a:p>
            <a:pPr lvl="1"/>
            <a:r>
              <a:rPr lang="en-US" sz="2000" dirty="0">
                <a:latin typeface="+mn-lt"/>
              </a:rPr>
              <a:t>Replace failed agent with fallback.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254A9-2A93-A36D-3284-892113C0EB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4A3C9-9254-C406-B18E-ED829D0C80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435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22A1-CAB4-531E-D2EE-955F64A5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150AC-8FBE-FE32-73FC-FBBA80B56B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SG" sz="2800" b="0">
                <a:hlinkClick r:id="rId2"/>
              </a:rPr>
              <a:t>https://www.voicespin.com/glossary/voice-activity-detection/</a:t>
            </a:r>
            <a:endParaRPr lang="en-SG" sz="2800" b="0"/>
          </a:p>
          <a:p>
            <a:r>
              <a:rPr lang="en-US">
                <a:ea typeface="Avenir Book" charset="0"/>
                <a:cs typeface="Avenir Book" charset="0"/>
              </a:rPr>
              <a:t>https</a:t>
            </a:r>
            <a:r>
              <a:rPr lang="en-US" dirty="0">
                <a:ea typeface="Avenir Book" charset="0"/>
                <a:cs typeface="Avenir Book" charset="0"/>
              </a:rPr>
              <a:t>://www.youtube.com/watch?v=xWhI8RkRSGQ&amp;t=60s</a:t>
            </a:r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23A2C-B0B0-637F-1709-C3ECF194BA0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62F5A-251B-4E6A-11E7-41964510E3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7485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EN 129(23) A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83bdb4-0a8f-43d2-a24f-e17275a3121b" xsi:nil="true"/>
    <SharedWithUsers xmlns="f64e7450-eb76-4305-9aaa-c7c2fda4733e">
      <UserInfo>
        <DisplayName/>
        <AccountId xsi:nil="true"/>
        <AccountType/>
      </UserInfo>
    </SharedWithUsers>
    <lcf76f155ced4ddcb4097134ff3c332f xmlns="f64e7450-eb76-4305-9aaa-c7c2fda4733e">
      <Terms xmlns="http://schemas.microsoft.com/office/infopath/2007/PartnerControls"/>
    </lcf76f155ced4ddcb4097134ff3c332f>
    <Owner xmlns="f64e7450-eb76-4305-9aaa-c7c2fda4733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AFF6A4F3FF49931B55B041F99EFA" ma:contentTypeVersion="23" ma:contentTypeDescription="Create a new document." ma:contentTypeScope="" ma:versionID="61a0eef3450023d494e2ceffcbf7e3df">
  <xsd:schema xmlns:xsd="http://www.w3.org/2001/XMLSchema" xmlns:xs="http://www.w3.org/2001/XMLSchema" xmlns:p="http://schemas.microsoft.com/office/2006/metadata/properties" xmlns:ns2="f64e7450-eb76-4305-9aaa-c7c2fda4733e" xmlns:ns3="1483bdb4-0a8f-43d2-a24f-e17275a3121b" xmlns:ns4="cdc4170c-4545-48f7-871b-33920ecd5df3" targetNamespace="http://schemas.microsoft.com/office/2006/metadata/properties" ma:root="true" ma:fieldsID="dcf00dde415673dc76d9a86cc65b0522" ns2:_="" ns3:_="" ns4:_="">
    <xsd:import namespace="f64e7450-eb76-4305-9aaa-c7c2fda4733e"/>
    <xsd:import namespace="1483bdb4-0a8f-43d2-a24f-e17275a3121b"/>
    <xsd:import namespace="cdc4170c-4545-48f7-871b-33920ecd5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SharedWithUsers" minOccurs="0"/>
                <xsd:element ref="ns2:Owner" minOccurs="0"/>
                <xsd:element ref="ns4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e7450-eb76-4305-9aaa-c7c2fda473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58e8660-d7f0-40dc-9355-39c17cfe3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SharedWithUsers" ma:index="19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wner" ma:index="20" nillable="true" ma:displayName="Owner" ma:internalName="Owner" ma:readOnly="false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83bdb4-0a8f-43d2-a24f-e17275a3121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7bdc7dd-b19c-4daa-ac60-4cc2365c7a3f}" ma:internalName="TaxCatchAll" ma:showField="CatchAllData" ma:web="1483bdb4-0a8f-43d2-a24f-e17275a312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c4170c-4545-48f7-871b-33920ecd5df3" elementFormDefault="qualified">
    <xsd:import namespace="http://schemas.microsoft.com/office/2006/documentManagement/types"/>
    <xsd:import namespace="http://schemas.microsoft.com/office/infopath/2007/PartnerControls"/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0EE154-A736-456D-A3E2-2774536219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4823A8-D13E-443D-AF76-75DA2E9EFDDD}">
  <ds:schemaRefs>
    <ds:schemaRef ds:uri="http://schemas.microsoft.com/office/2006/metadata/properties"/>
    <ds:schemaRef ds:uri="http://schemas.microsoft.com/office/infopath/2007/PartnerControls"/>
    <ds:schemaRef ds:uri="1483bdb4-0a8f-43d2-a24f-e17275a3121b"/>
    <ds:schemaRef ds:uri="f64e7450-eb76-4305-9aaa-c7c2fda4733e"/>
  </ds:schemaRefs>
</ds:datastoreItem>
</file>

<file path=customXml/itemProps3.xml><?xml version="1.0" encoding="utf-8"?>
<ds:datastoreItem xmlns:ds="http://schemas.openxmlformats.org/officeDocument/2006/customXml" ds:itemID="{BA923E17-E709-4E48-9BD1-C688FFB5E7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e7450-eb76-4305-9aaa-c7c2fda4733e"/>
    <ds:schemaRef ds:uri="1483bdb4-0a8f-43d2-a24f-e17275a3121b"/>
    <ds:schemaRef ds:uri="cdc4170c-4545-48f7-871b-33920ecd5d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SEN 129(23) A19</Template>
  <TotalTime>10294</TotalTime>
  <Words>1149</Words>
  <Application>Microsoft Office PowerPoint</Application>
  <PresentationFormat>Widescreen</PresentationFormat>
  <Paragraphs>135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Arvo</vt:lpstr>
      <vt:lpstr>Avenir Book</vt:lpstr>
      <vt:lpstr>Aptos</vt:lpstr>
      <vt:lpstr>Arial</vt:lpstr>
      <vt:lpstr>Calibri</vt:lpstr>
      <vt:lpstr>Calibri Light</vt:lpstr>
      <vt:lpstr>Roboto</vt:lpstr>
      <vt:lpstr>SEN 129(23) A19</vt:lpstr>
      <vt:lpstr>PowerPoint Presentation</vt:lpstr>
      <vt:lpstr>Learning Outcomes</vt:lpstr>
      <vt:lpstr>Why we need to have Agents?</vt:lpstr>
      <vt:lpstr>What is a Generative AI MultiAgent?</vt:lpstr>
      <vt:lpstr>Multi-Agent Planning &amp; Task Decomposition</vt:lpstr>
      <vt:lpstr>Multiagent Pattern</vt:lpstr>
      <vt:lpstr>Message Passing &amp; Communication Protocols</vt:lpstr>
      <vt:lpstr>Frameworks &amp; Tools</vt:lpstr>
      <vt:lpstr>Frameworks &amp; Tools</vt:lpstr>
      <vt:lpstr>Frameworks &amp; Tools</vt:lpstr>
      <vt:lpstr>Frameworks &amp; Tools</vt:lpstr>
      <vt:lpstr>Control &amp; Coordination</vt:lpstr>
      <vt:lpstr>Control &amp; Coordination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Kheng Kok Mar</dc:creator>
  <cp:lastModifiedBy>chee hong wee</cp:lastModifiedBy>
  <cp:revision>67</cp:revision>
  <dcterms:created xsi:type="dcterms:W3CDTF">2023-04-05T14:55:09Z</dcterms:created>
  <dcterms:modified xsi:type="dcterms:W3CDTF">2025-11-13T08:41:51Z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0x0101009FE6AFF6A4F3FF49931B55B041F99EFA</vt:lpwstr>
  </property>
  <property fmtid="{D5CDD505-2E9C-101B-9397-08002B2CF9AE}" pid="3" name="MSIP_Label_babe128f-e2ab-4b18-9c62-301caee5e80a_Enabled">
    <vt:lpwstr>true</vt:lpwstr>
  </property>
  <property fmtid="{D5CDD505-2E9C-101B-9397-08002B2CF9AE}" pid="4" name="MSIP_Label_babe128f-e2ab-4b18-9c62-301caee5e80a_SetDate">
    <vt:lpwstr>2023-05-30T04:02:35Z</vt:lpwstr>
  </property>
  <property fmtid="{D5CDD505-2E9C-101B-9397-08002B2CF9AE}" pid="5" name="MSIP_Label_babe128f-e2ab-4b18-9c62-301caee5e80a_Method">
    <vt:lpwstr>Privileged</vt:lpwstr>
  </property>
  <property fmtid="{D5CDD505-2E9C-101B-9397-08002B2CF9AE}" pid="6" name="MSIP_Label_babe128f-e2ab-4b18-9c62-301caee5e80a_Name">
    <vt:lpwstr>OFFICIAL [OPEN]</vt:lpwstr>
  </property>
  <property fmtid="{D5CDD505-2E9C-101B-9397-08002B2CF9AE}" pid="7" name="MSIP_Label_babe128f-e2ab-4b18-9c62-301caee5e80a_SiteId">
    <vt:lpwstr>243ebaed-00d0-4690-a7dc-75893b0d9f98</vt:lpwstr>
  </property>
  <property fmtid="{D5CDD505-2E9C-101B-9397-08002B2CF9AE}" pid="8" name="MSIP_Label_babe128f-e2ab-4b18-9c62-301caee5e80a_ActionId">
    <vt:lpwstr>3c58ffe5-4c8c-497d-b23e-0c1208da03ba</vt:lpwstr>
  </property>
  <property fmtid="{D5CDD505-2E9C-101B-9397-08002B2CF9AE}" pid="9" name="MSIP_Label_babe128f-e2ab-4b18-9c62-301caee5e80a_ContentBits">
    <vt:lpwstr>1</vt:lpwstr>
  </property>
  <property fmtid="{D5CDD505-2E9C-101B-9397-08002B2CF9AE}" pid="10" name="MediaServiceImageTags">
    <vt:lpwstr/>
  </property>
</Properties>
</file>