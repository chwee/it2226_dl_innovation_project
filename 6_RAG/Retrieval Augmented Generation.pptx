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23"/>
  </p:notesMasterIdLst>
  <p:handoutMasterIdLst>
    <p:handoutMasterId r:id="rId24"/>
  </p:handoutMasterIdLst>
  <p:sldIdLst>
    <p:sldId id="419" r:id="rId5"/>
    <p:sldId id="402" r:id="rId6"/>
    <p:sldId id="453" r:id="rId7"/>
    <p:sldId id="458" r:id="rId8"/>
    <p:sldId id="457" r:id="rId9"/>
    <p:sldId id="459" r:id="rId10"/>
    <p:sldId id="468" r:id="rId11"/>
    <p:sldId id="455" r:id="rId12"/>
    <p:sldId id="456" r:id="rId13"/>
    <p:sldId id="464" r:id="rId14"/>
    <p:sldId id="460" r:id="rId15"/>
    <p:sldId id="461" r:id="rId16"/>
    <p:sldId id="462" r:id="rId17"/>
    <p:sldId id="469" r:id="rId18"/>
    <p:sldId id="465" r:id="rId19"/>
    <p:sldId id="470" r:id="rId20"/>
    <p:sldId id="467" r:id="rId21"/>
    <p:sldId id="4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D7AA8-B633-43EA-B803-6478153F3BD7}" v="3" dt="2025-03-21T02:00:42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65" autoAdjust="0"/>
    <p:restoredTop sz="81081" autoAdjust="0"/>
  </p:normalViewPr>
  <p:slideViewPr>
    <p:cSldViewPr snapToGrid="0">
      <p:cViewPr varScale="1">
        <p:scale>
          <a:sx n="72" d="100"/>
          <a:sy n="72" d="100"/>
        </p:scale>
        <p:origin x="6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ng Kok MAR (NYP)" userId="62030f1a-a95b-4c33-86e6-478100d64ee1" providerId="ADAL" clId="{58ED7AA8-B633-43EA-B803-6478153F3BD7}"/>
    <pc:docChg chg="undo custSel addSld delSld modSld">
      <pc:chgData name="Kheng Kok MAR (NYP)" userId="62030f1a-a95b-4c33-86e6-478100d64ee1" providerId="ADAL" clId="{58ED7AA8-B633-43EA-B803-6478153F3BD7}" dt="2025-03-21T05:00:48.584" v="153" actId="5793"/>
      <pc:docMkLst>
        <pc:docMk/>
      </pc:docMkLst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2600293482" sldId="26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807024801" sldId="295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933152867" sldId="299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250412498" sldId="300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619976221" sldId="301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4234809244" sldId="30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070489917" sldId="303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766828700" sldId="320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880737323" sldId="321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392206436" sldId="32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132682470" sldId="323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169862212" sldId="324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4009347987" sldId="325"/>
        </pc:sldMkLst>
      </pc:sldChg>
      <pc:sldChg chg="del">
        <pc:chgData name="Kheng Kok MAR (NYP)" userId="62030f1a-a95b-4c33-86e6-478100d64ee1" providerId="ADAL" clId="{58ED7AA8-B633-43EA-B803-6478153F3BD7}" dt="2025-03-21T05:00:10.423" v="138" actId="47"/>
        <pc:sldMkLst>
          <pc:docMk/>
          <pc:sldMk cId="1255300212" sldId="327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320550275" sldId="328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916683871" sldId="329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836926012" sldId="330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005339390" sldId="331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761206000" sldId="333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070237463" sldId="334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769685483" sldId="335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781151514" sldId="336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4181970323" sldId="337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715183010" sldId="338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807812468" sldId="33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114733694" sldId="34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020918737" sldId="34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113745265" sldId="34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711056098" sldId="34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08210905" sldId="34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922411213" sldId="34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930374708" sldId="34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62503712" sldId="35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186340524" sldId="35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351436070" sldId="35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516845528" sldId="35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06275055" sldId="36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873997129" sldId="36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96573934" sldId="36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624530038" sldId="37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836799505" sldId="372"/>
        </pc:sldMkLst>
      </pc:sldChg>
      <pc:sldChg chg="del">
        <pc:chgData name="Kheng Kok MAR (NYP)" userId="62030f1a-a95b-4c33-86e6-478100d64ee1" providerId="ADAL" clId="{58ED7AA8-B633-43EA-B803-6478153F3BD7}" dt="2025-03-21T05:00:12.373" v="139" actId="47"/>
        <pc:sldMkLst>
          <pc:docMk/>
          <pc:sldMk cId="2712846146" sldId="37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931830914" sldId="37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799979536" sldId="375"/>
        </pc:sldMkLst>
      </pc:sldChg>
      <pc:sldChg chg="del">
        <pc:chgData name="Kheng Kok MAR (NYP)" userId="62030f1a-a95b-4c33-86e6-478100d64ee1" providerId="ADAL" clId="{58ED7AA8-B633-43EA-B803-6478153F3BD7}" dt="2025-03-21T05:00:10.423" v="138" actId="47"/>
        <pc:sldMkLst>
          <pc:docMk/>
          <pc:sldMk cId="2780781574" sldId="37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274829805" sldId="378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802167371" sldId="379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990305848" sldId="380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422701620" sldId="38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80813618" sldId="38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875934704" sldId="38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19453085" sldId="38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041534699" sldId="38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434463523" sldId="38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273044271" sldId="38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594403404" sldId="38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584676501" sldId="39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048104730" sldId="39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761234270" sldId="392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140442699" sldId="39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799622941" sldId="39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213993344" sldId="39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879657340" sldId="39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27410163" sldId="39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53696741" sldId="39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929622885" sldId="39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406082339" sldId="40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68316888" sldId="401"/>
        </pc:sldMkLst>
      </pc:sldChg>
      <pc:sldChg chg="modSp add mod">
        <pc:chgData name="Kheng Kok MAR (NYP)" userId="62030f1a-a95b-4c33-86e6-478100d64ee1" providerId="ADAL" clId="{58ED7AA8-B633-43EA-B803-6478153F3BD7}" dt="2025-03-21T04:59:24.160" v="134" actId="20577"/>
        <pc:sldMkLst>
          <pc:docMk/>
          <pc:sldMk cId="3155291161" sldId="402"/>
        </pc:sldMkLst>
        <pc:spChg chg="mod">
          <ac:chgData name="Kheng Kok MAR (NYP)" userId="62030f1a-a95b-4c33-86e6-478100d64ee1" providerId="ADAL" clId="{58ED7AA8-B633-43EA-B803-6478153F3BD7}" dt="2025-03-21T02:00:47.977" v="73" actId="20577"/>
          <ac:spMkLst>
            <pc:docMk/>
            <pc:sldMk cId="3155291161" sldId="402"/>
            <ac:spMk id="2" creationId="{A1D871B1-6C5D-3259-B42A-793ADF2CE90C}"/>
          </ac:spMkLst>
        </pc:spChg>
        <pc:spChg chg="mod">
          <ac:chgData name="Kheng Kok MAR (NYP)" userId="62030f1a-a95b-4c33-86e6-478100d64ee1" providerId="ADAL" clId="{58ED7AA8-B633-43EA-B803-6478153F3BD7}" dt="2025-03-21T04:59:24.160" v="134" actId="20577"/>
          <ac:spMkLst>
            <pc:docMk/>
            <pc:sldMk cId="3155291161" sldId="402"/>
            <ac:spMk id="3" creationId="{DD3B9174-B1BD-7F76-160C-AB73246A18B4}"/>
          </ac:spMkLst>
        </pc:spChg>
      </pc:sldChg>
      <pc:sldChg chg="modSp add del mod">
        <pc:chgData name="Kheng Kok MAR (NYP)" userId="62030f1a-a95b-4c33-86e6-478100d64ee1" providerId="ADAL" clId="{58ED7AA8-B633-43EA-B803-6478153F3BD7}" dt="2025-03-21T02:00:27.386" v="55"/>
        <pc:sldMkLst>
          <pc:docMk/>
          <pc:sldMk cId="3498333577" sldId="402"/>
        </pc:sldMkLst>
        <pc:spChg chg="mod">
          <ac:chgData name="Kheng Kok MAR (NYP)" userId="62030f1a-a95b-4c33-86e6-478100d64ee1" providerId="ADAL" clId="{58ED7AA8-B633-43EA-B803-6478153F3BD7}" dt="2025-03-21T02:00:26.988" v="54" actId="20577"/>
          <ac:spMkLst>
            <pc:docMk/>
            <pc:sldMk cId="3498333577" sldId="402"/>
            <ac:spMk id="2" creationId="{7E5DD8B0-3B00-B572-9211-A9127DBB9BE1}"/>
          </ac:spMkLst>
        </pc:spChg>
      </pc:sldChg>
      <pc:sldChg chg="modSp new mod">
        <pc:chgData name="Kheng Kok MAR (NYP)" userId="62030f1a-a95b-4c33-86e6-478100d64ee1" providerId="ADAL" clId="{58ED7AA8-B633-43EA-B803-6478153F3BD7}" dt="2025-03-21T05:00:48.584" v="153" actId="5793"/>
        <pc:sldMkLst>
          <pc:docMk/>
          <pc:sldMk cId="2767485149" sldId="403"/>
        </pc:sldMkLst>
        <pc:spChg chg="mod">
          <ac:chgData name="Kheng Kok MAR (NYP)" userId="62030f1a-a95b-4c33-86e6-478100d64ee1" providerId="ADAL" clId="{58ED7AA8-B633-43EA-B803-6478153F3BD7}" dt="2025-03-21T05:00:24.783" v="150" actId="20577"/>
          <ac:spMkLst>
            <pc:docMk/>
            <pc:sldMk cId="2767485149" sldId="403"/>
            <ac:spMk id="2" creationId="{B6D222A1-CAB4-531E-D2EE-955F64A570CC}"/>
          </ac:spMkLst>
        </pc:spChg>
        <pc:spChg chg="mod">
          <ac:chgData name="Kheng Kok MAR (NYP)" userId="62030f1a-a95b-4c33-86e6-478100d64ee1" providerId="ADAL" clId="{58ED7AA8-B633-43EA-B803-6478153F3BD7}" dt="2025-03-21T05:00:48.584" v="153" actId="5793"/>
          <ac:spMkLst>
            <pc:docMk/>
            <pc:sldMk cId="2767485149" sldId="403"/>
            <ac:spMk id="3" creationId="{C3D150AC-8FBE-FE32-73FC-FBBA80B56B9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4A07A7-A8F7-B72E-4B74-261D7D3F95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72104-C5D7-9142-35F7-AC28827A37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3F652-CB33-4F60-88E9-6D8C7BBE5615}" type="datetimeFigureOut">
              <a:rPr lang="en-SG" smtClean="0"/>
              <a:t>1/11/2025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43AF6-21A3-F929-ED7C-7B438738C7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12D10-68BD-CCCD-9552-0B6E039E3D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006ED-B046-4917-A165-CAAD7C0FC90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877492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0027D-8C89-4D53-9D0A-8B13C461417F}" type="datetimeFigureOut">
              <a:rPr lang="en-SG" smtClean="0"/>
              <a:t>1/11/2025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0DD26-C564-4A3C-8398-FE9A3FA1B7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218849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EA3C9-6A75-1ACC-B9DD-02E47A41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233F7-84E0-CA0A-1620-DED80B3EE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03095-1979-EB07-19FD-93E4CD1C3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https://www.slideshare.net/slideshow/generativeaifundamentals-and-large-language-models/265130205#15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C96F3-C312-2C6E-327B-F0FB26E099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8276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0DD26-C564-4A3C-8398-FE9A3FA1B74B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0043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4572-F5E1-4A3A-A721-7EE4541A5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D856F-22DF-457F-9DA6-2BBBE7724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6B450-8F36-4CA9-BB8A-54BED55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1D93-7B44-402E-B68F-4A50DAAA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9746C-92A0-4CD8-BF8A-E4787E5D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351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E61EE-C429-4744-8D26-1FB9FBC3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0C32D-939C-4A87-B206-B13FE76F0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6BE5D-2F83-4AEF-8424-C597E22D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BA20-D537-4D97-9120-03F8E812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2ACC6-7178-428F-8CCE-47D86AD0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89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0FF1-A312-4C8E-9EA2-3491BFAC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27663-4B68-4F0E-8160-1ADCE9DF4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5D66A-D9A4-4415-8D41-CC1D01E3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03ECE-F479-44BE-A832-5B02157A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826F4-E99A-40B3-8CA0-F3AA4B55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385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82B9-76EF-4801-9C08-4047A10F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132F-3A32-4B41-90C7-EDF0D345A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6EA9C-159B-4ED1-92F1-09257F863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F40C3-72F4-404A-A9ED-41357771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A5256-D040-4A8E-9B0C-40E9F388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95349-5DEF-4070-9AE9-0301B436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81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E1B5-E354-4039-B5F3-B1498766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4FBD-5344-4232-A05C-D05324029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0A864-D109-4C22-B06D-0894FCB2D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EBD65-DF66-42D8-B090-FD5F3BCAF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A9A2C-BFB2-48F9-9095-833362DB1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F60E8-DF8A-4529-9FA5-A28A2EA3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B79B9-A512-4CE4-A687-246A34A1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38109-A1A9-4998-B4A1-97ADDAB7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0165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3E35-5299-4B63-8B51-9F4A97C7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A6AC6-0659-4FAD-9E8F-76F401FB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29569-4516-499A-8373-AC26F376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E8AF0-0DB6-489E-ACEC-F21DC9B2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45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50201-F9A8-4138-A24F-AB852281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83975-FF84-487F-AFDC-02263F1E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4FDBD-62AB-401C-9199-F111ECB2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127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1716-B274-4466-9712-6CEDEBBD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2D5B-1F24-430E-80E2-D0E18441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FCB68-134D-45A9-A146-ECD542F0F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AA041-31C7-413C-8A76-152B59F3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C2EC0-A05A-4B3D-8A8A-BC1CA298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C253A-3A59-4B50-B64F-0AE1A358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892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7369-8207-4F07-BC27-4276545C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A7276-13B9-4486-B413-88F6B8EE1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91697-F7DC-4A78-AF6E-6296B045D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1571A-A600-463A-87C9-E3DBFDD1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963BD-E48F-4045-918C-E9E660CC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3A05E-7512-44BA-BD0F-A86E1D35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0017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A04D-1F17-4E9B-A65E-2F1F803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C65C5-F69C-413D-BA7E-583D32A4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91DEE-2925-47EE-8B32-4E17401F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0BC08-FF2F-45C0-A338-E6D2C802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E448-78DC-4158-A0A8-43B71EE1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823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EAE97-62E2-4725-A10F-5240A0DCF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AE281-0364-46E3-A4EE-1A000C620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BE32D-4087-41E0-882F-E4A1DF21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DE89-DF6B-4C00-8B4D-5A201E15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3BC24-7B2B-46D2-A14D-E4B04FBC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3511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4897FD1-71BD-47A6-B797-CF76C131ADA2}"/>
              </a:ext>
            </a:extLst>
          </p:cNvPr>
          <p:cNvGrpSpPr/>
          <p:nvPr/>
        </p:nvGrpSpPr>
        <p:grpSpPr>
          <a:xfrm>
            <a:off x="0" y="1"/>
            <a:ext cx="12192000" cy="96761"/>
            <a:chOff x="0" y="1"/>
            <a:chExt cx="9144000" cy="501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48B507-1C7C-424E-A896-2B5D193F7988}"/>
                </a:ext>
              </a:extLst>
            </p:cNvPr>
            <p:cNvSpPr/>
            <p:nvPr userDrawn="1"/>
          </p:nvSpPr>
          <p:spPr>
            <a:xfrm>
              <a:off x="0" y="1"/>
              <a:ext cx="4572000" cy="50138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6A0A9C-1620-46A1-96D8-039E189461A1}"/>
                </a:ext>
              </a:extLst>
            </p:cNvPr>
            <p:cNvSpPr/>
            <p:nvPr userDrawn="1"/>
          </p:nvSpPr>
          <p:spPr>
            <a:xfrm>
              <a:off x="4572000" y="1"/>
              <a:ext cx="4572000" cy="50138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40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83DBF1-F186-4FF9-98D0-2D89BCCD7064}"/>
              </a:ext>
            </a:extLst>
          </p:cNvPr>
          <p:cNvCxnSpPr>
            <a:cxnSpLocks/>
          </p:cNvCxnSpPr>
          <p:nvPr/>
        </p:nvCxnSpPr>
        <p:spPr>
          <a:xfrm>
            <a:off x="279540" y="6530229"/>
            <a:ext cx="116329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8">
            <a:extLst>
              <a:ext uri="{FF2B5EF4-FFF2-40B4-BE49-F238E27FC236}">
                <a16:creationId xmlns:a16="http://schemas.microsoft.com/office/drawing/2014/main" id="{029F2E20-2684-46DF-9D11-02417258E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95" y="278092"/>
            <a:ext cx="11042511" cy="1078875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SG"/>
              <a:t>Click to add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0D22AC7-14BF-4AF1-B561-7FA3FAB6CB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018" y="1562095"/>
            <a:ext cx="11042651" cy="4791607"/>
          </a:xfrm>
          <a:prstGeom prst="rect">
            <a:avLst/>
          </a:prstGeom>
        </p:spPr>
        <p:txBody>
          <a:bodyPr/>
          <a:lstStyle>
            <a:lvl1pPr marL="380990" indent="-38099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bullets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0820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AFB620-18D1-4649-93A3-941BC5B43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Title 8">
            <a:extLst>
              <a:ext uri="{FF2B5EF4-FFF2-40B4-BE49-F238E27FC236}">
                <a16:creationId xmlns:a16="http://schemas.microsoft.com/office/drawing/2014/main" id="{83FD6784-19E4-4D70-8B3B-4D3959A58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270" y="317002"/>
            <a:ext cx="11042511" cy="1078875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SG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633B2C3-EE9C-4119-9F7F-EE2C6BE94F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2270" y="1562095"/>
            <a:ext cx="11042651" cy="4791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add body text</a:t>
            </a:r>
          </a:p>
        </p:txBody>
      </p:sp>
    </p:spTree>
    <p:extLst>
      <p:ext uri="{BB962C8B-B14F-4D97-AF65-F5344CB8AC3E}">
        <p14:creationId xmlns:p14="http://schemas.microsoft.com/office/powerpoint/2010/main" val="480725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109628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9974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26;p5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2590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4141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4368800" y="33"/>
            <a:ext cx="782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7"/>
          <p:cNvSpPr/>
          <p:nvPr/>
        </p:nvSpPr>
        <p:spPr>
          <a:xfrm rot="-5400000">
            <a:off x="1012200" y="3356600"/>
            <a:ext cx="6858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19618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634000" y="1678033"/>
            <a:ext cx="10962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634000" y="4406167"/>
            <a:ext cx="10962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683194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653667" y="651000"/>
            <a:ext cx="8302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092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9"/>
          <p:cNvSpPr/>
          <p:nvPr/>
        </p:nvSpPr>
        <p:spPr>
          <a:xfrm rot="5400000">
            <a:off x="2595233" y="3357000"/>
            <a:ext cx="68572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705956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7145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/>
          <p:nvPr/>
        </p:nvSpPr>
        <p:spPr>
          <a:xfrm>
            <a:off x="10059311" y="877033"/>
            <a:ext cx="1732400" cy="5772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3" name="Google Shape;13;p57"/>
          <p:cNvGrpSpPr/>
          <p:nvPr/>
        </p:nvGrpSpPr>
        <p:grpSpPr>
          <a:xfrm>
            <a:off x="0" y="-9451"/>
            <a:ext cx="11548531" cy="6867451"/>
            <a:chOff x="0" y="-7088"/>
            <a:chExt cx="8661398" cy="5150588"/>
          </a:xfrm>
        </p:grpSpPr>
        <p:sp>
          <p:nvSpPr>
            <p:cNvPr id="14" name="Google Shape;14;p57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7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6" name="Google Shape;16;p57"/>
          <p:cNvGrpSpPr/>
          <p:nvPr/>
        </p:nvGrpSpPr>
        <p:grpSpPr>
          <a:xfrm rot="10800000" flipH="1">
            <a:off x="2" y="1454351"/>
            <a:ext cx="11796669" cy="3949300"/>
            <a:chOff x="-8178042" y="-4493254"/>
            <a:chExt cx="19483597" cy="6522736"/>
          </a:xfrm>
        </p:grpSpPr>
        <p:sp>
          <p:nvSpPr>
            <p:cNvPr id="17" name="Google Shape;17;p57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8" name="Google Shape;18;p57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9" name="Google Shape;19;p57"/>
          <p:cNvGrpSpPr/>
          <p:nvPr/>
        </p:nvGrpSpPr>
        <p:grpSpPr>
          <a:xfrm>
            <a:off x="4902981" y="5704465"/>
            <a:ext cx="7307771" cy="577328"/>
            <a:chOff x="5582265" y="4646738"/>
            <a:chExt cx="5480828" cy="432996"/>
          </a:xfrm>
        </p:grpSpPr>
        <p:sp>
          <p:nvSpPr>
            <p:cNvPr id="20" name="Google Shape;20;p57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1;p57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2" name="Google Shape;22;p57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57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" name="Google Shape;24;p57"/>
          <p:cNvSpPr txBox="1">
            <a:spLocks noGrp="1"/>
          </p:cNvSpPr>
          <p:nvPr>
            <p:ph type="ctrTitle"/>
          </p:nvPr>
        </p:nvSpPr>
        <p:spPr>
          <a:xfrm>
            <a:off x="643469" y="1454333"/>
            <a:ext cx="698432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3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5" name="Google Shape;25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70875" y="1454217"/>
            <a:ext cx="2268772" cy="2268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5879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90C6C-FDE3-C662-2486-197F1D3B3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C56D8D-12A6-4A5A-B92D-575EE1DEE3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6323" y="1528131"/>
            <a:ext cx="5337923" cy="1866872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6667" b="1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F1328D7-7673-4614-9EEB-F014CD4879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323" y="3549449"/>
            <a:ext cx="4813671" cy="999104"/>
          </a:xfrm>
          <a:prstGeom prst="rect">
            <a:avLst/>
          </a:prstGeom>
        </p:spPr>
        <p:txBody>
          <a:bodyPr/>
          <a:lstStyle>
            <a:lvl1pPr>
              <a:defRPr sz="1867" b="0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0011CE1-EDBF-46B7-9599-4FD9FCE16C51}"/>
              </a:ext>
            </a:extLst>
          </p:cNvPr>
          <p:cNvSpPr/>
          <p:nvPr userDrawn="1"/>
        </p:nvSpPr>
        <p:spPr>
          <a:xfrm rot="2871830">
            <a:off x="6936865" y="138470"/>
            <a:ext cx="257671" cy="2397084"/>
          </a:xfrm>
          <a:custGeom>
            <a:avLst/>
            <a:gdLst>
              <a:gd name="connsiteX0" fmla="*/ 0 w 193253"/>
              <a:gd name="connsiteY0" fmla="*/ 0 h 1820147"/>
              <a:gd name="connsiteX1" fmla="*/ 193253 w 193253"/>
              <a:gd name="connsiteY1" fmla="*/ 0 h 1820147"/>
              <a:gd name="connsiteX2" fmla="*/ 193253 w 193253"/>
              <a:gd name="connsiteY2" fmla="*/ 1820147 h 1820147"/>
              <a:gd name="connsiteX3" fmla="*/ 0 w 193253"/>
              <a:gd name="connsiteY3" fmla="*/ 1820147 h 1820147"/>
              <a:gd name="connsiteX4" fmla="*/ 0 w 193253"/>
              <a:gd name="connsiteY4" fmla="*/ 0 h 1820147"/>
              <a:gd name="connsiteX0" fmla="*/ 0 w 197852"/>
              <a:gd name="connsiteY0" fmla="*/ 0 h 1820147"/>
              <a:gd name="connsiteX1" fmla="*/ 197852 w 197852"/>
              <a:gd name="connsiteY1" fmla="*/ 4378 h 1820147"/>
              <a:gd name="connsiteX2" fmla="*/ 193253 w 197852"/>
              <a:gd name="connsiteY2" fmla="*/ 1820147 h 1820147"/>
              <a:gd name="connsiteX3" fmla="*/ 0 w 197852"/>
              <a:gd name="connsiteY3" fmla="*/ 1820147 h 1820147"/>
              <a:gd name="connsiteX4" fmla="*/ 0 w 197852"/>
              <a:gd name="connsiteY4" fmla="*/ 0 h 1820147"/>
              <a:gd name="connsiteX0" fmla="*/ 5041 w 197852"/>
              <a:gd name="connsiteY0" fmla="*/ 17956 h 1815769"/>
              <a:gd name="connsiteX1" fmla="*/ 197852 w 197852"/>
              <a:gd name="connsiteY1" fmla="*/ 0 h 1815769"/>
              <a:gd name="connsiteX2" fmla="*/ 193253 w 197852"/>
              <a:gd name="connsiteY2" fmla="*/ 1815769 h 1815769"/>
              <a:gd name="connsiteX3" fmla="*/ 0 w 197852"/>
              <a:gd name="connsiteY3" fmla="*/ 1815769 h 1815769"/>
              <a:gd name="connsiteX4" fmla="*/ 5041 w 197852"/>
              <a:gd name="connsiteY4" fmla="*/ 17956 h 1815769"/>
              <a:gd name="connsiteX0" fmla="*/ 5041 w 193253"/>
              <a:gd name="connsiteY0" fmla="*/ 0 h 1797813"/>
              <a:gd name="connsiteX1" fmla="*/ 189316 w 193253"/>
              <a:gd name="connsiteY1" fmla="*/ 220 h 1797813"/>
              <a:gd name="connsiteX2" fmla="*/ 193253 w 193253"/>
              <a:gd name="connsiteY2" fmla="*/ 1797813 h 1797813"/>
              <a:gd name="connsiteX3" fmla="*/ 0 w 193253"/>
              <a:gd name="connsiteY3" fmla="*/ 1797813 h 1797813"/>
              <a:gd name="connsiteX4" fmla="*/ 5041 w 193253"/>
              <a:gd name="connsiteY4" fmla="*/ 0 h 179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253" h="1797813">
                <a:moveTo>
                  <a:pt x="5041" y="0"/>
                </a:moveTo>
                <a:lnTo>
                  <a:pt x="189316" y="220"/>
                </a:lnTo>
                <a:cubicBezTo>
                  <a:pt x="190628" y="599418"/>
                  <a:pt x="191941" y="1198615"/>
                  <a:pt x="193253" y="1797813"/>
                </a:cubicBezTo>
                <a:lnTo>
                  <a:pt x="0" y="1797813"/>
                </a:lnTo>
                <a:cubicBezTo>
                  <a:pt x="1680" y="1198542"/>
                  <a:pt x="3361" y="599271"/>
                  <a:pt x="5041" y="0"/>
                </a:cubicBezTo>
                <a:close/>
              </a:path>
            </a:pathLst>
          </a:cu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43153B-9164-4B7D-8967-9232760F77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547" y="393707"/>
            <a:ext cx="2822077" cy="584956"/>
          </a:xfrm>
          <a:prstGeom prst="rect">
            <a:avLst/>
          </a:prstGeom>
        </p:spPr>
      </p:pic>
      <p:sp>
        <p:nvSpPr>
          <p:cNvPr id="2" name="Isosceles Triangle 2">
            <a:extLst>
              <a:ext uri="{FF2B5EF4-FFF2-40B4-BE49-F238E27FC236}">
                <a16:creationId xmlns:a16="http://schemas.microsoft.com/office/drawing/2014/main" id="{A15BFF93-6482-1724-38DE-4828529F78E7}"/>
              </a:ext>
            </a:extLst>
          </p:cNvPr>
          <p:cNvSpPr/>
          <p:nvPr userDrawn="1"/>
        </p:nvSpPr>
        <p:spPr>
          <a:xfrm rot="16200000">
            <a:off x="10798933" y="5465604"/>
            <a:ext cx="1375097" cy="1413193"/>
          </a:xfrm>
          <a:custGeom>
            <a:avLst/>
            <a:gdLst>
              <a:gd name="connsiteX0" fmla="*/ 0 w 906866"/>
              <a:gd name="connsiteY0" fmla="*/ 754622 h 754622"/>
              <a:gd name="connsiteX1" fmla="*/ 453433 w 906866"/>
              <a:gd name="connsiteY1" fmla="*/ 0 h 754622"/>
              <a:gd name="connsiteX2" fmla="*/ 906866 w 906866"/>
              <a:gd name="connsiteY2" fmla="*/ 754622 h 754622"/>
              <a:gd name="connsiteX3" fmla="*/ 0 w 906866"/>
              <a:gd name="connsiteY3" fmla="*/ 754622 h 754622"/>
              <a:gd name="connsiteX0" fmla="*/ 0 w 1143086"/>
              <a:gd name="connsiteY0" fmla="*/ 754622 h 754622"/>
              <a:gd name="connsiteX1" fmla="*/ 453433 w 1143086"/>
              <a:gd name="connsiteY1" fmla="*/ 0 h 754622"/>
              <a:gd name="connsiteX2" fmla="*/ 1143086 w 1143086"/>
              <a:gd name="connsiteY2" fmla="*/ 747002 h 754622"/>
              <a:gd name="connsiteX3" fmla="*/ 0 w 1143086"/>
              <a:gd name="connsiteY3" fmla="*/ 754622 h 754622"/>
              <a:gd name="connsiteX0" fmla="*/ 0 w 1143086"/>
              <a:gd name="connsiteY0" fmla="*/ 1227062 h 1227062"/>
              <a:gd name="connsiteX1" fmla="*/ 3853 w 1143086"/>
              <a:gd name="connsiteY1" fmla="*/ 0 h 1227062"/>
              <a:gd name="connsiteX2" fmla="*/ 1143086 w 1143086"/>
              <a:gd name="connsiteY2" fmla="*/ 1219442 h 1227062"/>
              <a:gd name="connsiteX3" fmla="*/ 0 w 1143086"/>
              <a:gd name="connsiteY3" fmla="*/ 1227062 h 1227062"/>
              <a:gd name="connsiteX0" fmla="*/ 0 w 1143086"/>
              <a:gd name="connsiteY0" fmla="*/ 1219442 h 1219442"/>
              <a:gd name="connsiteX1" fmla="*/ 3853 w 1143086"/>
              <a:gd name="connsiteY1" fmla="*/ 0 h 1219442"/>
              <a:gd name="connsiteX2" fmla="*/ 1143086 w 1143086"/>
              <a:gd name="connsiteY2" fmla="*/ 1219442 h 1219442"/>
              <a:gd name="connsiteX3" fmla="*/ 0 w 1143086"/>
              <a:gd name="connsiteY3" fmla="*/ 1219442 h 1219442"/>
              <a:gd name="connsiteX0" fmla="*/ 0 w 1062123"/>
              <a:gd name="connsiteY0" fmla="*/ 1219442 h 1219442"/>
              <a:gd name="connsiteX1" fmla="*/ 3853 w 1062123"/>
              <a:gd name="connsiteY1" fmla="*/ 0 h 1219442"/>
              <a:gd name="connsiteX2" fmla="*/ 1062123 w 1062123"/>
              <a:gd name="connsiteY2" fmla="*/ 1131336 h 1219442"/>
              <a:gd name="connsiteX3" fmla="*/ 0 w 106212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31902 w 1058464"/>
              <a:gd name="connsiteY0" fmla="*/ 1131335 h 1132395"/>
              <a:gd name="connsiteX1" fmla="*/ 36 w 1058464"/>
              <a:gd name="connsiteY1" fmla="*/ 0 h 1132395"/>
              <a:gd name="connsiteX2" fmla="*/ 1058306 w 1058464"/>
              <a:gd name="connsiteY2" fmla="*/ 1131336 h 1132395"/>
              <a:gd name="connsiteX3" fmla="*/ 31902 w 1058464"/>
              <a:gd name="connsiteY3" fmla="*/ 1131335 h 1132395"/>
              <a:gd name="connsiteX0" fmla="*/ 5810 w 1032372"/>
              <a:gd name="connsiteY0" fmla="*/ 1074182 h 1075242"/>
              <a:gd name="connsiteX1" fmla="*/ 137 w 1032372"/>
              <a:gd name="connsiteY1" fmla="*/ 0 h 1075242"/>
              <a:gd name="connsiteX2" fmla="*/ 1032214 w 1032372"/>
              <a:gd name="connsiteY2" fmla="*/ 1074183 h 1075242"/>
              <a:gd name="connsiteX3" fmla="*/ 5810 w 1032372"/>
              <a:gd name="connsiteY3" fmla="*/ 1074182 h 1075242"/>
              <a:gd name="connsiteX0" fmla="*/ 1200 w 1032523"/>
              <a:gd name="connsiteY0" fmla="*/ 1078945 h 1078945"/>
              <a:gd name="connsiteX1" fmla="*/ 289 w 1032523"/>
              <a:gd name="connsiteY1" fmla="*/ 0 h 1078945"/>
              <a:gd name="connsiteX2" fmla="*/ 1032366 w 1032523"/>
              <a:gd name="connsiteY2" fmla="*/ 1074183 h 1078945"/>
              <a:gd name="connsiteX3" fmla="*/ 1200 w 1032523"/>
              <a:gd name="connsiteY3" fmla="*/ 1078945 h 1078945"/>
              <a:gd name="connsiteX0" fmla="*/ 0 w 1031323"/>
              <a:gd name="connsiteY0" fmla="*/ 1059895 h 1059895"/>
              <a:gd name="connsiteX1" fmla="*/ 1470 w 1031323"/>
              <a:gd name="connsiteY1" fmla="*/ 0 h 1059895"/>
              <a:gd name="connsiteX2" fmla="*/ 1031166 w 1031323"/>
              <a:gd name="connsiteY2" fmla="*/ 1055133 h 1059895"/>
              <a:gd name="connsiteX3" fmla="*/ 0 w 1031323"/>
              <a:gd name="connsiteY3" fmla="*/ 1059895 h 105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1323" h="1059895">
                <a:moveTo>
                  <a:pt x="0" y="1059895"/>
                </a:moveTo>
                <a:cubicBezTo>
                  <a:pt x="1284" y="650874"/>
                  <a:pt x="186" y="409021"/>
                  <a:pt x="1470" y="0"/>
                </a:cubicBezTo>
                <a:cubicBezTo>
                  <a:pt x="354227" y="377112"/>
                  <a:pt x="1042740" y="1051880"/>
                  <a:pt x="1031166" y="1055133"/>
                </a:cubicBezTo>
                <a:cubicBezTo>
                  <a:pt x="1043043" y="1057517"/>
                  <a:pt x="381029" y="1059895"/>
                  <a:pt x="0" y="1059895"/>
                </a:cubicBezTo>
                <a:close/>
              </a:path>
            </a:pathLst>
          </a:cu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51460D6-F294-9FEC-8A11-8E4DE73D906F}"/>
              </a:ext>
            </a:extLst>
          </p:cNvPr>
          <p:cNvSpPr/>
          <p:nvPr userDrawn="1"/>
        </p:nvSpPr>
        <p:spPr>
          <a:xfrm rot="13500000">
            <a:off x="11360201" y="5062314"/>
            <a:ext cx="311071" cy="2220841"/>
          </a:xfrm>
          <a:custGeom>
            <a:avLst/>
            <a:gdLst>
              <a:gd name="connsiteX0" fmla="*/ 0 w 185368"/>
              <a:gd name="connsiteY0" fmla="*/ 0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0 w 185368"/>
              <a:gd name="connsiteY4" fmla="*/ 0 h 1259721"/>
              <a:gd name="connsiteX0" fmla="*/ 11136 w 185368"/>
              <a:gd name="connsiteY0" fmla="*/ 134862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11136 w 185368"/>
              <a:gd name="connsiteY4" fmla="*/ 134862 h 1259721"/>
              <a:gd name="connsiteX0" fmla="*/ 11136 w 185368"/>
              <a:gd name="connsiteY0" fmla="*/ 221597 h 1346456"/>
              <a:gd name="connsiteX1" fmla="*/ 168470 w 185368"/>
              <a:gd name="connsiteY1" fmla="*/ 0 h 1346456"/>
              <a:gd name="connsiteX2" fmla="*/ 185368 w 185368"/>
              <a:gd name="connsiteY2" fmla="*/ 1346456 h 1346456"/>
              <a:gd name="connsiteX3" fmla="*/ 0 w 185368"/>
              <a:gd name="connsiteY3" fmla="*/ 1346456 h 1346456"/>
              <a:gd name="connsiteX4" fmla="*/ 11136 w 185368"/>
              <a:gd name="connsiteY4" fmla="*/ 221597 h 1346456"/>
              <a:gd name="connsiteX0" fmla="*/ 0 w 174232"/>
              <a:gd name="connsiteY0" fmla="*/ 221597 h 1368722"/>
              <a:gd name="connsiteX1" fmla="*/ 157334 w 174232"/>
              <a:gd name="connsiteY1" fmla="*/ 0 h 1368722"/>
              <a:gd name="connsiteX2" fmla="*/ 174232 w 174232"/>
              <a:gd name="connsiteY2" fmla="*/ 1346456 h 1368722"/>
              <a:gd name="connsiteX3" fmla="*/ 366 w 174232"/>
              <a:gd name="connsiteY3" fmla="*/ 1368722 h 1368722"/>
              <a:gd name="connsiteX4" fmla="*/ 0 w 174232"/>
              <a:gd name="connsiteY4" fmla="*/ 221597 h 1368722"/>
              <a:gd name="connsiteX0" fmla="*/ 28972 w 173866"/>
              <a:gd name="connsiteY0" fmla="*/ 283202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28972 w 173866"/>
              <a:gd name="connsiteY4" fmla="*/ 283202 h 1368722"/>
              <a:gd name="connsiteX0" fmla="*/ 13460 w 173866"/>
              <a:gd name="connsiteY0" fmla="*/ 267631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13460 w 173866"/>
              <a:gd name="connsiteY4" fmla="*/ 267631 h 1368722"/>
              <a:gd name="connsiteX0" fmla="*/ 13460 w 173866"/>
              <a:gd name="connsiteY0" fmla="*/ 257249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13460 w 173866"/>
              <a:gd name="connsiteY4" fmla="*/ 257249 h 1358340"/>
              <a:gd name="connsiteX0" fmla="*/ 32818 w 173866"/>
              <a:gd name="connsiteY0" fmla="*/ 279771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32818 w 173866"/>
              <a:gd name="connsiteY4" fmla="*/ 279771 h 1358340"/>
              <a:gd name="connsiteX0" fmla="*/ 32818 w 173866"/>
              <a:gd name="connsiteY0" fmla="*/ 269656 h 1348225"/>
              <a:gd name="connsiteX1" fmla="*/ 162520 w 173866"/>
              <a:gd name="connsiteY1" fmla="*/ -1 h 1348225"/>
              <a:gd name="connsiteX2" fmla="*/ 173866 w 173866"/>
              <a:gd name="connsiteY2" fmla="*/ 1325959 h 1348225"/>
              <a:gd name="connsiteX3" fmla="*/ 0 w 173866"/>
              <a:gd name="connsiteY3" fmla="*/ 1348225 h 1348225"/>
              <a:gd name="connsiteX4" fmla="*/ 32818 w 173866"/>
              <a:gd name="connsiteY4" fmla="*/ 269656 h 1348225"/>
              <a:gd name="connsiteX0" fmla="*/ 23240 w 164288"/>
              <a:gd name="connsiteY0" fmla="*/ 269657 h 1327995"/>
              <a:gd name="connsiteX1" fmla="*/ 152942 w 164288"/>
              <a:gd name="connsiteY1" fmla="*/ 0 h 1327995"/>
              <a:gd name="connsiteX2" fmla="*/ 164288 w 164288"/>
              <a:gd name="connsiteY2" fmla="*/ 1325960 h 1327995"/>
              <a:gd name="connsiteX3" fmla="*/ 0 w 164288"/>
              <a:gd name="connsiteY3" fmla="*/ 1327995 h 1327995"/>
              <a:gd name="connsiteX4" fmla="*/ 23240 w 164288"/>
              <a:gd name="connsiteY4" fmla="*/ 269657 h 1327995"/>
              <a:gd name="connsiteX0" fmla="*/ 23240 w 170070"/>
              <a:gd name="connsiteY0" fmla="*/ 261634 h 1319972"/>
              <a:gd name="connsiteX1" fmla="*/ 170070 w 170070"/>
              <a:gd name="connsiteY1" fmla="*/ 0 h 1319972"/>
              <a:gd name="connsiteX2" fmla="*/ 164288 w 170070"/>
              <a:gd name="connsiteY2" fmla="*/ 1317937 h 1319972"/>
              <a:gd name="connsiteX3" fmla="*/ 0 w 170070"/>
              <a:gd name="connsiteY3" fmla="*/ 1319972 h 1319972"/>
              <a:gd name="connsiteX4" fmla="*/ 23240 w 170070"/>
              <a:gd name="connsiteY4" fmla="*/ 261634 h 1319972"/>
              <a:gd name="connsiteX0" fmla="*/ 23240 w 170070"/>
              <a:gd name="connsiteY0" fmla="*/ 261634 h 1368726"/>
              <a:gd name="connsiteX1" fmla="*/ 170070 w 170070"/>
              <a:gd name="connsiteY1" fmla="*/ 0 h 1368726"/>
              <a:gd name="connsiteX2" fmla="*/ 167819 w 170070"/>
              <a:gd name="connsiteY2" fmla="*/ 1368726 h 1368726"/>
              <a:gd name="connsiteX3" fmla="*/ 0 w 170070"/>
              <a:gd name="connsiteY3" fmla="*/ 1319972 h 1368726"/>
              <a:gd name="connsiteX4" fmla="*/ 23240 w 170070"/>
              <a:gd name="connsiteY4" fmla="*/ 261634 h 1368726"/>
              <a:gd name="connsiteX0" fmla="*/ 23240 w 184789"/>
              <a:gd name="connsiteY0" fmla="*/ 26163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3240 w 184789"/>
              <a:gd name="connsiteY4" fmla="*/ 261634 h 1396262"/>
              <a:gd name="connsiteX0" fmla="*/ 14074 w 184789"/>
              <a:gd name="connsiteY0" fmla="*/ 296650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14074 w 184789"/>
              <a:gd name="connsiteY4" fmla="*/ 296650 h 1396262"/>
              <a:gd name="connsiteX0" fmla="*/ 22940 w 184789"/>
              <a:gd name="connsiteY0" fmla="*/ 281148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2940 w 184789"/>
              <a:gd name="connsiteY4" fmla="*/ 281148 h 1396262"/>
              <a:gd name="connsiteX0" fmla="*/ 27672 w 184789"/>
              <a:gd name="connsiteY0" fmla="*/ 25388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7672 w 184789"/>
              <a:gd name="connsiteY4" fmla="*/ 253884 h 1396262"/>
              <a:gd name="connsiteX0" fmla="*/ 0 w 190766"/>
              <a:gd name="connsiteY0" fmla="*/ 250212 h 1396262"/>
              <a:gd name="connsiteX1" fmla="*/ 176047 w 190766"/>
              <a:gd name="connsiteY1" fmla="*/ 0 h 1396262"/>
              <a:gd name="connsiteX2" fmla="*/ 190625 w 190766"/>
              <a:gd name="connsiteY2" fmla="*/ 1396262 h 1396262"/>
              <a:gd name="connsiteX3" fmla="*/ 5977 w 190766"/>
              <a:gd name="connsiteY3" fmla="*/ 1319972 h 1396262"/>
              <a:gd name="connsiteX4" fmla="*/ 0 w 190766"/>
              <a:gd name="connsiteY4" fmla="*/ 250212 h 1396262"/>
              <a:gd name="connsiteX0" fmla="*/ 0 w 197591"/>
              <a:gd name="connsiteY0" fmla="*/ 232644 h 1378694"/>
              <a:gd name="connsiteX1" fmla="*/ 197591 w 197591"/>
              <a:gd name="connsiteY1" fmla="*/ 0 h 1378694"/>
              <a:gd name="connsiteX2" fmla="*/ 190625 w 197591"/>
              <a:gd name="connsiteY2" fmla="*/ 1378694 h 1378694"/>
              <a:gd name="connsiteX3" fmla="*/ 5977 w 197591"/>
              <a:gd name="connsiteY3" fmla="*/ 1302404 h 1378694"/>
              <a:gd name="connsiteX4" fmla="*/ 0 w 197591"/>
              <a:gd name="connsiteY4" fmla="*/ 232644 h 1378694"/>
              <a:gd name="connsiteX0" fmla="*/ 24386 w 191715"/>
              <a:gd name="connsiteY0" fmla="*/ 197901 h 1378694"/>
              <a:gd name="connsiteX1" fmla="*/ 191715 w 191715"/>
              <a:gd name="connsiteY1" fmla="*/ 0 h 1378694"/>
              <a:gd name="connsiteX2" fmla="*/ 184749 w 191715"/>
              <a:gd name="connsiteY2" fmla="*/ 1378694 h 1378694"/>
              <a:gd name="connsiteX3" fmla="*/ 101 w 191715"/>
              <a:gd name="connsiteY3" fmla="*/ 1302404 h 1378694"/>
              <a:gd name="connsiteX4" fmla="*/ 24386 w 191715"/>
              <a:gd name="connsiteY4" fmla="*/ 197901 h 1378694"/>
              <a:gd name="connsiteX0" fmla="*/ 0 w 167329"/>
              <a:gd name="connsiteY0" fmla="*/ 197901 h 1378694"/>
              <a:gd name="connsiteX1" fmla="*/ 167329 w 167329"/>
              <a:gd name="connsiteY1" fmla="*/ 0 h 1378694"/>
              <a:gd name="connsiteX2" fmla="*/ 160363 w 167329"/>
              <a:gd name="connsiteY2" fmla="*/ 1378694 h 1378694"/>
              <a:gd name="connsiteX3" fmla="*/ 4847 w 167329"/>
              <a:gd name="connsiteY3" fmla="*/ 1254857 h 1378694"/>
              <a:gd name="connsiteX4" fmla="*/ 0 w 167329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19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20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0607 w 190194"/>
              <a:gd name="connsiteY0" fmla="*/ 172292 h 1378694"/>
              <a:gd name="connsiteX1" fmla="*/ 190194 w 190194"/>
              <a:gd name="connsiteY1" fmla="*/ 0 h 1378694"/>
              <a:gd name="connsiteX2" fmla="*/ 183229 w 190194"/>
              <a:gd name="connsiteY2" fmla="*/ 1378694 h 1378694"/>
              <a:gd name="connsiteX3" fmla="*/ 115 w 190194"/>
              <a:gd name="connsiteY3" fmla="*/ 1244237 h 1378694"/>
              <a:gd name="connsiteX4" fmla="*/ 20607 w 190194"/>
              <a:gd name="connsiteY4" fmla="*/ 172292 h 1378694"/>
              <a:gd name="connsiteX0" fmla="*/ 20607 w 195117"/>
              <a:gd name="connsiteY0" fmla="*/ 192045 h 1398447"/>
              <a:gd name="connsiteX1" fmla="*/ 195117 w 195117"/>
              <a:gd name="connsiteY1" fmla="*/ 0 h 1398447"/>
              <a:gd name="connsiteX2" fmla="*/ 183229 w 195117"/>
              <a:gd name="connsiteY2" fmla="*/ 1398447 h 1398447"/>
              <a:gd name="connsiteX3" fmla="*/ 115 w 195117"/>
              <a:gd name="connsiteY3" fmla="*/ 1263990 h 1398447"/>
              <a:gd name="connsiteX4" fmla="*/ 20607 w 195117"/>
              <a:gd name="connsiteY4" fmla="*/ 192045 h 1398447"/>
              <a:gd name="connsiteX0" fmla="*/ 14590 w 195152"/>
              <a:gd name="connsiteY0" fmla="*/ 198994 h 1398447"/>
              <a:gd name="connsiteX1" fmla="*/ 195152 w 195152"/>
              <a:gd name="connsiteY1" fmla="*/ 0 h 1398447"/>
              <a:gd name="connsiteX2" fmla="*/ 183264 w 195152"/>
              <a:gd name="connsiteY2" fmla="*/ 1398447 h 1398447"/>
              <a:gd name="connsiteX3" fmla="*/ 150 w 195152"/>
              <a:gd name="connsiteY3" fmla="*/ 1263990 h 1398447"/>
              <a:gd name="connsiteX4" fmla="*/ 14590 w 195152"/>
              <a:gd name="connsiteY4" fmla="*/ 198994 h 1398447"/>
              <a:gd name="connsiteX0" fmla="*/ 14590 w 183796"/>
              <a:gd name="connsiteY0" fmla="*/ 185097 h 1384550"/>
              <a:gd name="connsiteX1" fmla="*/ 183048 w 183796"/>
              <a:gd name="connsiteY1" fmla="*/ 0 h 1384550"/>
              <a:gd name="connsiteX2" fmla="*/ 183264 w 183796"/>
              <a:gd name="connsiteY2" fmla="*/ 1384550 h 1384550"/>
              <a:gd name="connsiteX3" fmla="*/ 150 w 183796"/>
              <a:gd name="connsiteY3" fmla="*/ 1250093 h 1384550"/>
              <a:gd name="connsiteX4" fmla="*/ 14590 w 183796"/>
              <a:gd name="connsiteY4" fmla="*/ 185097 h 1384550"/>
              <a:gd name="connsiteX0" fmla="*/ 14590 w 184829"/>
              <a:gd name="connsiteY0" fmla="*/ 185097 h 1397354"/>
              <a:gd name="connsiteX1" fmla="*/ 183048 w 184829"/>
              <a:gd name="connsiteY1" fmla="*/ 0 h 1397354"/>
              <a:gd name="connsiteX2" fmla="*/ 184393 w 184829"/>
              <a:gd name="connsiteY2" fmla="*/ 1397354 h 1397354"/>
              <a:gd name="connsiteX3" fmla="*/ 150 w 184829"/>
              <a:gd name="connsiteY3" fmla="*/ 1250093 h 1397354"/>
              <a:gd name="connsiteX4" fmla="*/ 14590 w 184829"/>
              <a:gd name="connsiteY4" fmla="*/ 185097 h 1397354"/>
              <a:gd name="connsiteX0" fmla="*/ 14590 w 184492"/>
              <a:gd name="connsiteY0" fmla="*/ 202666 h 1414923"/>
              <a:gd name="connsiteX1" fmla="*/ 161504 w 184492"/>
              <a:gd name="connsiteY1" fmla="*/ 0 h 1414923"/>
              <a:gd name="connsiteX2" fmla="*/ 184393 w 184492"/>
              <a:gd name="connsiteY2" fmla="*/ 1414923 h 1414923"/>
              <a:gd name="connsiteX3" fmla="*/ 150 w 184492"/>
              <a:gd name="connsiteY3" fmla="*/ 1267662 h 1414923"/>
              <a:gd name="connsiteX4" fmla="*/ 14590 w 184492"/>
              <a:gd name="connsiteY4" fmla="*/ 202666 h 1414923"/>
              <a:gd name="connsiteX0" fmla="*/ 14590 w 184526"/>
              <a:gd name="connsiteY0" fmla="*/ 196810 h 1409067"/>
              <a:gd name="connsiteX1" fmla="*/ 168685 w 184526"/>
              <a:gd name="connsiteY1" fmla="*/ 0 h 1409067"/>
              <a:gd name="connsiteX2" fmla="*/ 184393 w 184526"/>
              <a:gd name="connsiteY2" fmla="*/ 1409067 h 1409067"/>
              <a:gd name="connsiteX3" fmla="*/ 150 w 184526"/>
              <a:gd name="connsiteY3" fmla="*/ 1261806 h 1409067"/>
              <a:gd name="connsiteX4" fmla="*/ 14590 w 184526"/>
              <a:gd name="connsiteY4" fmla="*/ 196810 h 1409067"/>
              <a:gd name="connsiteX0" fmla="*/ 712 w 184933"/>
              <a:gd name="connsiteY0" fmla="*/ 197904 h 1409067"/>
              <a:gd name="connsiteX1" fmla="*/ 169092 w 184933"/>
              <a:gd name="connsiteY1" fmla="*/ 0 h 1409067"/>
              <a:gd name="connsiteX2" fmla="*/ 184800 w 184933"/>
              <a:gd name="connsiteY2" fmla="*/ 1409067 h 1409067"/>
              <a:gd name="connsiteX3" fmla="*/ 557 w 184933"/>
              <a:gd name="connsiteY3" fmla="*/ 1261806 h 1409067"/>
              <a:gd name="connsiteX4" fmla="*/ 712 w 184933"/>
              <a:gd name="connsiteY4" fmla="*/ 197904 h 1409067"/>
              <a:gd name="connsiteX0" fmla="*/ 712 w 185008"/>
              <a:gd name="connsiteY0" fmla="*/ 205826 h 1416989"/>
              <a:gd name="connsiteX1" fmla="*/ 176532 w 185008"/>
              <a:gd name="connsiteY1" fmla="*/ 0 h 1416989"/>
              <a:gd name="connsiteX2" fmla="*/ 184800 w 185008"/>
              <a:gd name="connsiteY2" fmla="*/ 1416989 h 1416989"/>
              <a:gd name="connsiteX3" fmla="*/ 557 w 185008"/>
              <a:gd name="connsiteY3" fmla="*/ 1269728 h 1416989"/>
              <a:gd name="connsiteX4" fmla="*/ 712 w 185008"/>
              <a:gd name="connsiteY4" fmla="*/ 205826 h 1416989"/>
              <a:gd name="connsiteX0" fmla="*/ 712 w 185170"/>
              <a:gd name="connsiteY0" fmla="*/ 187888 h 1399051"/>
              <a:gd name="connsiteX1" fmla="*/ 182334 w 185170"/>
              <a:gd name="connsiteY1" fmla="*/ 0 h 1399051"/>
              <a:gd name="connsiteX2" fmla="*/ 184800 w 185170"/>
              <a:gd name="connsiteY2" fmla="*/ 1399051 h 1399051"/>
              <a:gd name="connsiteX3" fmla="*/ 557 w 185170"/>
              <a:gd name="connsiteY3" fmla="*/ 1251790 h 1399051"/>
              <a:gd name="connsiteX4" fmla="*/ 712 w 185170"/>
              <a:gd name="connsiteY4" fmla="*/ 187888 h 1399051"/>
              <a:gd name="connsiteX0" fmla="*/ 712 w 191470"/>
              <a:gd name="connsiteY0" fmla="*/ 197235 h 1408398"/>
              <a:gd name="connsiteX1" fmla="*/ 191470 w 191470"/>
              <a:gd name="connsiteY1" fmla="*/ 0 h 1408398"/>
              <a:gd name="connsiteX2" fmla="*/ 184800 w 191470"/>
              <a:gd name="connsiteY2" fmla="*/ 1408398 h 1408398"/>
              <a:gd name="connsiteX3" fmla="*/ 557 w 191470"/>
              <a:gd name="connsiteY3" fmla="*/ 1261137 h 1408398"/>
              <a:gd name="connsiteX4" fmla="*/ 712 w 191470"/>
              <a:gd name="connsiteY4" fmla="*/ 197235 h 1408398"/>
              <a:gd name="connsiteX0" fmla="*/ 712 w 205141"/>
              <a:gd name="connsiteY0" fmla="*/ 197235 h 1416020"/>
              <a:gd name="connsiteX1" fmla="*/ 191470 w 205141"/>
              <a:gd name="connsiteY1" fmla="*/ 0 h 1416020"/>
              <a:gd name="connsiteX2" fmla="*/ 204992 w 205141"/>
              <a:gd name="connsiteY2" fmla="*/ 1416020 h 1416020"/>
              <a:gd name="connsiteX3" fmla="*/ 557 w 205141"/>
              <a:gd name="connsiteY3" fmla="*/ 1261137 h 1416020"/>
              <a:gd name="connsiteX4" fmla="*/ 712 w 205141"/>
              <a:gd name="connsiteY4" fmla="*/ 197235 h 1416020"/>
              <a:gd name="connsiteX0" fmla="*/ 712 w 205183"/>
              <a:gd name="connsiteY0" fmla="*/ 149617 h 1368402"/>
              <a:gd name="connsiteX1" fmla="*/ 195553 w 205183"/>
              <a:gd name="connsiteY1" fmla="*/ 0 h 1368402"/>
              <a:gd name="connsiteX2" fmla="*/ 204992 w 205183"/>
              <a:gd name="connsiteY2" fmla="*/ 1368402 h 1368402"/>
              <a:gd name="connsiteX3" fmla="*/ 557 w 205183"/>
              <a:gd name="connsiteY3" fmla="*/ 1213519 h 1368402"/>
              <a:gd name="connsiteX4" fmla="*/ 712 w 205183"/>
              <a:gd name="connsiteY4" fmla="*/ 149617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213519 h 1368402"/>
              <a:gd name="connsiteX4" fmla="*/ 0 w 207533"/>
              <a:gd name="connsiteY4" fmla="*/ 174342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175058 h 1368402"/>
              <a:gd name="connsiteX4" fmla="*/ 0 w 207533"/>
              <a:gd name="connsiteY4" fmla="*/ 174342 h 1368402"/>
              <a:gd name="connsiteX0" fmla="*/ 0 w 209045"/>
              <a:gd name="connsiteY0" fmla="*/ 174342 h 1358786"/>
              <a:gd name="connsiteX1" fmla="*/ 197903 w 209045"/>
              <a:gd name="connsiteY1" fmla="*/ 0 h 1358786"/>
              <a:gd name="connsiteX2" fmla="*/ 208872 w 209045"/>
              <a:gd name="connsiteY2" fmla="*/ 1358786 h 1358786"/>
              <a:gd name="connsiteX3" fmla="*/ 2907 w 209045"/>
              <a:gd name="connsiteY3" fmla="*/ 1175058 h 1358786"/>
              <a:gd name="connsiteX4" fmla="*/ 0 w 209045"/>
              <a:gd name="connsiteY4" fmla="*/ 174342 h 1358786"/>
              <a:gd name="connsiteX0" fmla="*/ 0 w 212106"/>
              <a:gd name="connsiteY0" fmla="*/ 185331 h 1358786"/>
              <a:gd name="connsiteX1" fmla="*/ 200964 w 212106"/>
              <a:gd name="connsiteY1" fmla="*/ 0 h 1358786"/>
              <a:gd name="connsiteX2" fmla="*/ 211933 w 212106"/>
              <a:gd name="connsiteY2" fmla="*/ 1358786 h 1358786"/>
              <a:gd name="connsiteX3" fmla="*/ 5968 w 212106"/>
              <a:gd name="connsiteY3" fmla="*/ 1175058 h 1358786"/>
              <a:gd name="connsiteX4" fmla="*/ 0 w 212106"/>
              <a:gd name="connsiteY4" fmla="*/ 185331 h 135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06" h="1358786">
                <a:moveTo>
                  <a:pt x="0" y="185331"/>
                </a:moveTo>
                <a:cubicBezTo>
                  <a:pt x="63586" y="119586"/>
                  <a:pt x="137378" y="65745"/>
                  <a:pt x="200964" y="0"/>
                </a:cubicBezTo>
                <a:cubicBezTo>
                  <a:pt x="199037" y="439312"/>
                  <a:pt x="213860" y="919474"/>
                  <a:pt x="211933" y="1358786"/>
                </a:cubicBezTo>
                <a:lnTo>
                  <a:pt x="5968" y="1175058"/>
                </a:lnTo>
                <a:cubicBezTo>
                  <a:pt x="3976" y="818471"/>
                  <a:pt x="1992" y="541918"/>
                  <a:pt x="0" y="185331"/>
                </a:cubicBezTo>
                <a:close/>
              </a:path>
            </a:pathLst>
          </a:custGeom>
          <a:solidFill>
            <a:srgbClr val="E306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00AA2F6-9E32-1951-916C-8943096E1C7C}"/>
              </a:ext>
            </a:extLst>
          </p:cNvPr>
          <p:cNvSpPr/>
          <p:nvPr userDrawn="1"/>
        </p:nvSpPr>
        <p:spPr>
          <a:xfrm>
            <a:off x="1058466" y="3902882"/>
            <a:ext cx="5774133" cy="2955801"/>
          </a:xfrm>
          <a:custGeom>
            <a:avLst/>
            <a:gdLst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13585 w 7242629"/>
              <a:gd name="connsiteY2" fmla="*/ 6858000 h 6858000"/>
              <a:gd name="connsiteX3" fmla="*/ 0 w 7242629"/>
              <a:gd name="connsiteY3" fmla="*/ 4667280 h 6858000"/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23185 w 7242629"/>
              <a:gd name="connsiteY2" fmla="*/ 6838800 h 6858000"/>
              <a:gd name="connsiteX3" fmla="*/ 0 w 7242629"/>
              <a:gd name="connsiteY3" fmla="*/ 4667280 h 6858000"/>
              <a:gd name="connsiteX4" fmla="*/ 0 w 7242629"/>
              <a:gd name="connsiteY4" fmla="*/ 0 h 6858000"/>
              <a:gd name="connsiteX0" fmla="*/ 0 w 7242629"/>
              <a:gd name="connsiteY0" fmla="*/ 0 h 6858000"/>
              <a:gd name="connsiteX1" fmla="*/ 3430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4881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26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841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937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632185 w 7242629"/>
              <a:gd name="connsiteY1" fmla="*/ 34272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427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89785 w 7204229"/>
              <a:gd name="connsiteY1" fmla="*/ 33984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609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857785 w 7204229"/>
              <a:gd name="connsiteY1" fmla="*/ 796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209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876985 w 7204229"/>
              <a:gd name="connsiteY1" fmla="*/ 13344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401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63385 w 7204229"/>
              <a:gd name="connsiteY1" fmla="*/ 892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72985 w 7204229"/>
              <a:gd name="connsiteY1" fmla="*/ 1104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30585 w 7204229"/>
              <a:gd name="connsiteY1" fmla="*/ 960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017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921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9600 w 7204229"/>
              <a:gd name="connsiteY0" fmla="*/ 739200 h 5888400"/>
              <a:gd name="connsiteX1" fmla="*/ 992185 w 7204229"/>
              <a:gd name="connsiteY1" fmla="*/ 0 h 5888400"/>
              <a:gd name="connsiteX2" fmla="*/ 3632185 w 7204229"/>
              <a:gd name="connsiteY2" fmla="*/ 2409600 h 5888400"/>
              <a:gd name="connsiteX3" fmla="*/ 7204229 w 7204229"/>
              <a:gd name="connsiteY3" fmla="*/ 5888400 h 5888400"/>
              <a:gd name="connsiteX4" fmla="*/ 2323185 w 7204229"/>
              <a:gd name="connsiteY4" fmla="*/ 5869200 h 5888400"/>
              <a:gd name="connsiteX5" fmla="*/ 0 w 7204229"/>
              <a:gd name="connsiteY5" fmla="*/ 3697680 h 5888400"/>
              <a:gd name="connsiteX6" fmla="*/ 9600 w 7204229"/>
              <a:gd name="connsiteY6" fmla="*/ 739200 h 5888400"/>
              <a:gd name="connsiteX0" fmla="*/ 0 w 7194629"/>
              <a:gd name="connsiteY0" fmla="*/ 739200 h 5888400"/>
              <a:gd name="connsiteX1" fmla="*/ 982585 w 7194629"/>
              <a:gd name="connsiteY1" fmla="*/ 0 h 5888400"/>
              <a:gd name="connsiteX2" fmla="*/ 3622585 w 7194629"/>
              <a:gd name="connsiteY2" fmla="*/ 2409600 h 5888400"/>
              <a:gd name="connsiteX3" fmla="*/ 7194629 w 7194629"/>
              <a:gd name="connsiteY3" fmla="*/ 5888400 h 5888400"/>
              <a:gd name="connsiteX4" fmla="*/ 2313585 w 7194629"/>
              <a:gd name="connsiteY4" fmla="*/ 5869200 h 5888400"/>
              <a:gd name="connsiteX5" fmla="*/ 777600 w 7194629"/>
              <a:gd name="connsiteY5" fmla="*/ 4456080 h 5888400"/>
              <a:gd name="connsiteX6" fmla="*/ 0 w 7194629"/>
              <a:gd name="connsiteY6" fmla="*/ 739200 h 5888400"/>
              <a:gd name="connsiteX0" fmla="*/ 0 w 7194629"/>
              <a:gd name="connsiteY0" fmla="*/ 0 h 5149200"/>
              <a:gd name="connsiteX1" fmla="*/ 2336185 w 7194629"/>
              <a:gd name="connsiteY1" fmla="*/ 2496000 h 5149200"/>
              <a:gd name="connsiteX2" fmla="*/ 3622585 w 7194629"/>
              <a:gd name="connsiteY2" fmla="*/ 1670400 h 5149200"/>
              <a:gd name="connsiteX3" fmla="*/ 7194629 w 7194629"/>
              <a:gd name="connsiteY3" fmla="*/ 5149200 h 5149200"/>
              <a:gd name="connsiteX4" fmla="*/ 2313585 w 7194629"/>
              <a:gd name="connsiteY4" fmla="*/ 5130000 h 5149200"/>
              <a:gd name="connsiteX5" fmla="*/ 777600 w 7194629"/>
              <a:gd name="connsiteY5" fmla="*/ 3716880 h 5149200"/>
              <a:gd name="connsiteX6" fmla="*/ 0 w 7194629"/>
              <a:gd name="connsiteY6" fmla="*/ 0 h 5149200"/>
              <a:gd name="connsiteX0" fmla="*/ 0 w 7194629"/>
              <a:gd name="connsiteY0" fmla="*/ 0 h 5149200"/>
              <a:gd name="connsiteX1" fmla="*/ 3622585 w 7194629"/>
              <a:gd name="connsiteY1" fmla="*/ 1670400 h 5149200"/>
              <a:gd name="connsiteX2" fmla="*/ 7194629 w 7194629"/>
              <a:gd name="connsiteY2" fmla="*/ 5149200 h 5149200"/>
              <a:gd name="connsiteX3" fmla="*/ 2313585 w 7194629"/>
              <a:gd name="connsiteY3" fmla="*/ 5130000 h 5149200"/>
              <a:gd name="connsiteX4" fmla="*/ 777600 w 7194629"/>
              <a:gd name="connsiteY4" fmla="*/ 3716880 h 5149200"/>
              <a:gd name="connsiteX5" fmla="*/ 0 w 7194629"/>
              <a:gd name="connsiteY5" fmla="*/ 0 h 5149200"/>
              <a:gd name="connsiteX0" fmla="*/ 1737600 w 6417029"/>
              <a:gd name="connsiteY0" fmla="*/ 79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737600 w 6417029"/>
              <a:gd name="connsiteY5" fmla="*/ 796800 h 3478800"/>
              <a:gd name="connsiteX0" fmla="*/ 1392000 w 6417029"/>
              <a:gd name="connsiteY0" fmla="*/ 103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392000 w 6417029"/>
              <a:gd name="connsiteY5" fmla="*/ 1036800 h 3478800"/>
              <a:gd name="connsiteX0" fmla="*/ 1369520 w 6394549"/>
              <a:gd name="connsiteY0" fmla="*/ 1036800 h 3478800"/>
              <a:gd name="connsiteX1" fmla="*/ 2822505 w 6394549"/>
              <a:gd name="connsiteY1" fmla="*/ 0 h 3478800"/>
              <a:gd name="connsiteX2" fmla="*/ 6394549 w 6394549"/>
              <a:gd name="connsiteY2" fmla="*/ 3478800 h 3478800"/>
              <a:gd name="connsiteX3" fmla="*/ 1513505 w 6394549"/>
              <a:gd name="connsiteY3" fmla="*/ 3459600 h 3478800"/>
              <a:gd name="connsiteX4" fmla="*/ 0 w 6394549"/>
              <a:gd name="connsiteY4" fmla="*/ 2001521 h 3478800"/>
              <a:gd name="connsiteX5" fmla="*/ 1369520 w 6394549"/>
              <a:gd name="connsiteY5" fmla="*/ 1036800 h 3478800"/>
              <a:gd name="connsiteX0" fmla="*/ 1369520 w 6394549"/>
              <a:gd name="connsiteY0" fmla="*/ 1036800 h 3482080"/>
              <a:gd name="connsiteX1" fmla="*/ 2822505 w 6394549"/>
              <a:gd name="connsiteY1" fmla="*/ 0 h 3482080"/>
              <a:gd name="connsiteX2" fmla="*/ 6394549 w 6394549"/>
              <a:gd name="connsiteY2" fmla="*/ 3478800 h 3482080"/>
              <a:gd name="connsiteX3" fmla="*/ 1513506 w 6394549"/>
              <a:gd name="connsiteY3" fmla="*/ 3482080 h 3482080"/>
              <a:gd name="connsiteX4" fmla="*/ 0 w 6394549"/>
              <a:gd name="connsiteY4" fmla="*/ 2001521 h 3482080"/>
              <a:gd name="connsiteX5" fmla="*/ 1369520 w 6394549"/>
              <a:gd name="connsiteY5" fmla="*/ 1036800 h 3482080"/>
              <a:gd name="connsiteX0" fmla="*/ 1369520 w 5826494"/>
              <a:gd name="connsiteY0" fmla="*/ 1036800 h 3482080"/>
              <a:gd name="connsiteX1" fmla="*/ 2822505 w 5826494"/>
              <a:gd name="connsiteY1" fmla="*/ 0 h 3482080"/>
              <a:gd name="connsiteX2" fmla="*/ 5826494 w 5826494"/>
              <a:gd name="connsiteY2" fmla="*/ 2934088 h 3482080"/>
              <a:gd name="connsiteX3" fmla="*/ 1513506 w 5826494"/>
              <a:gd name="connsiteY3" fmla="*/ 3482080 h 3482080"/>
              <a:gd name="connsiteX4" fmla="*/ 0 w 5826494"/>
              <a:gd name="connsiteY4" fmla="*/ 2001521 h 3482080"/>
              <a:gd name="connsiteX5" fmla="*/ 1369520 w 5826494"/>
              <a:gd name="connsiteY5" fmla="*/ 1036800 h 348208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1427908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961012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44581 h 2952931"/>
              <a:gd name="connsiteX1" fmla="*/ 2814724 w 5826494"/>
              <a:gd name="connsiteY1" fmla="*/ 0 h 2952931"/>
              <a:gd name="connsiteX2" fmla="*/ 5826494 w 5826494"/>
              <a:gd name="connsiteY2" fmla="*/ 2941869 h 2952931"/>
              <a:gd name="connsiteX3" fmla="*/ 961012 w 5826494"/>
              <a:gd name="connsiteY3" fmla="*/ 2952931 h 2952931"/>
              <a:gd name="connsiteX4" fmla="*/ 0 w 5826494"/>
              <a:gd name="connsiteY4" fmla="*/ 2009302 h 2952931"/>
              <a:gd name="connsiteX5" fmla="*/ 1369520 w 5826494"/>
              <a:gd name="connsiteY5" fmla="*/ 1044581 h 2952931"/>
              <a:gd name="connsiteX0" fmla="*/ 1369520 w 5849839"/>
              <a:gd name="connsiteY0" fmla="*/ 1044581 h 2952931"/>
              <a:gd name="connsiteX1" fmla="*/ 2814724 w 5849839"/>
              <a:gd name="connsiteY1" fmla="*/ 0 h 2952931"/>
              <a:gd name="connsiteX2" fmla="*/ 5849839 w 5849839"/>
              <a:gd name="connsiteY2" fmla="*/ 2941870 h 2952931"/>
              <a:gd name="connsiteX3" fmla="*/ 961012 w 5849839"/>
              <a:gd name="connsiteY3" fmla="*/ 2952931 h 2952931"/>
              <a:gd name="connsiteX4" fmla="*/ 0 w 5849839"/>
              <a:gd name="connsiteY4" fmla="*/ 2009302 h 2952931"/>
              <a:gd name="connsiteX5" fmla="*/ 1369520 w 5849839"/>
              <a:gd name="connsiteY5" fmla="*/ 1044581 h 2952931"/>
              <a:gd name="connsiteX0" fmla="*/ 1369520 w 5849839"/>
              <a:gd name="connsiteY0" fmla="*/ 1008453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69520 w 5849839"/>
              <a:gd name="connsiteY5" fmla="*/ 1008453 h 2916803"/>
              <a:gd name="connsiteX0" fmla="*/ 1355069 w 5849839"/>
              <a:gd name="connsiteY0" fmla="*/ 1066259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55069 w 5849839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29819 h 2916803"/>
              <a:gd name="connsiteX5" fmla="*/ 1340618 w 5835388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58723 h 2916803"/>
              <a:gd name="connsiteX5" fmla="*/ 1340618 w 5835388"/>
              <a:gd name="connsiteY5" fmla="*/ 1066259 h 2916803"/>
              <a:gd name="connsiteX0" fmla="*/ 1340618 w 5777582"/>
              <a:gd name="connsiteY0" fmla="*/ 1066259 h 2916803"/>
              <a:gd name="connsiteX1" fmla="*/ 2894208 w 5777582"/>
              <a:gd name="connsiteY1" fmla="*/ 0 h 2916803"/>
              <a:gd name="connsiteX2" fmla="*/ 5777582 w 5777582"/>
              <a:gd name="connsiteY2" fmla="*/ 2905742 h 2916803"/>
              <a:gd name="connsiteX3" fmla="*/ 946561 w 5777582"/>
              <a:gd name="connsiteY3" fmla="*/ 2916803 h 2916803"/>
              <a:gd name="connsiteX4" fmla="*/ 0 w 5777582"/>
              <a:gd name="connsiteY4" fmla="*/ 1958723 h 2916803"/>
              <a:gd name="connsiteX5" fmla="*/ 1340618 w 5777582"/>
              <a:gd name="connsiteY5" fmla="*/ 1066259 h 2916803"/>
              <a:gd name="connsiteX0" fmla="*/ 1340618 w 5828162"/>
              <a:gd name="connsiteY0" fmla="*/ 1066259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5" fmla="*/ 1340618 w 5828162"/>
              <a:gd name="connsiteY5" fmla="*/ 1066259 h 2916803"/>
              <a:gd name="connsiteX0" fmla="*/ 0 w 5828162"/>
              <a:gd name="connsiteY0" fmla="*/ 1958723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0" fmla="*/ 0 w 5828162"/>
              <a:gd name="connsiteY0" fmla="*/ 1938491 h 2896571"/>
              <a:gd name="connsiteX1" fmla="*/ 2904324 w 5828162"/>
              <a:gd name="connsiteY1" fmla="*/ 0 h 2896571"/>
              <a:gd name="connsiteX2" fmla="*/ 5828162 w 5828162"/>
              <a:gd name="connsiteY2" fmla="*/ 2892736 h 2896571"/>
              <a:gd name="connsiteX3" fmla="*/ 946561 w 5828162"/>
              <a:gd name="connsiteY3" fmla="*/ 2896571 h 2896571"/>
              <a:gd name="connsiteX4" fmla="*/ 0 w 5828162"/>
              <a:gd name="connsiteY4" fmla="*/ 1938491 h 2896571"/>
              <a:gd name="connsiteX0" fmla="*/ 0 w 5797814"/>
              <a:gd name="connsiteY0" fmla="*/ 1948607 h 2896571"/>
              <a:gd name="connsiteX1" fmla="*/ 2873976 w 5797814"/>
              <a:gd name="connsiteY1" fmla="*/ 0 h 2896571"/>
              <a:gd name="connsiteX2" fmla="*/ 5797814 w 5797814"/>
              <a:gd name="connsiteY2" fmla="*/ 2892736 h 2896571"/>
              <a:gd name="connsiteX3" fmla="*/ 916213 w 5797814"/>
              <a:gd name="connsiteY3" fmla="*/ 2896571 h 2896571"/>
              <a:gd name="connsiteX4" fmla="*/ 0 w 5797814"/>
              <a:gd name="connsiteY4" fmla="*/ 1948607 h 2896571"/>
              <a:gd name="connsiteX0" fmla="*/ 0 w 5797814"/>
              <a:gd name="connsiteY0" fmla="*/ 1948607 h 2937035"/>
              <a:gd name="connsiteX1" fmla="*/ 2873976 w 5797814"/>
              <a:gd name="connsiteY1" fmla="*/ 0 h 2937035"/>
              <a:gd name="connsiteX2" fmla="*/ 5797814 w 5797814"/>
              <a:gd name="connsiteY2" fmla="*/ 2892736 h 2937035"/>
              <a:gd name="connsiteX3" fmla="*/ 936446 w 5797814"/>
              <a:gd name="connsiteY3" fmla="*/ 2937035 h 2937035"/>
              <a:gd name="connsiteX4" fmla="*/ 0 w 5797814"/>
              <a:gd name="connsiteY4" fmla="*/ 1948607 h 2937035"/>
              <a:gd name="connsiteX0" fmla="*/ 0 w 5797814"/>
              <a:gd name="connsiteY0" fmla="*/ 1908143 h 2896571"/>
              <a:gd name="connsiteX1" fmla="*/ 2681771 w 5797814"/>
              <a:gd name="connsiteY1" fmla="*/ 0 h 2896571"/>
              <a:gd name="connsiteX2" fmla="*/ 5797814 w 5797814"/>
              <a:gd name="connsiteY2" fmla="*/ 2852272 h 2896571"/>
              <a:gd name="connsiteX3" fmla="*/ 936446 w 5797814"/>
              <a:gd name="connsiteY3" fmla="*/ 2896571 h 2896571"/>
              <a:gd name="connsiteX4" fmla="*/ 0 w 5797814"/>
              <a:gd name="connsiteY4" fmla="*/ 1908143 h 2896571"/>
              <a:gd name="connsiteX0" fmla="*/ 0 w 5605609"/>
              <a:gd name="connsiteY0" fmla="*/ 1908143 h 2896571"/>
              <a:gd name="connsiteX1" fmla="*/ 2681771 w 5605609"/>
              <a:gd name="connsiteY1" fmla="*/ 0 h 2896571"/>
              <a:gd name="connsiteX2" fmla="*/ 5605609 w 5605609"/>
              <a:gd name="connsiteY2" fmla="*/ 2791576 h 2896571"/>
              <a:gd name="connsiteX3" fmla="*/ 936446 w 5605609"/>
              <a:gd name="connsiteY3" fmla="*/ 2896571 h 2896571"/>
              <a:gd name="connsiteX4" fmla="*/ 0 w 5605609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21925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42157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42157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72505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16885"/>
              <a:gd name="connsiteY0" fmla="*/ 1908143 h 2896571"/>
              <a:gd name="connsiteX1" fmla="*/ 2681771 w 5716885"/>
              <a:gd name="connsiteY1" fmla="*/ 0 h 2896571"/>
              <a:gd name="connsiteX2" fmla="*/ 5716885 w 5716885"/>
              <a:gd name="connsiteY2" fmla="*/ 2852273 h 2896571"/>
              <a:gd name="connsiteX3" fmla="*/ 936446 w 5716885"/>
              <a:gd name="connsiteY3" fmla="*/ 2896571 h 2896571"/>
              <a:gd name="connsiteX4" fmla="*/ 0 w 5716885"/>
              <a:gd name="connsiteY4" fmla="*/ 1908143 h 2896571"/>
              <a:gd name="connsiteX0" fmla="*/ 0 w 5716885"/>
              <a:gd name="connsiteY0" fmla="*/ 1867679 h 2856107"/>
              <a:gd name="connsiteX1" fmla="*/ 2661539 w 5716885"/>
              <a:gd name="connsiteY1" fmla="*/ 0 h 2856107"/>
              <a:gd name="connsiteX2" fmla="*/ 5716885 w 5716885"/>
              <a:gd name="connsiteY2" fmla="*/ 2811809 h 2856107"/>
              <a:gd name="connsiteX3" fmla="*/ 936446 w 5716885"/>
              <a:gd name="connsiteY3" fmla="*/ 2856107 h 2856107"/>
              <a:gd name="connsiteX4" fmla="*/ 0 w 5716885"/>
              <a:gd name="connsiteY4" fmla="*/ 1867679 h 2856107"/>
              <a:gd name="connsiteX0" fmla="*/ 0 w 5716885"/>
              <a:gd name="connsiteY0" fmla="*/ 1898027 h 2886455"/>
              <a:gd name="connsiteX1" fmla="*/ 2681771 w 5716885"/>
              <a:gd name="connsiteY1" fmla="*/ 0 h 2886455"/>
              <a:gd name="connsiteX2" fmla="*/ 5716885 w 5716885"/>
              <a:gd name="connsiteY2" fmla="*/ 2842157 h 2886455"/>
              <a:gd name="connsiteX3" fmla="*/ 936446 w 5716885"/>
              <a:gd name="connsiteY3" fmla="*/ 2886455 h 2886455"/>
              <a:gd name="connsiteX4" fmla="*/ 0 w 5716885"/>
              <a:gd name="connsiteY4" fmla="*/ 1898027 h 2886455"/>
              <a:gd name="connsiteX0" fmla="*/ 0 w 5686537"/>
              <a:gd name="connsiteY0" fmla="*/ 1948607 h 2886455"/>
              <a:gd name="connsiteX1" fmla="*/ 2651423 w 5686537"/>
              <a:gd name="connsiteY1" fmla="*/ 0 h 2886455"/>
              <a:gd name="connsiteX2" fmla="*/ 5686537 w 5686537"/>
              <a:gd name="connsiteY2" fmla="*/ 2842157 h 2886455"/>
              <a:gd name="connsiteX3" fmla="*/ 906098 w 5686537"/>
              <a:gd name="connsiteY3" fmla="*/ 2886455 h 2886455"/>
              <a:gd name="connsiteX4" fmla="*/ 0 w 5686537"/>
              <a:gd name="connsiteY4" fmla="*/ 1948607 h 2886455"/>
              <a:gd name="connsiteX0" fmla="*/ 0 w 5565144"/>
              <a:gd name="connsiteY0" fmla="*/ 2059884 h 2886455"/>
              <a:gd name="connsiteX1" fmla="*/ 2530030 w 5565144"/>
              <a:gd name="connsiteY1" fmla="*/ 0 h 2886455"/>
              <a:gd name="connsiteX2" fmla="*/ 5565144 w 5565144"/>
              <a:gd name="connsiteY2" fmla="*/ 2842157 h 2886455"/>
              <a:gd name="connsiteX3" fmla="*/ 784705 w 5565144"/>
              <a:gd name="connsiteY3" fmla="*/ 2886455 h 2886455"/>
              <a:gd name="connsiteX4" fmla="*/ 0 w 5565144"/>
              <a:gd name="connsiteY4" fmla="*/ 2059884 h 2886455"/>
              <a:gd name="connsiteX0" fmla="*/ 0 w 5585376"/>
              <a:gd name="connsiteY0" fmla="*/ 2059884 h 2886455"/>
              <a:gd name="connsiteX1" fmla="*/ 2530030 w 5585376"/>
              <a:gd name="connsiteY1" fmla="*/ 0 h 2886455"/>
              <a:gd name="connsiteX2" fmla="*/ 5585376 w 5585376"/>
              <a:gd name="connsiteY2" fmla="*/ 2862389 h 2886455"/>
              <a:gd name="connsiteX3" fmla="*/ 784705 w 5585376"/>
              <a:gd name="connsiteY3" fmla="*/ 2886455 h 2886455"/>
              <a:gd name="connsiteX4" fmla="*/ 0 w 5585376"/>
              <a:gd name="connsiteY4" fmla="*/ 2059884 h 2886455"/>
              <a:gd name="connsiteX0" fmla="*/ 0 w 5635956"/>
              <a:gd name="connsiteY0" fmla="*/ 2059884 h 2886455"/>
              <a:gd name="connsiteX1" fmla="*/ 2530030 w 5635956"/>
              <a:gd name="connsiteY1" fmla="*/ 0 h 2886455"/>
              <a:gd name="connsiteX2" fmla="*/ 5635956 w 5635956"/>
              <a:gd name="connsiteY2" fmla="*/ 2872505 h 2886455"/>
              <a:gd name="connsiteX3" fmla="*/ 784705 w 5635956"/>
              <a:gd name="connsiteY3" fmla="*/ 2886455 h 2886455"/>
              <a:gd name="connsiteX4" fmla="*/ 0 w 5635956"/>
              <a:gd name="connsiteY4" fmla="*/ 2059884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9151"/>
              <a:gd name="connsiteY0" fmla="*/ 1919945 h 2886455"/>
              <a:gd name="connsiteX1" fmla="*/ 2663225 w 5769151"/>
              <a:gd name="connsiteY1" fmla="*/ 0 h 2886455"/>
              <a:gd name="connsiteX2" fmla="*/ 5769151 w 5769151"/>
              <a:gd name="connsiteY2" fmla="*/ 2872505 h 2886455"/>
              <a:gd name="connsiteX3" fmla="*/ 917900 w 5769151"/>
              <a:gd name="connsiteY3" fmla="*/ 2886455 h 2886455"/>
              <a:gd name="connsiteX4" fmla="*/ 0 w 5769151"/>
              <a:gd name="connsiteY4" fmla="*/ 1919945 h 2886455"/>
              <a:gd name="connsiteX0" fmla="*/ 0 w 5769151"/>
              <a:gd name="connsiteY0" fmla="*/ 1899713 h 2866223"/>
              <a:gd name="connsiteX1" fmla="*/ 2656482 w 5769151"/>
              <a:gd name="connsiteY1" fmla="*/ 0 h 2866223"/>
              <a:gd name="connsiteX2" fmla="*/ 5769151 w 5769151"/>
              <a:gd name="connsiteY2" fmla="*/ 2852273 h 2866223"/>
              <a:gd name="connsiteX3" fmla="*/ 917900 w 5769151"/>
              <a:gd name="connsiteY3" fmla="*/ 2866223 h 2866223"/>
              <a:gd name="connsiteX4" fmla="*/ 0 w 5769151"/>
              <a:gd name="connsiteY4" fmla="*/ 1899713 h 2866223"/>
              <a:gd name="connsiteX0" fmla="*/ 0 w 5769151"/>
              <a:gd name="connsiteY0" fmla="*/ 1899713 h 2872967"/>
              <a:gd name="connsiteX1" fmla="*/ 2656482 w 5769151"/>
              <a:gd name="connsiteY1" fmla="*/ 0 h 2872967"/>
              <a:gd name="connsiteX2" fmla="*/ 5769151 w 5769151"/>
              <a:gd name="connsiteY2" fmla="*/ 2852273 h 2872967"/>
              <a:gd name="connsiteX3" fmla="*/ 911157 w 5769151"/>
              <a:gd name="connsiteY3" fmla="*/ 2872967 h 2872967"/>
              <a:gd name="connsiteX4" fmla="*/ 0 w 5769151"/>
              <a:gd name="connsiteY4" fmla="*/ 1899713 h 2872967"/>
              <a:gd name="connsiteX0" fmla="*/ 0 w 5769151"/>
              <a:gd name="connsiteY0" fmla="*/ 1899713 h 2879711"/>
              <a:gd name="connsiteX1" fmla="*/ 2656482 w 5769151"/>
              <a:gd name="connsiteY1" fmla="*/ 0 h 2879711"/>
              <a:gd name="connsiteX2" fmla="*/ 5769151 w 5769151"/>
              <a:gd name="connsiteY2" fmla="*/ 2852273 h 2879711"/>
              <a:gd name="connsiteX3" fmla="*/ 911157 w 5769151"/>
              <a:gd name="connsiteY3" fmla="*/ 2879711 h 2879711"/>
              <a:gd name="connsiteX4" fmla="*/ 0 w 5769151"/>
              <a:gd name="connsiteY4" fmla="*/ 1899713 h 2879711"/>
              <a:gd name="connsiteX0" fmla="*/ 0 w 5769151"/>
              <a:gd name="connsiteY0" fmla="*/ 1988229 h 2968227"/>
              <a:gd name="connsiteX1" fmla="*/ 2669127 w 5769151"/>
              <a:gd name="connsiteY1" fmla="*/ 0 h 2968227"/>
              <a:gd name="connsiteX2" fmla="*/ 5769151 w 5769151"/>
              <a:gd name="connsiteY2" fmla="*/ 2940789 h 2968227"/>
              <a:gd name="connsiteX3" fmla="*/ 911157 w 5769151"/>
              <a:gd name="connsiteY3" fmla="*/ 2968227 h 2968227"/>
              <a:gd name="connsiteX4" fmla="*/ 0 w 5769151"/>
              <a:gd name="connsiteY4" fmla="*/ 1988229 h 2968227"/>
              <a:gd name="connsiteX0" fmla="*/ 0 w 5769151"/>
              <a:gd name="connsiteY0" fmla="*/ 196293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1962939 h 2942937"/>
              <a:gd name="connsiteX0" fmla="*/ 0 w 5769151"/>
              <a:gd name="connsiteY0" fmla="*/ 201351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2013519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860578 w 5503605"/>
              <a:gd name="connsiteY3" fmla="*/ 2942937 h 2942937"/>
              <a:gd name="connsiteX4" fmla="*/ 0 w 5503605"/>
              <a:gd name="connsiteY4" fmla="*/ 2317001 h 2942937"/>
              <a:gd name="connsiteX0" fmla="*/ 0 w 5364509"/>
              <a:gd name="connsiteY0" fmla="*/ 2215840 h 2942937"/>
              <a:gd name="connsiteX1" fmla="*/ 2289775 w 5364509"/>
              <a:gd name="connsiteY1" fmla="*/ 0 h 2942937"/>
              <a:gd name="connsiteX2" fmla="*/ 5364509 w 5364509"/>
              <a:gd name="connsiteY2" fmla="*/ 2915499 h 2942937"/>
              <a:gd name="connsiteX3" fmla="*/ 721482 w 5364509"/>
              <a:gd name="connsiteY3" fmla="*/ 2942937 h 2942937"/>
              <a:gd name="connsiteX4" fmla="*/ 0 w 5364509"/>
              <a:gd name="connsiteY4" fmla="*/ 2215840 h 2942937"/>
              <a:gd name="connsiteX0" fmla="*/ 0 w 5364509"/>
              <a:gd name="connsiteY0" fmla="*/ 2215840 h 2915499"/>
              <a:gd name="connsiteX1" fmla="*/ 2289775 w 5364509"/>
              <a:gd name="connsiteY1" fmla="*/ 0 h 2915499"/>
              <a:gd name="connsiteX2" fmla="*/ 5364509 w 5364509"/>
              <a:gd name="connsiteY2" fmla="*/ 2915499 h 2915499"/>
              <a:gd name="connsiteX3" fmla="*/ 0 w 5364509"/>
              <a:gd name="connsiteY3" fmla="*/ 2215840 h 2915499"/>
              <a:gd name="connsiteX0" fmla="*/ 0 w 5327774"/>
              <a:gd name="connsiteY0" fmla="*/ 2348085 h 2915499"/>
              <a:gd name="connsiteX1" fmla="*/ 2253040 w 5327774"/>
              <a:gd name="connsiteY1" fmla="*/ 0 h 2915499"/>
              <a:gd name="connsiteX2" fmla="*/ 5327774 w 5327774"/>
              <a:gd name="connsiteY2" fmla="*/ 2915499 h 2915499"/>
              <a:gd name="connsiteX3" fmla="*/ 0 w 5327774"/>
              <a:gd name="connsiteY3" fmla="*/ 2348085 h 2915499"/>
              <a:gd name="connsiteX0" fmla="*/ 0 w 4695932"/>
              <a:gd name="connsiteY0" fmla="*/ 2348085 h 2348085"/>
              <a:gd name="connsiteX1" fmla="*/ 2253040 w 4695932"/>
              <a:gd name="connsiteY1" fmla="*/ 0 h 2348085"/>
              <a:gd name="connsiteX2" fmla="*/ 4695932 w 4695932"/>
              <a:gd name="connsiteY2" fmla="*/ 2320392 h 2348085"/>
              <a:gd name="connsiteX3" fmla="*/ 0 w 4695932"/>
              <a:gd name="connsiteY3" fmla="*/ 2348085 h 2348085"/>
              <a:gd name="connsiteX0" fmla="*/ 0 w 4695932"/>
              <a:gd name="connsiteY0" fmla="*/ 2460076 h 2460076"/>
              <a:gd name="connsiteX1" fmla="*/ 2358807 w 4695932"/>
              <a:gd name="connsiteY1" fmla="*/ 0 h 2460076"/>
              <a:gd name="connsiteX2" fmla="*/ 4695932 w 4695932"/>
              <a:gd name="connsiteY2" fmla="*/ 2432383 h 2460076"/>
              <a:gd name="connsiteX3" fmla="*/ 0 w 4695932"/>
              <a:gd name="connsiteY3" fmla="*/ 2460076 h 2460076"/>
              <a:gd name="connsiteX0" fmla="*/ 0 w 4695932"/>
              <a:gd name="connsiteY0" fmla="*/ 2377949 h 2377949"/>
              <a:gd name="connsiteX1" fmla="*/ 2288296 w 4695932"/>
              <a:gd name="connsiteY1" fmla="*/ 0 h 2377949"/>
              <a:gd name="connsiteX2" fmla="*/ 4695932 w 4695932"/>
              <a:gd name="connsiteY2" fmla="*/ 2350256 h 2377949"/>
              <a:gd name="connsiteX3" fmla="*/ 0 w 4695932"/>
              <a:gd name="connsiteY3" fmla="*/ 2377949 h 2377949"/>
              <a:gd name="connsiteX0" fmla="*/ 0 w 4646574"/>
              <a:gd name="connsiteY0" fmla="*/ 2377949 h 2377949"/>
              <a:gd name="connsiteX1" fmla="*/ 2288296 w 4646574"/>
              <a:gd name="connsiteY1" fmla="*/ 0 h 2377949"/>
              <a:gd name="connsiteX2" fmla="*/ 4646574 w 4646574"/>
              <a:gd name="connsiteY2" fmla="*/ 2350256 h 2377949"/>
              <a:gd name="connsiteX3" fmla="*/ 0 w 4646574"/>
              <a:gd name="connsiteY3" fmla="*/ 2377949 h 2377949"/>
              <a:gd name="connsiteX0" fmla="*/ 0 w 5491143"/>
              <a:gd name="connsiteY0" fmla="*/ 2423575 h 2423575"/>
              <a:gd name="connsiteX1" fmla="*/ 3132865 w 5491143"/>
              <a:gd name="connsiteY1" fmla="*/ 0 h 2423575"/>
              <a:gd name="connsiteX2" fmla="*/ 5491143 w 5491143"/>
              <a:gd name="connsiteY2" fmla="*/ 2350256 h 2423575"/>
              <a:gd name="connsiteX3" fmla="*/ 0 w 5491143"/>
              <a:gd name="connsiteY3" fmla="*/ 2423575 h 2423575"/>
              <a:gd name="connsiteX0" fmla="*/ 0 w 5439435"/>
              <a:gd name="connsiteY0" fmla="*/ 2423575 h 2423575"/>
              <a:gd name="connsiteX1" fmla="*/ 3132865 w 5439435"/>
              <a:gd name="connsiteY1" fmla="*/ 0 h 2423575"/>
              <a:gd name="connsiteX2" fmla="*/ 5439435 w 5439435"/>
              <a:gd name="connsiteY2" fmla="*/ 2359381 h 2423575"/>
              <a:gd name="connsiteX3" fmla="*/ 0 w 5439435"/>
              <a:gd name="connsiteY3" fmla="*/ 2423575 h 2423575"/>
              <a:gd name="connsiteX0" fmla="*/ 0 w 5482525"/>
              <a:gd name="connsiteY0" fmla="*/ 2423575 h 2423575"/>
              <a:gd name="connsiteX1" fmla="*/ 3132865 w 5482525"/>
              <a:gd name="connsiteY1" fmla="*/ 0 h 2423575"/>
              <a:gd name="connsiteX2" fmla="*/ 5482525 w 5482525"/>
              <a:gd name="connsiteY2" fmla="*/ 2414133 h 2423575"/>
              <a:gd name="connsiteX3" fmla="*/ 0 w 5482525"/>
              <a:gd name="connsiteY3" fmla="*/ 2423575 h 2423575"/>
              <a:gd name="connsiteX0" fmla="*/ 0 w 5491143"/>
              <a:gd name="connsiteY0" fmla="*/ 2405325 h 2414133"/>
              <a:gd name="connsiteX1" fmla="*/ 3141483 w 5491143"/>
              <a:gd name="connsiteY1" fmla="*/ 0 h 2414133"/>
              <a:gd name="connsiteX2" fmla="*/ 5491143 w 5491143"/>
              <a:gd name="connsiteY2" fmla="*/ 2414133 h 2414133"/>
              <a:gd name="connsiteX3" fmla="*/ 0 w 5491143"/>
              <a:gd name="connsiteY3" fmla="*/ 2405325 h 2414133"/>
              <a:gd name="connsiteX0" fmla="*/ 0 w 5516997"/>
              <a:gd name="connsiteY0" fmla="*/ 2405325 h 2405325"/>
              <a:gd name="connsiteX1" fmla="*/ 3141483 w 5516997"/>
              <a:gd name="connsiteY1" fmla="*/ 0 h 2405325"/>
              <a:gd name="connsiteX2" fmla="*/ 5516997 w 5516997"/>
              <a:gd name="connsiteY2" fmla="*/ 2395882 h 2405325"/>
              <a:gd name="connsiteX3" fmla="*/ 0 w 5516997"/>
              <a:gd name="connsiteY3" fmla="*/ 2405325 h 2405325"/>
              <a:gd name="connsiteX0" fmla="*/ 0 w 5524753"/>
              <a:gd name="connsiteY0" fmla="*/ 2413538 h 2413538"/>
              <a:gd name="connsiteX1" fmla="*/ 3149239 w 5524753"/>
              <a:gd name="connsiteY1" fmla="*/ 0 h 2413538"/>
              <a:gd name="connsiteX2" fmla="*/ 5524753 w 5524753"/>
              <a:gd name="connsiteY2" fmla="*/ 2395882 h 2413538"/>
              <a:gd name="connsiteX3" fmla="*/ 0 w 5524753"/>
              <a:gd name="connsiteY3" fmla="*/ 2413538 h 2413538"/>
              <a:gd name="connsiteX0" fmla="*/ 0 w 5435258"/>
              <a:gd name="connsiteY0" fmla="*/ 2413538 h 2413538"/>
              <a:gd name="connsiteX1" fmla="*/ 3149239 w 5435258"/>
              <a:gd name="connsiteY1" fmla="*/ 0 h 2413538"/>
              <a:gd name="connsiteX2" fmla="*/ 5435258 w 5435258"/>
              <a:gd name="connsiteY2" fmla="*/ 2370611 h 2413538"/>
              <a:gd name="connsiteX3" fmla="*/ 0 w 5435258"/>
              <a:gd name="connsiteY3" fmla="*/ 2413538 h 2413538"/>
              <a:gd name="connsiteX0" fmla="*/ 0 w 5314114"/>
              <a:gd name="connsiteY0" fmla="*/ 2413538 h 2413538"/>
              <a:gd name="connsiteX1" fmla="*/ 3149239 w 5314114"/>
              <a:gd name="connsiteY1" fmla="*/ 0 h 2413538"/>
              <a:gd name="connsiteX2" fmla="*/ 5314114 w 5314114"/>
              <a:gd name="connsiteY2" fmla="*/ 2257604 h 2413538"/>
              <a:gd name="connsiteX3" fmla="*/ 0 w 5314114"/>
              <a:gd name="connsiteY3" fmla="*/ 2413538 h 2413538"/>
              <a:gd name="connsiteX0" fmla="*/ 0 w 5206430"/>
              <a:gd name="connsiteY0" fmla="*/ 2277929 h 2277929"/>
              <a:gd name="connsiteX1" fmla="*/ 3041555 w 5206430"/>
              <a:gd name="connsiteY1" fmla="*/ 0 h 2277929"/>
              <a:gd name="connsiteX2" fmla="*/ 5206430 w 5206430"/>
              <a:gd name="connsiteY2" fmla="*/ 2257604 h 2277929"/>
              <a:gd name="connsiteX3" fmla="*/ 0 w 5206430"/>
              <a:gd name="connsiteY3" fmla="*/ 2277929 h 2277929"/>
              <a:gd name="connsiteX0" fmla="*/ 0 w 5219891"/>
              <a:gd name="connsiteY0" fmla="*/ 2277929 h 2277929"/>
              <a:gd name="connsiteX1" fmla="*/ 3041555 w 5219891"/>
              <a:gd name="connsiteY1" fmla="*/ 0 h 2277929"/>
              <a:gd name="connsiteX2" fmla="*/ 5219891 w 5219891"/>
              <a:gd name="connsiteY2" fmla="*/ 2257604 h 2277929"/>
              <a:gd name="connsiteX3" fmla="*/ 0 w 5219891"/>
              <a:gd name="connsiteY3" fmla="*/ 2277929 h 2277929"/>
              <a:gd name="connsiteX0" fmla="*/ 0 w 5246811"/>
              <a:gd name="connsiteY0" fmla="*/ 2277929 h 2277929"/>
              <a:gd name="connsiteX1" fmla="*/ 3041555 w 5246811"/>
              <a:gd name="connsiteY1" fmla="*/ 0 h 2277929"/>
              <a:gd name="connsiteX2" fmla="*/ 5246811 w 5246811"/>
              <a:gd name="connsiteY2" fmla="*/ 2257604 h 2277929"/>
              <a:gd name="connsiteX3" fmla="*/ 0 w 5246811"/>
              <a:gd name="connsiteY3" fmla="*/ 2277929 h 2277929"/>
              <a:gd name="connsiteX0" fmla="*/ 0 w 5246811"/>
              <a:gd name="connsiteY0" fmla="*/ 2284743 h 2284743"/>
              <a:gd name="connsiteX1" fmla="*/ 3041555 w 5246811"/>
              <a:gd name="connsiteY1" fmla="*/ 0 h 2284743"/>
              <a:gd name="connsiteX2" fmla="*/ 5246811 w 5246811"/>
              <a:gd name="connsiteY2" fmla="*/ 2264418 h 2284743"/>
              <a:gd name="connsiteX3" fmla="*/ 0 w 5246811"/>
              <a:gd name="connsiteY3" fmla="*/ 2284743 h 2284743"/>
              <a:gd name="connsiteX0" fmla="*/ 0 w 5222463"/>
              <a:gd name="connsiteY0" fmla="*/ 2298370 h 2298370"/>
              <a:gd name="connsiteX1" fmla="*/ 3017207 w 5222463"/>
              <a:gd name="connsiteY1" fmla="*/ 0 h 2298370"/>
              <a:gd name="connsiteX2" fmla="*/ 5222463 w 5222463"/>
              <a:gd name="connsiteY2" fmla="*/ 2264418 h 2298370"/>
              <a:gd name="connsiteX3" fmla="*/ 0 w 5222463"/>
              <a:gd name="connsiteY3" fmla="*/ 2298370 h 2298370"/>
              <a:gd name="connsiteX0" fmla="*/ 0 w 5198115"/>
              <a:gd name="connsiteY0" fmla="*/ 2298370 h 2298370"/>
              <a:gd name="connsiteX1" fmla="*/ 3017207 w 5198115"/>
              <a:gd name="connsiteY1" fmla="*/ 0 h 2298370"/>
              <a:gd name="connsiteX2" fmla="*/ 5198115 w 5198115"/>
              <a:gd name="connsiteY2" fmla="*/ 2271232 h 2298370"/>
              <a:gd name="connsiteX3" fmla="*/ 0 w 5198115"/>
              <a:gd name="connsiteY3" fmla="*/ 2298370 h 2298370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66084 h 2293222"/>
              <a:gd name="connsiteX3" fmla="*/ 0 w 5198115"/>
              <a:gd name="connsiteY3" fmla="*/ 2293222 h 2293222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55788 h 2293222"/>
              <a:gd name="connsiteX3" fmla="*/ 0 w 5198115"/>
              <a:gd name="connsiteY3" fmla="*/ 2293222 h 2293222"/>
              <a:gd name="connsiteX0" fmla="*/ 0 w 5179719"/>
              <a:gd name="connsiteY0" fmla="*/ 2293222 h 2293222"/>
              <a:gd name="connsiteX1" fmla="*/ 2998811 w 5179719"/>
              <a:gd name="connsiteY1" fmla="*/ 0 h 2293222"/>
              <a:gd name="connsiteX2" fmla="*/ 5179719 w 5179719"/>
              <a:gd name="connsiteY2" fmla="*/ 2255788 h 2293222"/>
              <a:gd name="connsiteX3" fmla="*/ 0 w 5179719"/>
              <a:gd name="connsiteY3" fmla="*/ 2293222 h 2293222"/>
              <a:gd name="connsiteX0" fmla="*/ 0 w 5210379"/>
              <a:gd name="connsiteY0" fmla="*/ 2293222 h 2293222"/>
              <a:gd name="connsiteX1" fmla="*/ 2998811 w 5210379"/>
              <a:gd name="connsiteY1" fmla="*/ 0 h 2293222"/>
              <a:gd name="connsiteX2" fmla="*/ 5210379 w 5210379"/>
              <a:gd name="connsiteY2" fmla="*/ 2255788 h 2293222"/>
              <a:gd name="connsiteX3" fmla="*/ 0 w 5210379"/>
              <a:gd name="connsiteY3" fmla="*/ 2293222 h 2293222"/>
              <a:gd name="connsiteX0" fmla="*/ 0 w 5165070"/>
              <a:gd name="connsiteY0" fmla="*/ 2254611 h 2255788"/>
              <a:gd name="connsiteX1" fmla="*/ 2953502 w 5165070"/>
              <a:gd name="connsiteY1" fmla="*/ 0 h 2255788"/>
              <a:gd name="connsiteX2" fmla="*/ 5165070 w 5165070"/>
              <a:gd name="connsiteY2" fmla="*/ 2255788 h 2255788"/>
              <a:gd name="connsiteX3" fmla="*/ 0 w 5165070"/>
              <a:gd name="connsiteY3" fmla="*/ 2254611 h 2255788"/>
              <a:gd name="connsiteX0" fmla="*/ 0 w 5138640"/>
              <a:gd name="connsiteY0" fmla="*/ 2241741 h 2255788"/>
              <a:gd name="connsiteX1" fmla="*/ 2927072 w 5138640"/>
              <a:gd name="connsiteY1" fmla="*/ 0 h 2255788"/>
              <a:gd name="connsiteX2" fmla="*/ 5138640 w 5138640"/>
              <a:gd name="connsiteY2" fmla="*/ 2255788 h 2255788"/>
              <a:gd name="connsiteX3" fmla="*/ 0 w 5138640"/>
              <a:gd name="connsiteY3" fmla="*/ 2241741 h 2255788"/>
              <a:gd name="connsiteX0" fmla="*/ 0 w 5149967"/>
              <a:gd name="connsiteY0" fmla="*/ 2251394 h 2255788"/>
              <a:gd name="connsiteX1" fmla="*/ 2938399 w 5149967"/>
              <a:gd name="connsiteY1" fmla="*/ 0 h 2255788"/>
              <a:gd name="connsiteX2" fmla="*/ 5149967 w 5149967"/>
              <a:gd name="connsiteY2" fmla="*/ 2255788 h 2255788"/>
              <a:gd name="connsiteX3" fmla="*/ 0 w 5149967"/>
              <a:gd name="connsiteY3" fmla="*/ 2251394 h 2255788"/>
              <a:gd name="connsiteX0" fmla="*/ 0 w 5161294"/>
              <a:gd name="connsiteY0" fmla="*/ 2251394 h 2255788"/>
              <a:gd name="connsiteX1" fmla="*/ 2949726 w 5161294"/>
              <a:gd name="connsiteY1" fmla="*/ 0 h 2255788"/>
              <a:gd name="connsiteX2" fmla="*/ 5161294 w 5161294"/>
              <a:gd name="connsiteY2" fmla="*/ 2255788 h 2255788"/>
              <a:gd name="connsiteX3" fmla="*/ 0 w 5161294"/>
              <a:gd name="connsiteY3" fmla="*/ 2251394 h 2255788"/>
              <a:gd name="connsiteX0" fmla="*/ 0 w 5161294"/>
              <a:gd name="connsiteY0" fmla="*/ 2246568 h 2250962"/>
              <a:gd name="connsiteX1" fmla="*/ 2955391 w 5161294"/>
              <a:gd name="connsiteY1" fmla="*/ 0 h 2250962"/>
              <a:gd name="connsiteX2" fmla="*/ 5161294 w 5161294"/>
              <a:gd name="connsiteY2" fmla="*/ 2250962 h 2250962"/>
              <a:gd name="connsiteX3" fmla="*/ 0 w 5161294"/>
              <a:gd name="connsiteY3" fmla="*/ 2246568 h 2250962"/>
              <a:gd name="connsiteX0" fmla="*/ 0 w 5149967"/>
              <a:gd name="connsiteY0" fmla="*/ 2246568 h 2246568"/>
              <a:gd name="connsiteX1" fmla="*/ 2955391 w 5149967"/>
              <a:gd name="connsiteY1" fmla="*/ 0 h 2246568"/>
              <a:gd name="connsiteX2" fmla="*/ 5149967 w 5149967"/>
              <a:gd name="connsiteY2" fmla="*/ 2243722 h 2246568"/>
              <a:gd name="connsiteX3" fmla="*/ 0 w 5149967"/>
              <a:gd name="connsiteY3" fmla="*/ 2246568 h 22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9967" h="2246568">
                <a:moveTo>
                  <a:pt x="0" y="2246568"/>
                </a:moveTo>
                <a:lnTo>
                  <a:pt x="2955391" y="0"/>
                </a:lnTo>
                <a:lnTo>
                  <a:pt x="5149967" y="2243722"/>
                </a:lnTo>
                <a:lnTo>
                  <a:pt x="0" y="2246568"/>
                </a:lnTo>
                <a:close/>
              </a:path>
            </a:pathLst>
          </a:cu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D" sz="1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19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ADB08-1EB9-42B6-AEE5-D0C769541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07F2-5ECD-4C9C-95FE-E9CAF6A0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8F24D-21B0-455E-80A1-1C8917BE1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74F77-5866-4BE4-909E-22CFEB520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9B2-EA38-47FE-848F-FF32C8E84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7" name="MSIPCMContentMarking" descr="{&quot;HashCode&quot;:-2012720162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D9BD36F5-CDDD-89EC-1204-46A113C95B1B}"/>
              </a:ext>
            </a:extLst>
          </p:cNvPr>
          <p:cNvSpPr txBox="1"/>
          <p:nvPr userDrawn="1"/>
        </p:nvSpPr>
        <p:spPr>
          <a:xfrm>
            <a:off x="0" y="0"/>
            <a:ext cx="103337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</a:rPr>
              <a:t>Official (Open)</a:t>
            </a:r>
          </a:p>
        </p:txBody>
      </p:sp>
    </p:spTree>
    <p:extLst>
      <p:ext uri="{BB962C8B-B14F-4D97-AF65-F5344CB8AC3E}">
        <p14:creationId xmlns:p14="http://schemas.microsoft.com/office/powerpoint/2010/main" val="351684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1" r:id="rId12"/>
    <p:sldLayoutId id="2147483692" r:id="rId13"/>
    <p:sldLayoutId id="2147483693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lamaindex.ai/blog/a-cheat-sheet-and-some-recipes-for-building-advanced-rag-803a9d94c41b" TargetMode="External"/><Relationship Id="rId2" Type="http://schemas.openxmlformats.org/officeDocument/2006/relationships/hyperlink" Target="https://medium.com/@yugank.aman/advanced-rag-techniques-0c283aacf5ba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785A33-1C05-0A99-DEA3-DBBDF06F24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3270" y="1076562"/>
            <a:ext cx="7222766" cy="161359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SG" sz="4400" dirty="0"/>
              <a:t>Generative AI: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SG" sz="4400" dirty="0"/>
              <a:t>Retrieval Augmented 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SG" sz="4400" dirty="0"/>
              <a:t>Generation </a:t>
            </a:r>
          </a:p>
        </p:txBody>
      </p:sp>
    </p:spTree>
    <p:extLst>
      <p:ext uri="{BB962C8B-B14F-4D97-AF65-F5344CB8AC3E}">
        <p14:creationId xmlns:p14="http://schemas.microsoft.com/office/powerpoint/2010/main" val="349616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5240-7FB9-719D-31A3-9285D2702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71B1-6C5D-3259-B42A-793ADF2C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9174-B1BD-7F76-160C-AB73246A18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Upon completion of this session, the learners should be able to: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Explain the what is the Retrieval Augment Generation(RAG).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Apply RAG to solve the real-world use cases across different domains.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1A2ED-BA44-7B19-97E4-E9DC855A7F0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BE5E6-4BAF-74BD-8A1D-C6CA7BB6F2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529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1BAC-F2DC-B91F-4D36-228FA449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6B74-AD71-7F90-ECB2-36200BCC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the LLM and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03558-863F-8C5A-D74E-761920160C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094" y="1206086"/>
            <a:ext cx="9183756" cy="54376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3498DB"/>
                </a:solidFill>
                <a:ea typeface="Noto Sans" pitchFamily="34" charset="-122"/>
                <a:cs typeface="Noto Sans" pitchFamily="34" charset="-120"/>
              </a:rPr>
              <a:t>Drawbacks of LLMs</a:t>
            </a:r>
            <a:endParaRPr lang="en-US" sz="3000" dirty="0"/>
          </a:p>
          <a:p>
            <a:r>
              <a:rPr lang="en-US" sz="3000" dirty="0"/>
              <a:t>Hallucination</a:t>
            </a:r>
          </a:p>
          <a:p>
            <a:r>
              <a:rPr lang="en-US" sz="3000" dirty="0">
                <a:latin typeface="+mn-lt"/>
              </a:rPr>
              <a:t>Outdat</a:t>
            </a:r>
            <a:r>
              <a:rPr lang="en-US" sz="3000" dirty="0"/>
              <a:t>ed information</a:t>
            </a:r>
          </a:p>
          <a:p>
            <a:r>
              <a:rPr lang="en-US" sz="3000" dirty="0">
                <a:latin typeface="+mn-lt"/>
              </a:rPr>
              <a:t>Low efficiency in parameterizing knowledge</a:t>
            </a:r>
          </a:p>
          <a:p>
            <a:r>
              <a:rPr lang="en-US" sz="3000" dirty="0"/>
              <a:t>Lack of in-depth knowledge in specialized domains</a:t>
            </a:r>
          </a:p>
          <a:p>
            <a:r>
              <a:rPr lang="en-US" sz="3000" dirty="0">
                <a:latin typeface="+mn-lt"/>
              </a:rPr>
              <a:t>Weak Inferential </a:t>
            </a:r>
            <a:r>
              <a:rPr lang="en-US" sz="3000" dirty="0"/>
              <a:t>capabilities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3498DB"/>
                </a:solidFill>
                <a:ea typeface="Noto Sans" pitchFamily="34" charset="-122"/>
                <a:cs typeface="Noto Sans" pitchFamily="34" charset="-120"/>
              </a:rPr>
              <a:t>Practical Requirements of Application</a:t>
            </a:r>
            <a:endParaRPr lang="en-US" sz="3000" dirty="0"/>
          </a:p>
          <a:p>
            <a:r>
              <a:rPr lang="en-US" sz="3000" dirty="0"/>
              <a:t>Domain-specific accurate answering</a:t>
            </a:r>
          </a:p>
          <a:p>
            <a:r>
              <a:rPr lang="en-US" sz="3000" dirty="0"/>
              <a:t>Frequent updates of data</a:t>
            </a:r>
          </a:p>
          <a:p>
            <a:r>
              <a:rPr lang="en-US" sz="3000" dirty="0"/>
              <a:t>Traceability and explainability of generated content</a:t>
            </a:r>
          </a:p>
          <a:p>
            <a:r>
              <a:rPr lang="en-US" sz="3000" dirty="0"/>
              <a:t>Controllable cost</a:t>
            </a:r>
          </a:p>
          <a:p>
            <a:r>
              <a:rPr lang="en-US" sz="3000" dirty="0"/>
              <a:t>Privacy protection of data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A31D28-3222-86D7-91FD-A590621CAA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8F218-25EC-7D1B-5788-E6B7BFA690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569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B11F-9E19-A54E-98FA-6DA57AAA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8F21-4462-83F6-CC7A-81802F1F9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knowledge vs Parametric knowledge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DC14-A72C-6238-74D1-7ACA174B13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395" y="1204964"/>
            <a:ext cx="11799829" cy="558806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200" b="1" dirty="0"/>
              <a:t>Symbolic Knowledge</a:t>
            </a:r>
          </a:p>
          <a:p>
            <a:r>
              <a:rPr lang="en-US" sz="4200" b="1" dirty="0"/>
              <a:t>Definition</a:t>
            </a:r>
            <a:r>
              <a:rPr lang="en-US" sz="4200" dirty="0"/>
              <a:t>: Knowledge stored explicitly in structured, human-readable forms, often rule-based or logic-based.</a:t>
            </a:r>
          </a:p>
          <a:p>
            <a:r>
              <a:rPr lang="en-US" sz="4200" b="1" dirty="0"/>
              <a:t>Examples</a:t>
            </a:r>
            <a:r>
              <a:rPr lang="en-US" sz="4200" dirty="0"/>
              <a:t>:</a:t>
            </a:r>
          </a:p>
          <a:p>
            <a:pPr lvl="1"/>
            <a:r>
              <a:rPr lang="en-US" sz="4200" dirty="0">
                <a:latin typeface="+mn-lt"/>
              </a:rPr>
              <a:t>Knowledge graphs (like </a:t>
            </a:r>
            <a:r>
              <a:rPr lang="en-US" sz="4200" dirty="0" err="1">
                <a:latin typeface="+mn-lt"/>
              </a:rPr>
              <a:t>Wikidata</a:t>
            </a:r>
            <a:r>
              <a:rPr lang="en-US" sz="4200" dirty="0">
                <a:latin typeface="+mn-lt"/>
              </a:rPr>
              <a:t>, Freebase)</a:t>
            </a:r>
          </a:p>
          <a:p>
            <a:pPr lvl="1"/>
            <a:r>
              <a:rPr lang="en-US" sz="4200" dirty="0">
                <a:latin typeface="+mn-lt"/>
              </a:rPr>
              <a:t>Ontologies (taxonomies, semantic web schemas)</a:t>
            </a:r>
          </a:p>
          <a:p>
            <a:pPr lvl="1"/>
            <a:r>
              <a:rPr lang="en-US" sz="4200" dirty="0">
                <a:latin typeface="+mn-lt"/>
              </a:rPr>
              <a:t>Formal rules (“If X is a bird → X can fly, unless X is a penguin”)</a:t>
            </a:r>
          </a:p>
          <a:p>
            <a:r>
              <a:rPr lang="en-US" sz="4200" b="1" dirty="0"/>
              <a:t>Characteristics</a:t>
            </a:r>
            <a:r>
              <a:rPr lang="en-US" sz="4200" dirty="0"/>
              <a:t>:</a:t>
            </a:r>
          </a:p>
          <a:p>
            <a:pPr lvl="1"/>
            <a:r>
              <a:rPr lang="en-US" sz="4200" dirty="0">
                <a:latin typeface="+mn-lt"/>
              </a:rPr>
              <a:t>Discrete symbols and relations</a:t>
            </a:r>
          </a:p>
          <a:p>
            <a:pPr lvl="1"/>
            <a:r>
              <a:rPr lang="en-US" sz="4200" dirty="0">
                <a:latin typeface="+mn-lt"/>
              </a:rPr>
              <a:t>Transparent and interpretable</a:t>
            </a:r>
          </a:p>
          <a:p>
            <a:pPr lvl="1"/>
            <a:r>
              <a:rPr lang="en-US" sz="4200" dirty="0">
                <a:latin typeface="+mn-lt"/>
              </a:rPr>
              <a:t>Easy to update, but rigid and brittle</a:t>
            </a:r>
          </a:p>
          <a:p>
            <a:r>
              <a:rPr lang="en-US" sz="4200" b="1" dirty="0"/>
              <a:t>Strengths</a:t>
            </a:r>
            <a:r>
              <a:rPr lang="en-US" sz="4200" dirty="0"/>
              <a:t>: Good for </a:t>
            </a:r>
            <a:r>
              <a:rPr lang="en-US" sz="4200" b="1" dirty="0"/>
              <a:t>reasoning</a:t>
            </a:r>
            <a:r>
              <a:rPr lang="en-US" sz="4200" dirty="0"/>
              <a:t>, explainability, and enforcing consistency.</a:t>
            </a:r>
          </a:p>
          <a:p>
            <a:r>
              <a:rPr lang="en-US" sz="4200" b="1" dirty="0"/>
              <a:t>Weaknesses</a:t>
            </a:r>
            <a:r>
              <a:rPr lang="en-US" sz="4200" dirty="0"/>
              <a:t>: Poor at handling ambiguity, context, or unstructured data like raw text.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C0EE2-C9B6-BD6B-D561-EEA9490A2E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E00C2-B309-2265-292E-8F0AFD88AF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2675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715E-0127-E990-AFA8-77BBE254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knowledge vs Parametric knowledge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3054-D3B5-2EAF-0591-371F8DD0DB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395" y="1165899"/>
            <a:ext cx="11593906" cy="51359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300" b="1" dirty="0"/>
              <a:t>Parametric Knowledge</a:t>
            </a:r>
          </a:p>
          <a:p>
            <a:r>
              <a:rPr lang="en-US" sz="3300" b="1" dirty="0"/>
              <a:t>Definition</a:t>
            </a:r>
            <a:r>
              <a:rPr lang="en-US" sz="3300" dirty="0"/>
              <a:t>: Knowledge encoded in the </a:t>
            </a:r>
            <a:r>
              <a:rPr lang="en-US" sz="3300" b="1" dirty="0"/>
              <a:t>parameters (weights)</a:t>
            </a:r>
            <a:r>
              <a:rPr lang="en-US" sz="3300" dirty="0"/>
              <a:t> of a machine learning model, especially neural networks like transformers.</a:t>
            </a:r>
          </a:p>
          <a:p>
            <a:r>
              <a:rPr lang="en-US" sz="3300" b="1" dirty="0"/>
              <a:t>Examples</a:t>
            </a:r>
            <a:r>
              <a:rPr lang="en-US" sz="3300" dirty="0"/>
              <a:t>:</a:t>
            </a:r>
          </a:p>
          <a:p>
            <a:pPr lvl="1"/>
            <a:r>
              <a:rPr lang="en-US" sz="3300" dirty="0">
                <a:latin typeface="+mn-lt"/>
              </a:rPr>
              <a:t>What GPT knows about world facts (e.g., "Paris is the capital of France")</a:t>
            </a:r>
          </a:p>
          <a:p>
            <a:pPr lvl="1"/>
            <a:r>
              <a:rPr lang="en-US" sz="3300" dirty="0">
                <a:latin typeface="+mn-lt"/>
              </a:rPr>
              <a:t>Grammar, style, and reasoning patterns that emerge from training</a:t>
            </a:r>
          </a:p>
          <a:p>
            <a:r>
              <a:rPr lang="en-US" sz="3300" b="1" dirty="0"/>
              <a:t>Characteristics</a:t>
            </a:r>
            <a:r>
              <a:rPr lang="en-US" sz="3300" dirty="0"/>
              <a:t>:</a:t>
            </a:r>
          </a:p>
          <a:p>
            <a:pPr lvl="1"/>
            <a:r>
              <a:rPr lang="en-US" sz="3300" dirty="0">
                <a:latin typeface="+mn-lt"/>
              </a:rPr>
              <a:t>Distributed and implicit</a:t>
            </a:r>
          </a:p>
          <a:p>
            <a:pPr lvl="1"/>
            <a:r>
              <a:rPr lang="en-US" sz="3300" dirty="0">
                <a:latin typeface="+mn-lt"/>
              </a:rPr>
              <a:t>Emerges statistically from large-scale data</a:t>
            </a:r>
          </a:p>
          <a:p>
            <a:pPr lvl="1"/>
            <a:r>
              <a:rPr lang="en-US" sz="3300" dirty="0">
                <a:latin typeface="+mn-lt"/>
              </a:rPr>
              <a:t>Hard to explicitly modify individual facts</a:t>
            </a:r>
          </a:p>
          <a:p>
            <a:r>
              <a:rPr lang="en-US" sz="3300" b="1" dirty="0"/>
              <a:t>Strengths</a:t>
            </a:r>
            <a:r>
              <a:rPr lang="en-US" sz="3300" dirty="0"/>
              <a:t>: Flexible, good at handling noisy, ambiguous, and unstructured inputs.</a:t>
            </a:r>
          </a:p>
          <a:p>
            <a:r>
              <a:rPr lang="en-US" sz="3300" b="1" dirty="0"/>
              <a:t>Weaknesses</a:t>
            </a:r>
            <a:r>
              <a:rPr lang="en-US" sz="3300" dirty="0"/>
              <a:t>: Hard to update specific knowledge without retraining (e.g., changing "Twitter" → "X" can require fine-tuning or external memory).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E5E02-5A3D-022A-8608-23BA4912EF7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20BA1-35F9-E1E5-15B2-EF2299E28C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781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A9CF1-B42A-0E1C-A4C6-D15A642B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knowledge vs Parametric knowledge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2ED09-8AAB-5F32-0498-5AACE75FB3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Analogy</a:t>
            </a:r>
          </a:p>
          <a:p>
            <a:r>
              <a:rPr lang="en-US" b="1" dirty="0"/>
              <a:t>Symbolic knowledge</a:t>
            </a:r>
            <a:r>
              <a:rPr lang="en-US" dirty="0"/>
              <a:t> = a </a:t>
            </a:r>
            <a:r>
              <a:rPr lang="en-US" b="1" dirty="0"/>
              <a:t>library</a:t>
            </a:r>
            <a:r>
              <a:rPr lang="en-US" dirty="0"/>
              <a:t> with labeled books and rules (clear but inflexible).</a:t>
            </a:r>
          </a:p>
          <a:p>
            <a:r>
              <a:rPr lang="en-US" b="1" dirty="0"/>
              <a:t>Parametric knowledge</a:t>
            </a:r>
            <a:r>
              <a:rPr lang="en-US" dirty="0"/>
              <a:t> = the </a:t>
            </a:r>
            <a:r>
              <a:rPr lang="en-US" b="1" dirty="0"/>
              <a:t>brain of a well-read person</a:t>
            </a:r>
            <a:r>
              <a:rPr lang="en-US" dirty="0"/>
              <a:t> (intuitive but fuzzy).</a:t>
            </a:r>
          </a:p>
          <a:p>
            <a:r>
              <a:rPr lang="en-US" dirty="0"/>
              <a:t>The best LLM systems = </a:t>
            </a:r>
            <a:r>
              <a:rPr lang="en-US" b="1" dirty="0"/>
              <a:t>a person with both a strong memory and access to a library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435B2-B4FA-2AA7-208E-760A7F0CCD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17FE2-2368-B588-CFAC-006423B7BF7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982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05FD-85EF-AB73-6498-97A0124D1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(RAG)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4F2FA-2DAB-2D95-7674-EC3BB084BA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1144" y="1262349"/>
            <a:ext cx="6240919" cy="4791607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When answering questions or generating text, it first retrieves relevant information from a large number of documents, and then LLMs generates answers based on this information.</a:t>
            </a:r>
          </a:p>
          <a:p>
            <a:r>
              <a:rPr lang="en-US" sz="3000" dirty="0"/>
              <a:t>By attaching an external knowledge base, there is no need to retrain the entire large model for each specific task.</a:t>
            </a:r>
          </a:p>
          <a:p>
            <a:r>
              <a:rPr lang="en-US" sz="3000" dirty="0"/>
              <a:t>The RAG model is especially suitable for knowledge-intensive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DB8C4-14F4-73D0-C53E-3E6419C76C3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D0F8A-B27E-E85D-3192-C44373F7CBD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7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FAFDE4-D787-EEF2-7968-264942189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096" y="1978924"/>
            <a:ext cx="5526911" cy="3336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2BF56B-659E-B1B5-8304-2C9BE865420A}"/>
              </a:ext>
            </a:extLst>
          </p:cNvPr>
          <p:cNvSpPr txBox="1"/>
          <p:nvPr/>
        </p:nvSpPr>
        <p:spPr>
          <a:xfrm>
            <a:off x="4656818" y="5869290"/>
            <a:ext cx="7222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source: https://aws.amazon.com/what-is/retrieval-augmented-generation/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48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543E-D3AE-96A5-FABA-8F118FAD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optimize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5AFC1-4015-0F7B-F1BB-8078B17F69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9" y="1562095"/>
            <a:ext cx="4412118" cy="4791607"/>
          </a:xfrm>
        </p:spPr>
        <p:txBody>
          <a:bodyPr>
            <a:normAutofit/>
          </a:bodyPr>
          <a:lstStyle/>
          <a:p>
            <a:r>
              <a:rPr lang="en-US" dirty="0"/>
              <a:t>Prompt Engineering</a:t>
            </a:r>
          </a:p>
          <a:p>
            <a:r>
              <a:rPr lang="en-US" dirty="0"/>
              <a:t>Retrieval Augmented Generation</a:t>
            </a:r>
          </a:p>
          <a:p>
            <a:r>
              <a:rPr lang="en-US" dirty="0"/>
              <a:t>Instruct/Fine-Tuning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38C49-1766-A08C-58D8-AABE626273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F4E35-6329-2936-7CF3-0E1F0DB065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8</a:t>
            </a:fld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5E4937-F68D-CD8A-A1A8-BD383E36A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291" y="1422922"/>
            <a:ext cx="7647709" cy="430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0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E850-0A8E-CF63-A75E-DF539AD8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7BBA0-1C34-E2C8-D363-8BF19AAE98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Scenarios where RAG is applicable:</a:t>
            </a:r>
          </a:p>
          <a:p>
            <a:r>
              <a:rPr lang="en-US" dirty="0"/>
              <a:t>Long-tail distribution of data</a:t>
            </a:r>
          </a:p>
          <a:p>
            <a:r>
              <a:rPr lang="en-US" dirty="0"/>
              <a:t>Frequent Knowledge updates</a:t>
            </a:r>
          </a:p>
          <a:p>
            <a:r>
              <a:rPr lang="en-US" dirty="0"/>
              <a:t>Answer requiring verification and traceability</a:t>
            </a:r>
          </a:p>
          <a:p>
            <a:r>
              <a:rPr lang="en-US" dirty="0"/>
              <a:t>Specialized domain knowledge</a:t>
            </a:r>
          </a:p>
          <a:p>
            <a:r>
              <a:rPr lang="en-US" dirty="0"/>
              <a:t>Data privacy preservation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0D75E-E873-5867-9504-649B4FDC8F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76593-035B-C817-245E-01042B8C96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57303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C669-4CD8-AD68-29BD-6D231861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F318C-B5DF-162C-718B-C539EB4126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395" y="1033196"/>
            <a:ext cx="8059205" cy="47916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Step1 Indexing</a:t>
            </a:r>
          </a:p>
          <a:p>
            <a:pPr marL="0" indent="0">
              <a:buNone/>
            </a:pPr>
            <a:r>
              <a:rPr lang="en-US" sz="2400" dirty="0"/>
              <a:t>1. Divide the document into even chunks, each chunk being a piece of the original text.</a:t>
            </a:r>
          </a:p>
          <a:p>
            <a:pPr marL="0" indent="0">
              <a:buNone/>
            </a:pPr>
            <a:r>
              <a:rPr lang="en-US" sz="2400" dirty="0"/>
              <a:t>2. Using the encoding model to generate an embedding for each chunk.</a:t>
            </a:r>
          </a:p>
          <a:p>
            <a:pPr marL="0" indent="0">
              <a:buNone/>
            </a:pPr>
            <a:r>
              <a:rPr lang="en-US" sz="2400" dirty="0"/>
              <a:t>3. Store the Embedding of each block in the vector database.</a:t>
            </a:r>
          </a:p>
          <a:p>
            <a:pPr marL="0" indent="0">
              <a:buNone/>
            </a:pPr>
            <a:r>
              <a:rPr lang="en-US" sz="2400" b="1" dirty="0"/>
              <a:t>Step2 Retrieval</a:t>
            </a:r>
          </a:p>
          <a:p>
            <a:pPr marL="0" indent="0">
              <a:buNone/>
            </a:pPr>
            <a:r>
              <a:rPr lang="pt-BR" sz="2400" dirty="0"/>
              <a:t>Retrieve the k most relevant  </a:t>
            </a:r>
            <a:r>
              <a:rPr lang="en-US" sz="2400" dirty="0"/>
              <a:t>documents using vector similarity search.</a:t>
            </a:r>
          </a:p>
          <a:p>
            <a:pPr marL="0" indent="0">
              <a:buNone/>
            </a:pPr>
            <a:r>
              <a:rPr lang="en-US" sz="2400" b="1" dirty="0"/>
              <a:t>Step3 Generation</a:t>
            </a:r>
          </a:p>
          <a:p>
            <a:pPr marL="0" indent="0">
              <a:buNone/>
            </a:pPr>
            <a:r>
              <a:rPr lang="en-US" sz="2400" dirty="0"/>
              <a:t>The original query and the retrieved text are combined and input into a LLM to get the final answer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CB9B3-9332-B906-5DF0-F6CDB051B0B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22609-D5DC-6FD2-BD6E-AED325D7A4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10</a:t>
            </a:fld>
            <a:endParaRPr lang="en-SG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0E9D290-5111-28B3-5EC1-7F6326D41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382" y="278092"/>
            <a:ext cx="2323418" cy="618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6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D843-7DA3-041A-2D27-6F13138F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issues with Naïve 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59897-80DF-5DEF-92F8-7E38C104FA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395" y="1087774"/>
            <a:ext cx="11649982" cy="53095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Bad Retrieval</a:t>
            </a:r>
          </a:p>
          <a:p>
            <a:r>
              <a:rPr lang="en-US" dirty="0"/>
              <a:t>Low precision: not all retrieved chunks are relevant</a:t>
            </a:r>
          </a:p>
          <a:p>
            <a:pPr lvl="1"/>
            <a:r>
              <a:rPr lang="en-US" sz="2800" dirty="0">
                <a:latin typeface="+mn-lt"/>
              </a:rPr>
              <a:t>Hallucination + Wrong replies</a:t>
            </a:r>
          </a:p>
          <a:p>
            <a:r>
              <a:rPr lang="en-US" dirty="0"/>
              <a:t>Low recall: not all relevant chunks are retrieved</a:t>
            </a:r>
          </a:p>
          <a:p>
            <a:pPr lvl="1"/>
            <a:r>
              <a:rPr lang="en-US" sz="2800" dirty="0">
                <a:latin typeface="+mn-lt"/>
              </a:rPr>
              <a:t>Lacks enough context for LLM to synthesize the answer</a:t>
            </a:r>
          </a:p>
          <a:p>
            <a:r>
              <a:rPr lang="en-US" dirty="0"/>
              <a:t>Outdated information: the knowledge base is out of date</a:t>
            </a:r>
          </a:p>
          <a:p>
            <a:pPr marL="0" indent="0">
              <a:buNone/>
            </a:pPr>
            <a:r>
              <a:rPr lang="en-US" b="1" dirty="0"/>
              <a:t>Bad Response Generation (Native LLM Issues)</a:t>
            </a:r>
          </a:p>
          <a:p>
            <a:r>
              <a:rPr lang="en-US" dirty="0"/>
              <a:t>Hallucination: Model makes up an answer that isn’t in the context</a:t>
            </a:r>
          </a:p>
          <a:p>
            <a:r>
              <a:rPr lang="en-US" dirty="0"/>
              <a:t>Irrelevance: Model makes up an answer that does not answer the question</a:t>
            </a:r>
          </a:p>
          <a:p>
            <a:r>
              <a:rPr lang="en-US" dirty="0"/>
              <a:t>Toxicity/Bias: Model makes up an answer that is offensive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8DFEE-A57E-D658-753B-F17B73CBD1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4E9E2F-DB56-AE0E-F6D3-7D71F7941A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6194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5326-E339-17D8-D930-FC882D1BB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7236E-50DD-746B-37E6-9607B7778D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8" y="1183308"/>
            <a:ext cx="6475008" cy="479160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0" i="0" u="none" strike="noStrike" baseline="0" dirty="0">
                <a:solidFill>
                  <a:srgbClr val="EE7D31"/>
                </a:solidFill>
              </a:rPr>
              <a:t>Index Optimization </a:t>
            </a:r>
            <a:r>
              <a:rPr lang="en-US" dirty="0">
                <a:solidFill>
                  <a:srgbClr val="000000"/>
                </a:solidFill>
              </a:rPr>
              <a:t>-&gt;</a:t>
            </a:r>
            <a:r>
              <a:rPr lang="en-US" b="0" i="0" u="none" strike="noStrike" baseline="0" dirty="0">
                <a:solidFill>
                  <a:srgbClr val="EE7D31"/>
                </a:solidFill>
              </a:rPr>
              <a:t>Pre-Retrieval Process </a:t>
            </a:r>
            <a:r>
              <a:rPr lang="en-US" dirty="0">
                <a:solidFill>
                  <a:srgbClr val="000000"/>
                </a:solidFill>
              </a:rPr>
              <a:t>-&gt;</a:t>
            </a:r>
            <a:r>
              <a:rPr lang="en-US" b="0" i="0" u="none" strike="noStrike" baseline="0" dirty="0">
                <a:solidFill>
                  <a:srgbClr val="000000"/>
                </a:solidFill>
              </a:rPr>
              <a:t>Retrieval -&gt;</a:t>
            </a:r>
            <a:r>
              <a:rPr lang="en-US" b="0" i="0" u="none" strike="noStrike" baseline="0" dirty="0">
                <a:solidFill>
                  <a:srgbClr val="EE7D31"/>
                </a:solidFill>
              </a:rPr>
              <a:t>Post-Retrieval Process</a:t>
            </a:r>
            <a:r>
              <a:rPr lang="en-US" dirty="0">
                <a:solidFill>
                  <a:srgbClr val="000000"/>
                </a:solidFill>
              </a:rPr>
              <a:t>-</a:t>
            </a:r>
            <a:r>
              <a:rPr lang="en-US" b="0" i="0" u="none" strike="noStrike" baseline="0" dirty="0">
                <a:solidFill>
                  <a:srgbClr val="000000"/>
                </a:solidFill>
              </a:rPr>
              <a:t>&gt;Generation</a:t>
            </a:r>
          </a:p>
          <a:p>
            <a:r>
              <a:rPr lang="en-US" b="1" dirty="0"/>
              <a:t>Optimizing Data Indexing：</a:t>
            </a:r>
          </a:p>
          <a:p>
            <a:pPr lvl="1"/>
            <a:r>
              <a:rPr lang="en-US" sz="2800" dirty="0">
                <a:latin typeface="+mn-lt"/>
              </a:rPr>
              <a:t>sliding window, fine-grained</a:t>
            </a:r>
          </a:p>
          <a:p>
            <a:pPr lvl="1"/>
            <a:r>
              <a:rPr lang="en-US" sz="2800" dirty="0" err="1">
                <a:latin typeface="+mn-lt"/>
              </a:rPr>
              <a:t>Segmentation,adding</a:t>
            </a:r>
            <a:r>
              <a:rPr lang="en-US" sz="2800" dirty="0">
                <a:latin typeface="+mn-lt"/>
              </a:rPr>
              <a:t> metadata</a:t>
            </a:r>
          </a:p>
          <a:p>
            <a:r>
              <a:rPr lang="en-US" b="1" dirty="0"/>
              <a:t>Pre-Retrieval </a:t>
            </a:r>
            <a:r>
              <a:rPr lang="en-US" b="1" dirty="0" err="1"/>
              <a:t>Process</a:t>
            </a:r>
            <a:r>
              <a:rPr lang="en-US" dirty="0" err="1"/>
              <a:t>：retrieve</a:t>
            </a:r>
            <a:endParaRPr lang="en-US" dirty="0"/>
          </a:p>
          <a:p>
            <a:pPr lvl="1"/>
            <a:r>
              <a:rPr lang="en-US" sz="2800" dirty="0">
                <a:latin typeface="+mn-lt"/>
              </a:rPr>
              <a:t>routes, summaries, rewriting, and</a:t>
            </a:r>
          </a:p>
          <a:p>
            <a:pPr lvl="1"/>
            <a:r>
              <a:rPr lang="en-US" sz="2800" dirty="0">
                <a:latin typeface="+mn-lt"/>
              </a:rPr>
              <a:t>confidence judgment</a:t>
            </a:r>
          </a:p>
          <a:p>
            <a:r>
              <a:rPr lang="en-US" b="1" dirty="0"/>
              <a:t>Post-Retrieval Process</a:t>
            </a:r>
            <a:r>
              <a:rPr lang="en-US" dirty="0"/>
              <a:t>：reorder,</a:t>
            </a:r>
          </a:p>
          <a:p>
            <a:pPr lvl="1"/>
            <a:r>
              <a:rPr lang="en-US" sz="2800" dirty="0">
                <a:latin typeface="+mn-lt"/>
              </a:rPr>
              <a:t>filter content retrieval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1669E-C50B-A177-302E-65895CCD6F6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22B4E-9AF6-E9E1-47D9-433222796D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12</a:t>
            </a:fld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1F1A8E-2DD5-4476-C226-03AC57B50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480060"/>
            <a:ext cx="2486931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84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2D53-2D90-5732-19A6-62E61AAA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RAG: Pre-Retrieval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AE81F-C2FB-43B4-0388-2FD1B56FCF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094" y="1209707"/>
            <a:ext cx="11042651" cy="47916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Preparing better inputs before searching</a:t>
            </a:r>
          </a:p>
          <a:p>
            <a:r>
              <a:rPr lang="en-US" dirty="0"/>
              <a:t>Chunking Optimization: Instead of fixed-size chunks, use techniques like semantic chunking, sliding windows, or recursive structure-aware splitting to create chunks that preserve semantic meaning and context. </a:t>
            </a:r>
          </a:p>
          <a:p>
            <a:r>
              <a:rPr lang="en-US" dirty="0"/>
              <a:t>Metadata Enrichment: Incorporate rich metadata into your index to provide additional context for retrieval, improving the relevance of retrieved chunks. </a:t>
            </a:r>
          </a:p>
          <a:p>
            <a:r>
              <a:rPr lang="en-US" dirty="0"/>
              <a:t>Data Deduplication: Use LLMs to identify and remove duplicate information from your data before indexing, which improves retrieval efficiency and reduces redundancy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B4016-D1A9-0C20-2798-FE525E43C1E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8509C-3BE5-9ED7-517A-E084E03BE7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8246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9C49B-438A-7FEF-BDE9-B031DFD24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4F0D6-AD1F-5553-9EE7-E4D00263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RAG: Retrieval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D2AB2-5264-717F-5768-CA7EA6301C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395" y="1178062"/>
            <a:ext cx="11042651" cy="4791607"/>
          </a:xfrm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Finding the most relevant pieces of data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Top-k Candidate Filtering: retrieve more results, refine later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Expansion/Rewriting: Use LLMs to rephrase, expand, or even generate hypothetical questions from user queries to improve search accuracy.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Hypothetical Document Embeddings (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HyDE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): Generate a hypothetical answer for a given query, then embed the hypothetical answer to find similar documents, improving retrieval symmetry and reducing query-document asymmetry.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43007-4976-8FEC-0C0F-8C33E68EBD2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 dirty="0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280EA-85F9-0C96-755A-829FC11DDA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6442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6177-AA59-F089-F052-7BF3C44B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A018-F43F-84EE-8006-60B061F2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RAG: Retrieval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8F3DA-92F8-780B-2307-4462D184DF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954" y="1209707"/>
            <a:ext cx="11042651" cy="4791607"/>
          </a:xfrm>
        </p:spPr>
        <p:txBody>
          <a:bodyPr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Hybrid Search: Combine traditional full-text search (like BM25) with dense retrieval (embedding-based search) to leverage the strengths of both, improving precision and recall.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 RAG: Represent your data as a knowledge graph to enable more complex retrieval and reasoning over structured relationships.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Routing/Multi-System Approaches: Use a decider pattern to route queries to the most appropriate retrieval system or to combine results from multiple systems for more comprehensive context. </a:t>
            </a:r>
            <a:endParaRPr lang="en-US" sz="20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0011F-927D-8580-88C2-66E01AADC92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ABC7F-C14B-B310-23D8-5342523B618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8326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5694-2224-5860-A24E-944F7321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0AB5-34E1-C27D-993E-7840065E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RAG: Post-Retrieval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42CF9-3A14-7BDA-3BE4-8AD976E723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094" y="1356967"/>
            <a:ext cx="11042651" cy="4791607"/>
          </a:xfrm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Improving how retrieved info is used</a:t>
            </a:r>
          </a:p>
          <a:p>
            <a:r>
              <a:rPr lang="en-US" b="1" dirty="0"/>
              <a:t>Reranking</a:t>
            </a:r>
            <a:r>
              <a:rPr lang="en-US" dirty="0"/>
              <a:t>: </a:t>
            </a:r>
          </a:p>
          <a:p>
            <a:pPr marL="0" indent="0">
              <a:buNone/>
            </a:pPr>
            <a:r>
              <a:rPr lang="en-US" dirty="0"/>
              <a:t>Apply reranking models to the retrieved context to reorder the chunks based on their relevance to the original query, ensuring the most pertinent information is passed to the LLM. </a:t>
            </a:r>
          </a:p>
          <a:p>
            <a:r>
              <a:rPr lang="en-US" b="1" dirty="0"/>
              <a:t>Context Synthesis</a:t>
            </a:r>
            <a:r>
              <a:rPr lang="en-US" dirty="0"/>
              <a:t>: </a:t>
            </a:r>
          </a:p>
          <a:p>
            <a:pPr marL="0" indent="0">
              <a:buNone/>
            </a:pPr>
            <a:r>
              <a:rPr lang="en-US" dirty="0"/>
              <a:t>Employ </a:t>
            </a:r>
            <a:r>
              <a:rPr lang="en-US" b="1" dirty="0"/>
              <a:t>sentence window retrieval </a:t>
            </a:r>
            <a:r>
              <a:rPr lang="en-US" dirty="0"/>
              <a:t>or </a:t>
            </a:r>
            <a:r>
              <a:rPr lang="en-US" b="1" dirty="0"/>
              <a:t>auto-merging retrievers </a:t>
            </a:r>
            <a:r>
              <a:rPr lang="en-US" dirty="0"/>
              <a:t>to provide the LLM with more focused and concise context, even when retrieving larger chunks. 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83CA6-37B9-C8D6-286A-2A2FEA0413F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 dirty="0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0EE7D-D8B0-19D2-5FA7-121615F7097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9174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0019-BF86-D633-3647-45EE6515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D0FF-C707-0B54-E5DE-37D5578E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RAG: Post-Retrieval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57E05-9D11-A063-6A94-A2775E3EDC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094" y="1356967"/>
            <a:ext cx="11042651" cy="4791607"/>
          </a:xfrm>
        </p:spPr>
        <p:txBody>
          <a:bodyPr>
            <a:noAutofit/>
          </a:bodyPr>
          <a:lstStyle/>
          <a:p>
            <a:r>
              <a:rPr lang="en-US" b="1" dirty="0"/>
              <a:t>Agentic RAG</a:t>
            </a:r>
            <a:r>
              <a:rPr lang="en-US" dirty="0"/>
              <a:t>: </a:t>
            </a:r>
          </a:p>
          <a:p>
            <a:pPr marL="0" indent="0">
              <a:buNone/>
            </a:pPr>
            <a:r>
              <a:rPr lang="en-US" dirty="0"/>
              <a:t>Use agents to orchestrate multiple retrieval and generation steps, allowing for more complex reasoning and iterative refinement of the output. </a:t>
            </a:r>
          </a:p>
          <a:p>
            <a:r>
              <a:rPr lang="en-US" b="1" dirty="0"/>
              <a:t>Self-RAG</a:t>
            </a:r>
            <a:r>
              <a:rPr lang="en-US" dirty="0"/>
              <a:t>: </a:t>
            </a:r>
          </a:p>
          <a:p>
            <a:pPr marL="0" indent="0">
              <a:buNone/>
            </a:pPr>
            <a:r>
              <a:rPr lang="en-US" dirty="0"/>
              <a:t>Integrate a self-reflection mechanism where the LLM evaluates the retrieved content and its own generation, providing feedback for iterative improvement.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69788-2290-9F8A-7364-FC554DDE80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 dirty="0"/>
              <a:t>ITI122 Generative AI - PDC in Deep Learning &amp; AI Applications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E625D-A292-30B7-7318-D64E89BF22F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923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22A1-CAB4-531E-D2EE-955F64A5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Additional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150AC-8FBE-FE32-73FC-FBBA80B56B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hlinkClick r:id="rId2"/>
              </a:rPr>
              <a:t>https://medium.com/@yugank.aman/advanced-rag-techniques-0c283aacf5ba</a:t>
            </a:r>
            <a:endParaRPr lang="en-US" sz="2800" b="0" dirty="0"/>
          </a:p>
          <a:p>
            <a:r>
              <a:rPr lang="en-SG" dirty="0">
                <a:hlinkClick r:id="rId3"/>
              </a:rPr>
              <a:t>https://www.llamaindex.ai/blog/a-cheat-sheet-and-some-recipes-for-building-advanced-rag-803a9d94c41b</a:t>
            </a:r>
            <a:endParaRPr lang="en-SG" dirty="0"/>
          </a:p>
          <a:p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23A2C-B0B0-637F-1709-C3ECF194BA0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ITI122 Generative AI - PDC in Deep Learning &amp; AI Applications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62F5A-251B-4E6A-11E7-41964510E3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7485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EN 129(23) A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83bdb4-0a8f-43d2-a24f-e17275a3121b" xsi:nil="true"/>
    <SharedWithUsers xmlns="f64e7450-eb76-4305-9aaa-c7c2fda4733e">
      <UserInfo>
        <DisplayName/>
        <AccountId xsi:nil="true"/>
        <AccountType/>
      </UserInfo>
    </SharedWithUsers>
    <lcf76f155ced4ddcb4097134ff3c332f xmlns="f64e7450-eb76-4305-9aaa-c7c2fda4733e">
      <Terms xmlns="http://schemas.microsoft.com/office/infopath/2007/PartnerControls"/>
    </lcf76f155ced4ddcb4097134ff3c332f>
    <Owner xmlns="f64e7450-eb76-4305-9aaa-c7c2fda4733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AFF6A4F3FF49931B55B041F99EFA" ma:contentTypeVersion="23" ma:contentTypeDescription="Create a new document." ma:contentTypeScope="" ma:versionID="61a0eef3450023d494e2ceffcbf7e3df">
  <xsd:schema xmlns:xsd="http://www.w3.org/2001/XMLSchema" xmlns:xs="http://www.w3.org/2001/XMLSchema" xmlns:p="http://schemas.microsoft.com/office/2006/metadata/properties" xmlns:ns2="f64e7450-eb76-4305-9aaa-c7c2fda4733e" xmlns:ns3="1483bdb4-0a8f-43d2-a24f-e17275a3121b" xmlns:ns4="cdc4170c-4545-48f7-871b-33920ecd5df3" targetNamespace="http://schemas.microsoft.com/office/2006/metadata/properties" ma:root="true" ma:fieldsID="dcf00dde415673dc76d9a86cc65b0522" ns2:_="" ns3:_="" ns4:_="">
    <xsd:import namespace="f64e7450-eb76-4305-9aaa-c7c2fda4733e"/>
    <xsd:import namespace="1483bdb4-0a8f-43d2-a24f-e17275a3121b"/>
    <xsd:import namespace="cdc4170c-4545-48f7-871b-33920ecd5d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SharedWithUsers" minOccurs="0"/>
                <xsd:element ref="ns2:Owner" minOccurs="0"/>
                <xsd:element ref="ns4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e7450-eb76-4305-9aaa-c7c2fda473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58e8660-d7f0-40dc-9355-39c17cfe3e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SharedWithUsers" ma:index="19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wner" ma:index="20" nillable="true" ma:displayName="Owner" ma:internalName="Owner" ma:readOnly="false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83bdb4-0a8f-43d2-a24f-e17275a3121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7bdc7dd-b19c-4daa-ac60-4cc2365c7a3f}" ma:internalName="TaxCatchAll" ma:showField="CatchAllData" ma:web="1483bdb4-0a8f-43d2-a24f-e17275a312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c4170c-4545-48f7-871b-33920ecd5df3" elementFormDefault="qualified">
    <xsd:import namespace="http://schemas.microsoft.com/office/2006/documentManagement/types"/>
    <xsd:import namespace="http://schemas.microsoft.com/office/infopath/2007/PartnerControls"/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4823A8-D13E-443D-AF76-75DA2E9EFDDD}">
  <ds:schemaRefs>
    <ds:schemaRef ds:uri="http://schemas.microsoft.com/office/2006/metadata/properties"/>
    <ds:schemaRef ds:uri="http://schemas.microsoft.com/office/infopath/2007/PartnerControls"/>
    <ds:schemaRef ds:uri="1483bdb4-0a8f-43d2-a24f-e17275a3121b"/>
    <ds:schemaRef ds:uri="f64e7450-eb76-4305-9aaa-c7c2fda4733e"/>
  </ds:schemaRefs>
</ds:datastoreItem>
</file>

<file path=customXml/itemProps2.xml><?xml version="1.0" encoding="utf-8"?>
<ds:datastoreItem xmlns:ds="http://schemas.openxmlformats.org/officeDocument/2006/customXml" ds:itemID="{BA923E17-E709-4E48-9BD1-C688FFB5E7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e7450-eb76-4305-9aaa-c7c2fda4733e"/>
    <ds:schemaRef ds:uri="1483bdb4-0a8f-43d2-a24f-e17275a3121b"/>
    <ds:schemaRef ds:uri="cdc4170c-4545-48f7-871b-33920ecd5d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0EE154-A736-456D-A3E2-2774536219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SEN 129(23) A19</Template>
  <TotalTime>9466</TotalTime>
  <Words>1336</Words>
  <Application>Microsoft Office PowerPoint</Application>
  <PresentationFormat>Widescreen</PresentationFormat>
  <Paragraphs>160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Arvo</vt:lpstr>
      <vt:lpstr>Aptos</vt:lpstr>
      <vt:lpstr>Arial</vt:lpstr>
      <vt:lpstr>Calibri</vt:lpstr>
      <vt:lpstr>Calibri Light</vt:lpstr>
      <vt:lpstr>Noto Sans</vt:lpstr>
      <vt:lpstr>Roboto</vt:lpstr>
      <vt:lpstr>SEN 129(23) A19</vt:lpstr>
      <vt:lpstr>PowerPoint Presentation</vt:lpstr>
      <vt:lpstr>Learning Outcomes</vt:lpstr>
      <vt:lpstr>Recap of the LLM and Applications</vt:lpstr>
      <vt:lpstr>Symbolic knowledge vs Parametric knowledge</vt:lpstr>
      <vt:lpstr>Symbolic knowledge vs Parametric knowledge</vt:lpstr>
      <vt:lpstr>Symbolic knowledge vs Parametric knowledge</vt:lpstr>
      <vt:lpstr>Retrieval Augmented Generation (RAG)</vt:lpstr>
      <vt:lpstr>Ways to optimize LLMs</vt:lpstr>
      <vt:lpstr>RAG Applications</vt:lpstr>
      <vt:lpstr>Naïve RAG</vt:lpstr>
      <vt:lpstr>Performance issues with Naïve RAG</vt:lpstr>
      <vt:lpstr>Advanced RAG</vt:lpstr>
      <vt:lpstr>Advanced RAG: Pre-Retrieval Optimization</vt:lpstr>
      <vt:lpstr>Advanced RAG: Retrieval Optimization</vt:lpstr>
      <vt:lpstr>Advanced RAG: Retrieval Optimization</vt:lpstr>
      <vt:lpstr>Advanced RAG: Post-Retrieval Optimization</vt:lpstr>
      <vt:lpstr>Advanced RAG: Post-Retrieval Optimization</vt:lpstr>
      <vt:lpstr>Additional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Kheng Kok Mar</dc:creator>
  <cp:lastModifiedBy>chee hong wee</cp:lastModifiedBy>
  <cp:revision>67</cp:revision>
  <dcterms:created xsi:type="dcterms:W3CDTF">2023-04-05T14:55:09Z</dcterms:created>
  <dcterms:modified xsi:type="dcterms:W3CDTF">2025-11-01T07:35:55Z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0x0101009FE6AFF6A4F3FF49931B55B041F99EFA</vt:lpwstr>
  </property>
  <property fmtid="{D5CDD505-2E9C-101B-9397-08002B2CF9AE}" pid="3" name="MSIP_Label_babe128f-e2ab-4b18-9c62-301caee5e80a_Enabled">
    <vt:lpwstr>true</vt:lpwstr>
  </property>
  <property fmtid="{D5CDD505-2E9C-101B-9397-08002B2CF9AE}" pid="4" name="MSIP_Label_babe128f-e2ab-4b18-9c62-301caee5e80a_SetDate">
    <vt:lpwstr>2023-05-30T04:02:35Z</vt:lpwstr>
  </property>
  <property fmtid="{D5CDD505-2E9C-101B-9397-08002B2CF9AE}" pid="5" name="MSIP_Label_babe128f-e2ab-4b18-9c62-301caee5e80a_Method">
    <vt:lpwstr>Privileged</vt:lpwstr>
  </property>
  <property fmtid="{D5CDD505-2E9C-101B-9397-08002B2CF9AE}" pid="6" name="MSIP_Label_babe128f-e2ab-4b18-9c62-301caee5e80a_Name">
    <vt:lpwstr>OFFICIAL [OPEN]</vt:lpwstr>
  </property>
  <property fmtid="{D5CDD505-2E9C-101B-9397-08002B2CF9AE}" pid="7" name="MSIP_Label_babe128f-e2ab-4b18-9c62-301caee5e80a_SiteId">
    <vt:lpwstr>243ebaed-00d0-4690-a7dc-75893b0d9f98</vt:lpwstr>
  </property>
  <property fmtid="{D5CDD505-2E9C-101B-9397-08002B2CF9AE}" pid="8" name="MSIP_Label_babe128f-e2ab-4b18-9c62-301caee5e80a_ActionId">
    <vt:lpwstr>3c58ffe5-4c8c-497d-b23e-0c1208da03ba</vt:lpwstr>
  </property>
  <property fmtid="{D5CDD505-2E9C-101B-9397-08002B2CF9AE}" pid="9" name="MSIP_Label_babe128f-e2ab-4b18-9c62-301caee5e80a_ContentBits">
    <vt:lpwstr>1</vt:lpwstr>
  </property>
  <property fmtid="{D5CDD505-2E9C-101B-9397-08002B2CF9AE}" pid="10" name="MediaServiceImageTags">
    <vt:lpwstr/>
  </property>
</Properties>
</file>